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6"/>
  </p:notesMasterIdLst>
  <p:sldIdLst>
    <p:sldId id="256" r:id="rId2"/>
    <p:sldId id="261" r:id="rId3"/>
    <p:sldId id="267" r:id="rId4"/>
    <p:sldId id="259" r:id="rId5"/>
    <p:sldId id="262" r:id="rId6"/>
    <p:sldId id="291" r:id="rId7"/>
    <p:sldId id="290" r:id="rId8"/>
    <p:sldId id="292" r:id="rId9"/>
    <p:sldId id="286" r:id="rId10"/>
    <p:sldId id="284" r:id="rId11"/>
    <p:sldId id="285" r:id="rId12"/>
    <p:sldId id="271" r:id="rId13"/>
    <p:sldId id="287" r:id="rId14"/>
    <p:sldId id="288" r:id="rId15"/>
  </p:sldIdLst>
  <p:sldSz cx="9144000" cy="5143500" type="screen16x9"/>
  <p:notesSz cx="6858000" cy="9144000"/>
  <p:embeddedFontLst>
    <p:embeddedFont>
      <p:font typeface="Black Han Sans" panose="020B0604020202020204" charset="-127"/>
      <p:regular r:id="rId17"/>
    </p:embeddedFont>
    <p:embeddedFont>
      <p:font typeface="ABeeZee" panose="020B0604020202020204" charset="0"/>
      <p:regular r:id="rId18"/>
      <p:italic r:id="rId19"/>
    </p:embeddedFont>
    <p:embeddedFont>
      <p:font typeface="PT Sans" panose="020B0503020203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3035"/>
    <a:srgbClr val="B6B6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5D7C3C4-1DBA-45B1-8A86-16CD42A4AA09}">
  <a:tblStyle styleId="{05D7C3C4-1DBA-45B1-8A86-16CD42A4AA0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1503" autoAdjust="0"/>
  </p:normalViewPr>
  <p:slideViewPr>
    <p:cSldViewPr snapToGrid="0">
      <p:cViewPr varScale="1">
        <p:scale>
          <a:sx n="100" d="100"/>
          <a:sy n="100" d="100"/>
        </p:scale>
        <p:origin x="90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3" name="Google Shape;4333;g100fd3d694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4" name="Google Shape;4334;g100fd3d694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7" name="Google Shape;4387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8" name="Google Shape;4388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" name="Google Shape;4495;gbd6c00e730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6" name="Google Shape;4496;gbd6c00e730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Initial analysis shows clear daily and annual seasonality. Data was resampled from 10-minute intervals to hourly averages to reduce noise while maintaining temporal fidelity.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/>
          </a:p>
          <a:p>
            <a:pPr algn="l"/>
            <a:r>
              <a:rPr lang="en-US" b="1" dirty="0"/>
              <a:t>Observation:</a:t>
            </a:r>
            <a:r>
              <a:rPr lang="en-US" dirty="0"/>
              <a:t> Temperature exhibits</a:t>
            </a:r>
          </a:p>
          <a:p>
            <a:pPr algn="l"/>
            <a:r>
              <a:rPr lang="en-US" dirty="0"/>
              <a:t>significant autocorrelation, especially</a:t>
            </a:r>
          </a:p>
          <a:p>
            <a:pPr algn="l"/>
            <a:r>
              <a:rPr lang="en-US" dirty="0"/>
              <a:t>at 24-hour intervals, which will be</a:t>
            </a:r>
          </a:p>
          <a:p>
            <a:pPr algn="l"/>
            <a:r>
              <a:rPr lang="en-US" dirty="0"/>
              <a:t>leveraged for feature lags.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0" name="Google Shape;4370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1" name="Google Shape;4371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7" name="Google Shape;4427;gbd6c00e730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8" name="Google Shape;4428;gbd6c00e730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9">
          <a:extLst>
            <a:ext uri="{FF2B5EF4-FFF2-40B4-BE49-F238E27FC236}">
              <a16:creationId xmlns:a16="http://schemas.microsoft.com/office/drawing/2014/main" id="{5E687587-1B9E-0D9F-AD6A-112979D5E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0" name="Google Shape;4590;g100ea2c326c_0_14:notes">
            <a:extLst>
              <a:ext uri="{FF2B5EF4-FFF2-40B4-BE49-F238E27FC236}">
                <a16:creationId xmlns:a16="http://schemas.microsoft.com/office/drawing/2014/main" id="{F7931450-F26D-5448-AEA8-C153418B9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1" name="Google Shape;4591;g100ea2c326c_0_14:notes">
            <a:extLst>
              <a:ext uri="{FF2B5EF4-FFF2-40B4-BE49-F238E27FC236}">
                <a16:creationId xmlns:a16="http://schemas.microsoft.com/office/drawing/2014/main" id="{AEBBE36F-8FA8-ABF5-1E45-933E8F830C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1322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8">
          <a:extLst>
            <a:ext uri="{FF2B5EF4-FFF2-40B4-BE49-F238E27FC236}">
              <a16:creationId xmlns:a16="http://schemas.microsoft.com/office/drawing/2014/main" id="{16479643-C400-F55B-DF0C-E0720FE0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9" name="Google Shape;4609;g100ea2c326c_0_18:notes">
            <a:extLst>
              <a:ext uri="{FF2B5EF4-FFF2-40B4-BE49-F238E27FC236}">
                <a16:creationId xmlns:a16="http://schemas.microsoft.com/office/drawing/2014/main" id="{12024A55-3290-9283-6AFA-B41B56CF2F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0" name="Google Shape;4610;g100ea2c326c_0_18:notes">
            <a:extLst>
              <a:ext uri="{FF2B5EF4-FFF2-40B4-BE49-F238E27FC236}">
                <a16:creationId xmlns:a16="http://schemas.microsoft.com/office/drawing/2014/main" id="{A64C9FA1-A1E0-4571-EF12-2F89044112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Additive seasonal decomposition reveals a dominant 24-hour cycle. The trend component shows long-term annual fluctuations.</a:t>
            </a:r>
          </a:p>
          <a:p>
            <a:r>
              <a:rPr lang="en-US" dirty="0"/>
              <a:t>Stationarity checks and Autocorrelation (ACF) confirm strong periodicities at 24h and 48h lags, validating our use of long-term lags as high-value predictors.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6882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6">
          <a:extLst>
            <a:ext uri="{FF2B5EF4-FFF2-40B4-BE49-F238E27FC236}">
              <a16:creationId xmlns:a16="http://schemas.microsoft.com/office/drawing/2014/main" id="{7CD995DF-211F-260E-806E-9C83DD213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7" name="Google Shape;4427;gbd6c00e730_0_143:notes">
            <a:extLst>
              <a:ext uri="{FF2B5EF4-FFF2-40B4-BE49-F238E27FC236}">
                <a16:creationId xmlns:a16="http://schemas.microsoft.com/office/drawing/2014/main" id="{54150D62-25AA-A952-A93C-0C2F0AB8A6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8" name="Google Shape;4428;gbd6c00e730_0_143:notes">
            <a:extLst>
              <a:ext uri="{FF2B5EF4-FFF2-40B4-BE49-F238E27FC236}">
                <a16:creationId xmlns:a16="http://schemas.microsoft.com/office/drawing/2014/main" id="{893F6D4A-C570-6803-6693-4A789B5B15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Traditional random CV is unsuitable for time series. We implemented a 5-fold </a:t>
            </a:r>
            <a:r>
              <a:rPr lang="en-US" dirty="0" err="1"/>
              <a:t>TimeSeriesSplit</a:t>
            </a:r>
            <a:r>
              <a:rPr lang="en-US" dirty="0"/>
              <a:t> with an expanding window.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This ensures the model is always trained on the past and validated on the "future," simulating real-world deployment performance.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IMP NOTE: MENTION STANDARDSCALER AS WELL – ‘it is not mentioned here but Standard Scaler is also used to……’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50266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8">
          <a:extLst>
            <a:ext uri="{FF2B5EF4-FFF2-40B4-BE49-F238E27FC236}">
              <a16:creationId xmlns:a16="http://schemas.microsoft.com/office/drawing/2014/main" id="{4AC3E9CE-1057-BC2C-AAE7-558992DBE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9" name="Google Shape;4609;g100ea2c326c_0_18:notes">
            <a:extLst>
              <a:ext uri="{FF2B5EF4-FFF2-40B4-BE49-F238E27FC236}">
                <a16:creationId xmlns:a16="http://schemas.microsoft.com/office/drawing/2014/main" id="{891FB23D-607B-A562-23DD-65308EE732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0" name="Google Shape;4610;g100ea2c326c_0_18:notes">
            <a:extLst>
              <a:ext uri="{FF2B5EF4-FFF2-40B4-BE49-F238E27FC236}">
                <a16:creationId xmlns:a16="http://schemas.microsoft.com/office/drawing/2014/main" id="{0C3026BC-CD4D-87C6-9CA7-170E6C9C26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47313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4">
          <a:extLst>
            <a:ext uri="{FF2B5EF4-FFF2-40B4-BE49-F238E27FC236}">
              <a16:creationId xmlns:a16="http://schemas.microsoft.com/office/drawing/2014/main" id="{9F13E5E8-A934-89FF-5F7E-3CA69DB89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" name="Google Shape;4495;gbd6c00e730_0_122:notes">
            <a:extLst>
              <a:ext uri="{FF2B5EF4-FFF2-40B4-BE49-F238E27FC236}">
                <a16:creationId xmlns:a16="http://schemas.microsoft.com/office/drawing/2014/main" id="{B1342E58-80EF-D4B5-9DC6-0068D206FE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6" name="Google Shape;4496;gbd6c00e730_0_122:notes">
            <a:extLst>
              <a:ext uri="{FF2B5EF4-FFF2-40B4-BE49-F238E27FC236}">
                <a16:creationId xmlns:a16="http://schemas.microsoft.com/office/drawing/2014/main" id="{7500699D-BA7B-24E5-EDD6-ADBAD14493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Utilized Persistence baseline where T(t+24) is predicted as T(t). </a:t>
            </a:r>
          </a:p>
          <a:p>
            <a:pPr marL="158750" indent="0" algn="l">
              <a:buNone/>
            </a:pPr>
            <a:r>
              <a:rPr lang="en-US" dirty="0"/>
              <a:t>Our advanced ML models aim to minimize this error significantly by capturing complex non-linear meteorological interactions.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64069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8">
          <a:extLst>
            <a:ext uri="{FF2B5EF4-FFF2-40B4-BE49-F238E27FC236}">
              <a16:creationId xmlns:a16="http://schemas.microsoft.com/office/drawing/2014/main" id="{316FEF05-C20F-F28F-BBE1-694E70FEC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9" name="Google Shape;4559;gcc98d9fb70_8_1:notes">
            <a:extLst>
              <a:ext uri="{FF2B5EF4-FFF2-40B4-BE49-F238E27FC236}">
                <a16:creationId xmlns:a16="http://schemas.microsoft.com/office/drawing/2014/main" id="{A95E7121-14B0-AC4D-002F-CF5CF18E5D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0" name="Google Shape;4560;gcc98d9fb70_8_1:notes">
            <a:extLst>
              <a:ext uri="{FF2B5EF4-FFF2-40B4-BE49-F238E27FC236}">
                <a16:creationId xmlns:a16="http://schemas.microsoft.com/office/drawing/2014/main" id="{F290B828-1561-0E92-0282-2C14B2303B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dirty="0" err="1"/>
              <a:t>Optuna</a:t>
            </a:r>
            <a:r>
              <a:rPr lang="en-US" dirty="0"/>
              <a:t> with Tree-structured Parzen Estimator (TPE) sampler to search for optimal boosting parameters. After 50 trials, the search significantly lowered the CV RMSE, finding the perfect balance between </a:t>
            </a:r>
            <a:r>
              <a:rPr lang="en-US" dirty="0" err="1"/>
              <a:t>max_depth</a:t>
            </a:r>
            <a:r>
              <a:rPr lang="en-US" dirty="0"/>
              <a:t>, learning rate, and regularization (Alpha/Lambda).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80324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4" name="Google Shape;4584;g100ea2c326c_0_24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5" name="Google Shape;4585;g100ea2c326c_0_24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9">
          <a:extLst>
            <a:ext uri="{FF2B5EF4-FFF2-40B4-BE49-F238E27FC236}">
              <a16:creationId xmlns:a16="http://schemas.microsoft.com/office/drawing/2014/main" id="{95ACEA53-2359-5B6B-9C39-FB940A4F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0" name="Google Shape;4590;g100ea2c326c_0_14:notes">
            <a:extLst>
              <a:ext uri="{FF2B5EF4-FFF2-40B4-BE49-F238E27FC236}">
                <a16:creationId xmlns:a16="http://schemas.microsoft.com/office/drawing/2014/main" id="{79786AAB-9DF3-8774-C3DA-E626E1E25A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1" name="Google Shape;4591;g100ea2c326c_0_14:notes">
            <a:extLst>
              <a:ext uri="{FF2B5EF4-FFF2-40B4-BE49-F238E27FC236}">
                <a16:creationId xmlns:a16="http://schemas.microsoft.com/office/drawing/2014/main" id="{D73DE3E3-C41B-53A8-68C0-71269BC9F2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Based on our results, </a:t>
            </a:r>
            <a:r>
              <a:rPr lang="en-US" dirty="0" err="1"/>
              <a:t>LightGBM</a:t>
            </a:r>
            <a:r>
              <a:rPr lang="en-US" dirty="0"/>
              <a:t> emerged as the superior model, achieving a 2.926 RMSE and significantly outperforming the persistence baseline by over 33%. The integration of advanced feature engineering and </a:t>
            </a:r>
            <a:r>
              <a:rPr lang="en-US" dirty="0" err="1"/>
              <a:t>Optuna</a:t>
            </a:r>
            <a:r>
              <a:rPr lang="en-US" dirty="0"/>
              <a:t> optimization proved essential in capturing the complex daily and annual patterns of the Jena Climate dataset. Ultimately, this project establishes a robust, leakage-safe pipeline for high-accuracy temperature forecasting in IoT applications.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94274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2">
          <a:extLst>
            <a:ext uri="{FF2B5EF4-FFF2-40B4-BE49-F238E27FC236}">
              <a16:creationId xmlns:a16="http://schemas.microsoft.com/office/drawing/2014/main" id="{3AB5B475-E658-6D92-1937-1FCE12F16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3" name="Google Shape;4473;g99f2f57a71_0_115:notes">
            <a:extLst>
              <a:ext uri="{FF2B5EF4-FFF2-40B4-BE49-F238E27FC236}">
                <a16:creationId xmlns:a16="http://schemas.microsoft.com/office/drawing/2014/main" id="{EB6C01C3-07D6-3F15-C471-93968A537A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4" name="Google Shape;4474;g99f2f57a71_0_115:notes">
            <a:extLst>
              <a:ext uri="{FF2B5EF4-FFF2-40B4-BE49-F238E27FC236}">
                <a16:creationId xmlns:a16="http://schemas.microsoft.com/office/drawing/2014/main" id="{D712A2B1-D019-BF1F-C0EC-8FB12A6F94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531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 rot="10800000" flipH="1">
            <a:off x="4945033" y="3106601"/>
            <a:ext cx="4198961" cy="2036907"/>
            <a:chOff x="4643125" y="3610400"/>
            <a:chExt cx="2050875" cy="994875"/>
          </a:xfrm>
        </p:grpSpPr>
        <p:sp>
          <p:nvSpPr>
            <p:cNvPr id="10" name="Google Shape;10;p2"/>
            <p:cNvSpPr/>
            <p:nvPr/>
          </p:nvSpPr>
          <p:spPr>
            <a:xfrm>
              <a:off x="5600100" y="3665175"/>
              <a:ext cx="147050" cy="30375"/>
            </a:xfrm>
            <a:custGeom>
              <a:avLst/>
              <a:gdLst/>
              <a:ahLst/>
              <a:cxnLst/>
              <a:rect l="l" t="t" r="r" b="b"/>
              <a:pathLst>
                <a:path w="5882" h="1215" extrusionOk="0">
                  <a:moveTo>
                    <a:pt x="5810" y="0"/>
                  </a:moveTo>
                  <a:lnTo>
                    <a:pt x="72" y="905"/>
                  </a:lnTo>
                  <a:lnTo>
                    <a:pt x="0" y="1214"/>
                  </a:lnTo>
                  <a:lnTo>
                    <a:pt x="5882" y="286"/>
                  </a:lnTo>
                  <a:cubicBezTo>
                    <a:pt x="5834" y="191"/>
                    <a:pt x="5799" y="107"/>
                    <a:pt x="581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504550" y="3688675"/>
              <a:ext cx="89625" cy="20275"/>
            </a:xfrm>
            <a:custGeom>
              <a:avLst/>
              <a:gdLst/>
              <a:ahLst/>
              <a:cxnLst/>
              <a:rect l="l" t="t" r="r" b="b"/>
              <a:pathLst>
                <a:path w="3585" h="811" extrusionOk="0">
                  <a:moveTo>
                    <a:pt x="3584" y="1"/>
                  </a:moveTo>
                  <a:lnTo>
                    <a:pt x="0" y="560"/>
                  </a:lnTo>
                  <a:lnTo>
                    <a:pt x="0" y="655"/>
                  </a:lnTo>
                  <a:lnTo>
                    <a:pt x="262" y="810"/>
                  </a:lnTo>
                  <a:lnTo>
                    <a:pt x="3513" y="310"/>
                  </a:lnTo>
                  <a:lnTo>
                    <a:pt x="358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497700" y="3708925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0" y="0"/>
                  </a:moveTo>
                  <a:cubicBezTo>
                    <a:pt x="0" y="0"/>
                    <a:pt x="0" y="24"/>
                    <a:pt x="0" y="0"/>
                  </a:cubicBezTo>
                  <a:cubicBezTo>
                    <a:pt x="0" y="24"/>
                    <a:pt x="0" y="24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498600" y="37101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497400" y="370892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2" y="0"/>
                    <a:pt x="12" y="0"/>
                    <a:pt x="1" y="0"/>
                  </a:cubicBezTo>
                  <a:cubicBezTo>
                    <a:pt x="12" y="0"/>
                    <a:pt x="12" y="0"/>
                    <a:pt x="1" y="0"/>
                  </a:cubicBezTo>
                  <a:cubicBezTo>
                    <a:pt x="12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498000" y="3709525"/>
              <a:ext cx="925" cy="300"/>
            </a:xfrm>
            <a:custGeom>
              <a:avLst/>
              <a:gdLst/>
              <a:ahLst/>
              <a:cxnLst/>
              <a:rect l="l" t="t" r="r" b="b"/>
              <a:pathLst>
                <a:path w="37" h="12" extrusionOk="0">
                  <a:moveTo>
                    <a:pt x="0" y="0"/>
                  </a:moveTo>
                  <a:cubicBezTo>
                    <a:pt x="0" y="12"/>
                    <a:pt x="24" y="12"/>
                    <a:pt x="36" y="12"/>
                  </a:cubicBezTo>
                  <a:lnTo>
                    <a:pt x="36" y="12"/>
                  </a:lnTo>
                  <a:cubicBezTo>
                    <a:pt x="24" y="12"/>
                    <a:pt x="0" y="12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497100" y="370712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"/>
                  </a:moveTo>
                  <a:cubicBezTo>
                    <a:pt x="1" y="13"/>
                    <a:pt x="1" y="13"/>
                    <a:pt x="1" y="1"/>
                  </a:cubicBezTo>
                  <a:lnTo>
                    <a:pt x="1" y="13"/>
                  </a:lnTo>
                  <a:lnTo>
                    <a:pt x="1" y="13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695050" y="3824700"/>
              <a:ext cx="212250" cy="130700"/>
            </a:xfrm>
            <a:custGeom>
              <a:avLst/>
              <a:gdLst/>
              <a:ahLst/>
              <a:cxnLst/>
              <a:rect l="l" t="t" r="r" b="b"/>
              <a:pathLst>
                <a:path w="8490" h="5228" extrusionOk="0">
                  <a:moveTo>
                    <a:pt x="298" y="1"/>
                  </a:moveTo>
                  <a:lnTo>
                    <a:pt x="0" y="167"/>
                  </a:lnTo>
                  <a:lnTo>
                    <a:pt x="8370" y="5228"/>
                  </a:lnTo>
                  <a:cubicBezTo>
                    <a:pt x="8382" y="5132"/>
                    <a:pt x="8430" y="5061"/>
                    <a:pt x="8489" y="4989"/>
                  </a:cubicBezTo>
                  <a:lnTo>
                    <a:pt x="8466" y="4930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583725" y="3754175"/>
              <a:ext cx="111650" cy="70250"/>
            </a:xfrm>
            <a:custGeom>
              <a:avLst/>
              <a:gdLst/>
              <a:ahLst/>
              <a:cxnLst/>
              <a:rect l="l" t="t" r="r" b="b"/>
              <a:pathLst>
                <a:path w="4466" h="2810" extrusionOk="0">
                  <a:moveTo>
                    <a:pt x="72" y="0"/>
                  </a:moveTo>
                  <a:lnTo>
                    <a:pt x="0" y="298"/>
                  </a:lnTo>
                  <a:lnTo>
                    <a:pt x="4168" y="2810"/>
                  </a:lnTo>
                  <a:lnTo>
                    <a:pt x="4465" y="2643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498600" y="3705050"/>
              <a:ext cx="80375" cy="52400"/>
            </a:xfrm>
            <a:custGeom>
              <a:avLst/>
              <a:gdLst/>
              <a:ahLst/>
              <a:cxnLst/>
              <a:rect l="l" t="t" r="r" b="b"/>
              <a:pathLst>
                <a:path w="3215" h="2096" extrusionOk="0">
                  <a:moveTo>
                    <a:pt x="0" y="203"/>
                  </a:moveTo>
                  <a:cubicBezTo>
                    <a:pt x="18" y="212"/>
                    <a:pt x="44" y="228"/>
                    <a:pt x="65" y="235"/>
                  </a:cubicBezTo>
                  <a:lnTo>
                    <a:pt x="65" y="235"/>
                  </a:lnTo>
                  <a:lnTo>
                    <a:pt x="12" y="203"/>
                  </a:lnTo>
                  <a:close/>
                  <a:moveTo>
                    <a:pt x="238" y="0"/>
                  </a:moveTo>
                  <a:lnTo>
                    <a:pt x="238" y="84"/>
                  </a:lnTo>
                  <a:cubicBezTo>
                    <a:pt x="238" y="155"/>
                    <a:pt x="179" y="239"/>
                    <a:pt x="84" y="239"/>
                  </a:cubicBezTo>
                  <a:cubicBezTo>
                    <a:pt x="78" y="239"/>
                    <a:pt x="72" y="237"/>
                    <a:pt x="65" y="235"/>
                  </a:cubicBezTo>
                  <a:lnTo>
                    <a:pt x="65" y="235"/>
                  </a:lnTo>
                  <a:lnTo>
                    <a:pt x="3132" y="2096"/>
                  </a:lnTo>
                  <a:lnTo>
                    <a:pt x="3215" y="1798"/>
                  </a:lnTo>
                  <a:lnTo>
                    <a:pt x="500" y="155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497100" y="3708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498600" y="37101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497700" y="37089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643125" y="3610700"/>
              <a:ext cx="30400" cy="48250"/>
            </a:xfrm>
            <a:custGeom>
              <a:avLst/>
              <a:gdLst/>
              <a:ahLst/>
              <a:cxnLst/>
              <a:rect l="l" t="t" r="r" b="b"/>
              <a:pathLst>
                <a:path w="1216" h="1930" extrusionOk="0">
                  <a:moveTo>
                    <a:pt x="1" y="0"/>
                  </a:moveTo>
                  <a:lnTo>
                    <a:pt x="953" y="1929"/>
                  </a:lnTo>
                  <a:lnTo>
                    <a:pt x="1215" y="1810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743450" y="3642850"/>
              <a:ext cx="94675" cy="72950"/>
            </a:xfrm>
            <a:custGeom>
              <a:avLst/>
              <a:gdLst/>
              <a:ahLst/>
              <a:cxnLst/>
              <a:rect l="l" t="t" r="r" b="b"/>
              <a:pathLst>
                <a:path w="3787" h="2918" extrusionOk="0">
                  <a:moveTo>
                    <a:pt x="179" y="0"/>
                  </a:moveTo>
                  <a:cubicBezTo>
                    <a:pt x="155" y="107"/>
                    <a:pt x="95" y="179"/>
                    <a:pt x="0" y="238"/>
                  </a:cubicBezTo>
                  <a:lnTo>
                    <a:pt x="3627" y="2879"/>
                  </a:lnTo>
                  <a:lnTo>
                    <a:pt x="3627" y="2879"/>
                  </a:lnTo>
                  <a:cubicBezTo>
                    <a:pt x="3622" y="2872"/>
                    <a:pt x="3620" y="2864"/>
                    <a:pt x="3620" y="2858"/>
                  </a:cubicBezTo>
                  <a:cubicBezTo>
                    <a:pt x="3596" y="2786"/>
                    <a:pt x="3631" y="2691"/>
                    <a:pt x="3715" y="2667"/>
                  </a:cubicBezTo>
                  <a:lnTo>
                    <a:pt x="3786" y="2631"/>
                  </a:lnTo>
                  <a:lnTo>
                    <a:pt x="179" y="0"/>
                  </a:lnTo>
                  <a:close/>
                  <a:moveTo>
                    <a:pt x="3627" y="2879"/>
                  </a:moveTo>
                  <a:lnTo>
                    <a:pt x="3627" y="2879"/>
                  </a:lnTo>
                  <a:cubicBezTo>
                    <a:pt x="3638" y="2898"/>
                    <a:pt x="3662" y="2917"/>
                    <a:pt x="3679" y="2917"/>
                  </a:cubicBezTo>
                  <a:lnTo>
                    <a:pt x="3627" y="2879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835125" y="3716075"/>
              <a:ext cx="600" cy="300"/>
            </a:xfrm>
            <a:custGeom>
              <a:avLst/>
              <a:gdLst/>
              <a:ahLst/>
              <a:cxnLst/>
              <a:rect l="l" t="t" r="r" b="b"/>
              <a:pathLst>
                <a:path w="24" h="12" extrusionOk="0">
                  <a:moveTo>
                    <a:pt x="0" y="0"/>
                  </a:moveTo>
                  <a:cubicBezTo>
                    <a:pt x="12" y="0"/>
                    <a:pt x="12" y="12"/>
                    <a:pt x="24" y="12"/>
                  </a:cubicBezTo>
                  <a:cubicBezTo>
                    <a:pt x="12" y="12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4833325" y="3649975"/>
              <a:ext cx="176825" cy="67000"/>
            </a:xfrm>
            <a:custGeom>
              <a:avLst/>
              <a:gdLst/>
              <a:ahLst/>
              <a:cxnLst/>
              <a:rect l="l" t="t" r="r" b="b"/>
              <a:pathLst>
                <a:path w="7073" h="2680" extrusionOk="0">
                  <a:moveTo>
                    <a:pt x="7049" y="1"/>
                  </a:moveTo>
                  <a:lnTo>
                    <a:pt x="191" y="2358"/>
                  </a:lnTo>
                  <a:lnTo>
                    <a:pt x="120" y="2394"/>
                  </a:lnTo>
                  <a:cubicBezTo>
                    <a:pt x="36" y="2418"/>
                    <a:pt x="1" y="2501"/>
                    <a:pt x="25" y="2584"/>
                  </a:cubicBezTo>
                  <a:cubicBezTo>
                    <a:pt x="36" y="2620"/>
                    <a:pt x="60" y="2644"/>
                    <a:pt x="84" y="2656"/>
                  </a:cubicBezTo>
                  <a:cubicBezTo>
                    <a:pt x="96" y="2656"/>
                    <a:pt x="96" y="2680"/>
                    <a:pt x="120" y="2680"/>
                  </a:cubicBezTo>
                  <a:lnTo>
                    <a:pt x="215" y="2680"/>
                  </a:lnTo>
                  <a:lnTo>
                    <a:pt x="7073" y="310"/>
                  </a:lnTo>
                  <a:cubicBezTo>
                    <a:pt x="7025" y="239"/>
                    <a:pt x="7002" y="156"/>
                    <a:pt x="7025" y="72"/>
                  </a:cubicBezTo>
                  <a:cubicBezTo>
                    <a:pt x="7025" y="37"/>
                    <a:pt x="7037" y="25"/>
                    <a:pt x="704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694925" y="3610700"/>
              <a:ext cx="34250" cy="24725"/>
            </a:xfrm>
            <a:custGeom>
              <a:avLst/>
              <a:gdLst/>
              <a:ahLst/>
              <a:cxnLst/>
              <a:rect l="l" t="t" r="r" b="b"/>
              <a:pathLst>
                <a:path w="1370" h="989" extrusionOk="0">
                  <a:moveTo>
                    <a:pt x="0" y="0"/>
                  </a:moveTo>
                  <a:lnTo>
                    <a:pt x="1119" y="988"/>
                  </a:lnTo>
                  <a:lnTo>
                    <a:pt x="1262" y="929"/>
                  </a:lnTo>
                  <a:cubicBezTo>
                    <a:pt x="1274" y="881"/>
                    <a:pt x="1322" y="834"/>
                    <a:pt x="1370" y="798"/>
                  </a:cubicBezTo>
                  <a:lnTo>
                    <a:pt x="44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663675" y="3633900"/>
              <a:ext cx="62525" cy="32775"/>
            </a:xfrm>
            <a:custGeom>
              <a:avLst/>
              <a:gdLst/>
              <a:ahLst/>
              <a:cxnLst/>
              <a:rect l="l" t="t" r="r" b="b"/>
              <a:pathLst>
                <a:path w="2501" h="1311" extrusionOk="0">
                  <a:moveTo>
                    <a:pt x="2500" y="1"/>
                  </a:moveTo>
                  <a:lnTo>
                    <a:pt x="2358" y="60"/>
                  </a:lnTo>
                  <a:lnTo>
                    <a:pt x="381" y="894"/>
                  </a:lnTo>
                  <a:lnTo>
                    <a:pt x="119" y="1013"/>
                  </a:lnTo>
                  <a:lnTo>
                    <a:pt x="95" y="1025"/>
                  </a:lnTo>
                  <a:cubicBezTo>
                    <a:pt x="24" y="1061"/>
                    <a:pt x="0" y="1144"/>
                    <a:pt x="24" y="1215"/>
                  </a:cubicBezTo>
                  <a:cubicBezTo>
                    <a:pt x="36" y="1251"/>
                    <a:pt x="60" y="1263"/>
                    <a:pt x="72" y="1275"/>
                  </a:cubicBezTo>
                  <a:cubicBezTo>
                    <a:pt x="95" y="1299"/>
                    <a:pt x="119" y="1311"/>
                    <a:pt x="143" y="1311"/>
                  </a:cubicBezTo>
                  <a:cubicBezTo>
                    <a:pt x="131" y="1263"/>
                    <a:pt x="119" y="1215"/>
                    <a:pt x="131" y="1156"/>
                  </a:cubicBezTo>
                  <a:cubicBezTo>
                    <a:pt x="142" y="1040"/>
                    <a:pt x="245" y="961"/>
                    <a:pt x="352" y="961"/>
                  </a:cubicBezTo>
                  <a:cubicBezTo>
                    <a:pt x="366" y="961"/>
                    <a:pt x="379" y="963"/>
                    <a:pt x="393" y="965"/>
                  </a:cubicBezTo>
                  <a:cubicBezTo>
                    <a:pt x="488" y="977"/>
                    <a:pt x="560" y="1061"/>
                    <a:pt x="572" y="1132"/>
                  </a:cubicBezTo>
                  <a:lnTo>
                    <a:pt x="2453" y="346"/>
                  </a:lnTo>
                  <a:cubicBezTo>
                    <a:pt x="2453" y="287"/>
                    <a:pt x="2441" y="203"/>
                    <a:pt x="2453" y="132"/>
                  </a:cubicBezTo>
                  <a:cubicBezTo>
                    <a:pt x="2453" y="84"/>
                    <a:pt x="2477" y="49"/>
                    <a:pt x="250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740175" y="3610700"/>
              <a:ext cx="60725" cy="22925"/>
            </a:xfrm>
            <a:custGeom>
              <a:avLst/>
              <a:gdLst/>
              <a:ahLst/>
              <a:cxnLst/>
              <a:rect l="l" t="t" r="r" b="b"/>
              <a:pathLst>
                <a:path w="2429" h="917" extrusionOk="0">
                  <a:moveTo>
                    <a:pt x="1667" y="0"/>
                  </a:moveTo>
                  <a:lnTo>
                    <a:pt x="0" y="703"/>
                  </a:lnTo>
                  <a:cubicBezTo>
                    <a:pt x="107" y="738"/>
                    <a:pt x="214" y="810"/>
                    <a:pt x="274" y="917"/>
                  </a:cubicBezTo>
                  <a:lnTo>
                    <a:pt x="242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999125" y="3610700"/>
              <a:ext cx="19375" cy="36925"/>
            </a:xfrm>
            <a:custGeom>
              <a:avLst/>
              <a:gdLst/>
              <a:ahLst/>
              <a:cxnLst/>
              <a:rect l="l" t="t" r="r" b="b"/>
              <a:pathLst>
                <a:path w="775" h="1477" extrusionOk="0">
                  <a:moveTo>
                    <a:pt x="0" y="0"/>
                  </a:moveTo>
                  <a:lnTo>
                    <a:pt x="477" y="1477"/>
                  </a:lnTo>
                  <a:cubicBezTo>
                    <a:pt x="526" y="1437"/>
                    <a:pt x="584" y="1414"/>
                    <a:pt x="656" y="1414"/>
                  </a:cubicBezTo>
                  <a:cubicBezTo>
                    <a:pt x="671" y="1414"/>
                    <a:pt x="687" y="1415"/>
                    <a:pt x="703" y="1417"/>
                  </a:cubicBezTo>
                  <a:cubicBezTo>
                    <a:pt x="727" y="1417"/>
                    <a:pt x="762" y="1429"/>
                    <a:pt x="774" y="1453"/>
                  </a:cubicBezTo>
                  <a:lnTo>
                    <a:pt x="31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014900" y="3656825"/>
              <a:ext cx="92900" cy="270000"/>
            </a:xfrm>
            <a:custGeom>
              <a:avLst/>
              <a:gdLst/>
              <a:ahLst/>
              <a:cxnLst/>
              <a:rect l="l" t="t" r="r" b="b"/>
              <a:pathLst>
                <a:path w="3716" h="10800" extrusionOk="0">
                  <a:moveTo>
                    <a:pt x="239" y="1"/>
                  </a:moveTo>
                  <a:cubicBezTo>
                    <a:pt x="187" y="74"/>
                    <a:pt x="116" y="110"/>
                    <a:pt x="36" y="110"/>
                  </a:cubicBezTo>
                  <a:cubicBezTo>
                    <a:pt x="24" y="110"/>
                    <a:pt x="12" y="109"/>
                    <a:pt x="1" y="108"/>
                  </a:cubicBezTo>
                  <a:lnTo>
                    <a:pt x="1" y="108"/>
                  </a:lnTo>
                  <a:lnTo>
                    <a:pt x="3430" y="10800"/>
                  </a:lnTo>
                  <a:cubicBezTo>
                    <a:pt x="3513" y="10740"/>
                    <a:pt x="3608" y="10704"/>
                    <a:pt x="3715" y="10704"/>
                  </a:cubicBezTo>
                  <a:lnTo>
                    <a:pt x="274" y="24"/>
                  </a:lnTo>
                  <a:cubicBezTo>
                    <a:pt x="262" y="24"/>
                    <a:pt x="251" y="1"/>
                    <a:pt x="23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021150" y="3610400"/>
              <a:ext cx="159875" cy="46900"/>
            </a:xfrm>
            <a:custGeom>
              <a:avLst/>
              <a:gdLst/>
              <a:ahLst/>
              <a:cxnLst/>
              <a:rect l="l" t="t" r="r" b="b"/>
              <a:pathLst>
                <a:path w="6395" h="1876" extrusionOk="0">
                  <a:moveTo>
                    <a:pt x="5370" y="0"/>
                  </a:moveTo>
                  <a:lnTo>
                    <a:pt x="60" y="1584"/>
                  </a:lnTo>
                  <a:lnTo>
                    <a:pt x="36" y="1584"/>
                  </a:lnTo>
                  <a:lnTo>
                    <a:pt x="48" y="1739"/>
                  </a:lnTo>
                  <a:cubicBezTo>
                    <a:pt x="48" y="1786"/>
                    <a:pt x="12" y="1822"/>
                    <a:pt x="1" y="1846"/>
                  </a:cubicBezTo>
                  <a:cubicBezTo>
                    <a:pt x="12" y="1858"/>
                    <a:pt x="24" y="1858"/>
                    <a:pt x="48" y="1858"/>
                  </a:cubicBezTo>
                  <a:cubicBezTo>
                    <a:pt x="60" y="1870"/>
                    <a:pt x="75" y="1876"/>
                    <a:pt x="90" y="1876"/>
                  </a:cubicBezTo>
                  <a:cubicBezTo>
                    <a:pt x="105" y="1876"/>
                    <a:pt x="120" y="1870"/>
                    <a:pt x="132" y="1858"/>
                  </a:cubicBezTo>
                  <a:lnTo>
                    <a:pt x="639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109250" y="3610700"/>
              <a:ext cx="133375" cy="317625"/>
            </a:xfrm>
            <a:custGeom>
              <a:avLst/>
              <a:gdLst/>
              <a:ahLst/>
              <a:cxnLst/>
              <a:rect l="l" t="t" r="r" b="b"/>
              <a:pathLst>
                <a:path w="5335" h="12705" extrusionOk="0">
                  <a:moveTo>
                    <a:pt x="5013" y="0"/>
                  </a:moveTo>
                  <a:lnTo>
                    <a:pt x="1" y="12561"/>
                  </a:lnTo>
                  <a:lnTo>
                    <a:pt x="13" y="12561"/>
                  </a:lnTo>
                  <a:cubicBezTo>
                    <a:pt x="120" y="12585"/>
                    <a:pt x="203" y="12621"/>
                    <a:pt x="275" y="12704"/>
                  </a:cubicBezTo>
                  <a:lnTo>
                    <a:pt x="533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497100" y="3610700"/>
              <a:ext cx="7475" cy="100325"/>
            </a:xfrm>
            <a:custGeom>
              <a:avLst/>
              <a:gdLst/>
              <a:ahLst/>
              <a:cxnLst/>
              <a:rect l="l" t="t" r="r" b="b"/>
              <a:pathLst>
                <a:path w="299" h="4013" extrusionOk="0">
                  <a:moveTo>
                    <a:pt x="1" y="0"/>
                  </a:moveTo>
                  <a:lnTo>
                    <a:pt x="1" y="3858"/>
                  </a:lnTo>
                  <a:lnTo>
                    <a:pt x="1" y="3870"/>
                  </a:lnTo>
                  <a:lnTo>
                    <a:pt x="1" y="3882"/>
                  </a:lnTo>
                  <a:lnTo>
                    <a:pt x="1" y="3905"/>
                  </a:lnTo>
                  <a:lnTo>
                    <a:pt x="1" y="3917"/>
                  </a:lnTo>
                  <a:lnTo>
                    <a:pt x="1" y="3929"/>
                  </a:lnTo>
                  <a:lnTo>
                    <a:pt x="1" y="3953"/>
                  </a:lnTo>
                  <a:lnTo>
                    <a:pt x="1" y="3965"/>
                  </a:lnTo>
                  <a:cubicBezTo>
                    <a:pt x="1" y="3977"/>
                    <a:pt x="13" y="3977"/>
                    <a:pt x="24" y="3977"/>
                  </a:cubicBezTo>
                  <a:cubicBezTo>
                    <a:pt x="60" y="3989"/>
                    <a:pt x="84" y="4013"/>
                    <a:pt x="120" y="4013"/>
                  </a:cubicBezTo>
                  <a:cubicBezTo>
                    <a:pt x="239" y="4013"/>
                    <a:pt x="298" y="3929"/>
                    <a:pt x="298" y="3858"/>
                  </a:cubicBezTo>
                  <a:lnTo>
                    <a:pt x="298" y="3774"/>
                  </a:lnTo>
                  <a:lnTo>
                    <a:pt x="298" y="3679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539175" y="3610700"/>
              <a:ext cx="82375" cy="297075"/>
            </a:xfrm>
            <a:custGeom>
              <a:avLst/>
              <a:gdLst/>
              <a:ahLst/>
              <a:cxnLst/>
              <a:rect l="l" t="t" r="r" b="b"/>
              <a:pathLst>
                <a:path w="3295" h="11883" extrusionOk="0">
                  <a:moveTo>
                    <a:pt x="2997" y="0"/>
                  </a:moveTo>
                  <a:lnTo>
                    <a:pt x="2211" y="3120"/>
                  </a:lnTo>
                  <a:lnTo>
                    <a:pt x="2140" y="3429"/>
                  </a:lnTo>
                  <a:lnTo>
                    <a:pt x="1604" y="5572"/>
                  </a:lnTo>
                  <a:lnTo>
                    <a:pt x="1532" y="5870"/>
                  </a:lnTo>
                  <a:lnTo>
                    <a:pt x="30" y="11797"/>
                  </a:lnTo>
                  <a:lnTo>
                    <a:pt x="30" y="11797"/>
                  </a:lnTo>
                  <a:cubicBezTo>
                    <a:pt x="42" y="11783"/>
                    <a:pt x="59" y="11772"/>
                    <a:pt x="80" y="11764"/>
                  </a:cubicBezTo>
                  <a:lnTo>
                    <a:pt x="377" y="11597"/>
                  </a:lnTo>
                  <a:lnTo>
                    <a:pt x="1782" y="6037"/>
                  </a:lnTo>
                  <a:lnTo>
                    <a:pt x="1854" y="5739"/>
                  </a:lnTo>
                  <a:lnTo>
                    <a:pt x="2449" y="3382"/>
                  </a:lnTo>
                  <a:lnTo>
                    <a:pt x="2521" y="3072"/>
                  </a:lnTo>
                  <a:lnTo>
                    <a:pt x="3294" y="0"/>
                  </a:lnTo>
                  <a:close/>
                  <a:moveTo>
                    <a:pt x="30" y="11797"/>
                  </a:moveTo>
                  <a:cubicBezTo>
                    <a:pt x="8" y="11821"/>
                    <a:pt x="1" y="11852"/>
                    <a:pt x="8" y="11883"/>
                  </a:cubicBezTo>
                  <a:lnTo>
                    <a:pt x="30" y="11797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722725" y="3610700"/>
              <a:ext cx="32775" cy="47350"/>
            </a:xfrm>
            <a:custGeom>
              <a:avLst/>
              <a:gdLst/>
              <a:ahLst/>
              <a:cxnLst/>
              <a:rect l="l" t="t" r="r" b="b"/>
              <a:pathLst>
                <a:path w="1311" h="1894" extrusionOk="0">
                  <a:moveTo>
                    <a:pt x="1" y="0"/>
                  </a:moveTo>
                  <a:lnTo>
                    <a:pt x="1048" y="1893"/>
                  </a:lnTo>
                  <a:cubicBezTo>
                    <a:pt x="1120" y="1822"/>
                    <a:pt x="1215" y="1774"/>
                    <a:pt x="1310" y="1762"/>
                  </a:cubicBezTo>
                  <a:lnTo>
                    <a:pt x="34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59625" y="3674100"/>
              <a:ext cx="51525" cy="86350"/>
            </a:xfrm>
            <a:custGeom>
              <a:avLst/>
              <a:gdLst/>
              <a:ahLst/>
              <a:cxnLst/>
              <a:rect l="l" t="t" r="r" b="b"/>
              <a:pathLst>
                <a:path w="2061" h="3454" extrusionOk="0">
                  <a:moveTo>
                    <a:pt x="251" y="0"/>
                  </a:moveTo>
                  <a:cubicBezTo>
                    <a:pt x="191" y="72"/>
                    <a:pt x="108" y="131"/>
                    <a:pt x="1" y="143"/>
                  </a:cubicBezTo>
                  <a:lnTo>
                    <a:pt x="1799" y="3453"/>
                  </a:lnTo>
                  <a:lnTo>
                    <a:pt x="2061" y="3298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1425" y="3763100"/>
              <a:ext cx="102425" cy="186350"/>
            </a:xfrm>
            <a:custGeom>
              <a:avLst/>
              <a:gdLst/>
              <a:ahLst/>
              <a:cxnLst/>
              <a:rect l="l" t="t" r="r" b="b"/>
              <a:pathLst>
                <a:path w="4097" h="7454" extrusionOk="0">
                  <a:moveTo>
                    <a:pt x="120" y="0"/>
                  </a:moveTo>
                  <a:lnTo>
                    <a:pt x="1" y="84"/>
                  </a:lnTo>
                  <a:cubicBezTo>
                    <a:pt x="132" y="119"/>
                    <a:pt x="227" y="250"/>
                    <a:pt x="203" y="393"/>
                  </a:cubicBezTo>
                  <a:cubicBezTo>
                    <a:pt x="191" y="476"/>
                    <a:pt x="167" y="536"/>
                    <a:pt x="108" y="560"/>
                  </a:cubicBezTo>
                  <a:lnTo>
                    <a:pt x="3811" y="7394"/>
                  </a:lnTo>
                  <a:lnTo>
                    <a:pt x="3834" y="7453"/>
                  </a:lnTo>
                  <a:cubicBezTo>
                    <a:pt x="3894" y="7382"/>
                    <a:pt x="4001" y="7334"/>
                    <a:pt x="4096" y="7299"/>
                  </a:cubicBezTo>
                  <a:lnTo>
                    <a:pt x="12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767375" y="3647600"/>
              <a:ext cx="243200" cy="24725"/>
            </a:xfrm>
            <a:custGeom>
              <a:avLst/>
              <a:gdLst/>
              <a:ahLst/>
              <a:cxnLst/>
              <a:rect l="l" t="t" r="r" b="b"/>
              <a:pathLst>
                <a:path w="9728" h="989" extrusionOk="0">
                  <a:moveTo>
                    <a:pt x="9728" y="1"/>
                  </a:moveTo>
                  <a:lnTo>
                    <a:pt x="60" y="691"/>
                  </a:lnTo>
                  <a:cubicBezTo>
                    <a:pt x="84" y="727"/>
                    <a:pt x="84" y="774"/>
                    <a:pt x="60" y="822"/>
                  </a:cubicBezTo>
                  <a:cubicBezTo>
                    <a:pt x="48" y="882"/>
                    <a:pt x="36" y="929"/>
                    <a:pt x="1" y="965"/>
                  </a:cubicBezTo>
                  <a:cubicBezTo>
                    <a:pt x="12" y="965"/>
                    <a:pt x="36" y="989"/>
                    <a:pt x="60" y="989"/>
                  </a:cubicBezTo>
                  <a:lnTo>
                    <a:pt x="9097" y="346"/>
                  </a:lnTo>
                  <a:lnTo>
                    <a:pt x="972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011150" y="3652075"/>
              <a:ext cx="80100" cy="97650"/>
            </a:xfrm>
            <a:custGeom>
              <a:avLst/>
              <a:gdLst/>
              <a:ahLst/>
              <a:cxnLst/>
              <a:rect l="l" t="t" r="r" b="b"/>
              <a:pathLst>
                <a:path w="3204" h="3906" extrusionOk="0">
                  <a:moveTo>
                    <a:pt x="251" y="0"/>
                  </a:moveTo>
                  <a:lnTo>
                    <a:pt x="1" y="155"/>
                  </a:lnTo>
                  <a:lnTo>
                    <a:pt x="3013" y="3905"/>
                  </a:lnTo>
                  <a:lnTo>
                    <a:pt x="3204" y="3667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6091225" y="3749700"/>
              <a:ext cx="73550" cy="93200"/>
            </a:xfrm>
            <a:custGeom>
              <a:avLst/>
              <a:gdLst/>
              <a:ahLst/>
              <a:cxnLst/>
              <a:rect l="l" t="t" r="r" b="b"/>
              <a:pathLst>
                <a:path w="2942" h="3728" extrusionOk="0">
                  <a:moveTo>
                    <a:pt x="191" y="0"/>
                  </a:moveTo>
                  <a:lnTo>
                    <a:pt x="1" y="239"/>
                  </a:lnTo>
                  <a:lnTo>
                    <a:pt x="2810" y="3727"/>
                  </a:lnTo>
                  <a:cubicBezTo>
                    <a:pt x="2798" y="3691"/>
                    <a:pt x="2798" y="3656"/>
                    <a:pt x="2810" y="3608"/>
                  </a:cubicBezTo>
                  <a:cubicBezTo>
                    <a:pt x="2822" y="3525"/>
                    <a:pt x="2870" y="3465"/>
                    <a:pt x="2941" y="341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167125" y="3845850"/>
              <a:ext cx="108675" cy="131575"/>
            </a:xfrm>
            <a:custGeom>
              <a:avLst/>
              <a:gdLst/>
              <a:ahLst/>
              <a:cxnLst/>
              <a:rect l="l" t="t" r="r" b="b"/>
              <a:pathLst>
                <a:path w="4347" h="5263" extrusionOk="0">
                  <a:moveTo>
                    <a:pt x="263" y="0"/>
                  </a:moveTo>
                  <a:lnTo>
                    <a:pt x="215" y="36"/>
                  </a:lnTo>
                  <a:cubicBezTo>
                    <a:pt x="191" y="48"/>
                    <a:pt x="155" y="60"/>
                    <a:pt x="120" y="72"/>
                  </a:cubicBezTo>
                  <a:lnTo>
                    <a:pt x="1" y="131"/>
                  </a:lnTo>
                  <a:lnTo>
                    <a:pt x="4108" y="5263"/>
                  </a:lnTo>
                  <a:cubicBezTo>
                    <a:pt x="4168" y="5179"/>
                    <a:pt x="4251" y="5120"/>
                    <a:pt x="4346" y="5084"/>
                  </a:cubicBezTo>
                  <a:lnTo>
                    <a:pt x="26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539375" y="3610700"/>
              <a:ext cx="553650" cy="299750"/>
            </a:xfrm>
            <a:custGeom>
              <a:avLst/>
              <a:gdLst/>
              <a:ahLst/>
              <a:cxnLst/>
              <a:rect l="l" t="t" r="r" b="b"/>
              <a:pathLst>
                <a:path w="22146" h="11990" extrusionOk="0">
                  <a:moveTo>
                    <a:pt x="21539" y="0"/>
                  </a:moveTo>
                  <a:lnTo>
                    <a:pt x="18848" y="1477"/>
                  </a:lnTo>
                  <a:lnTo>
                    <a:pt x="18217" y="1822"/>
                  </a:lnTo>
                  <a:lnTo>
                    <a:pt x="10859" y="5834"/>
                  </a:lnTo>
                  <a:lnTo>
                    <a:pt x="10609" y="5989"/>
                  </a:lnTo>
                  <a:lnTo>
                    <a:pt x="6239" y="8382"/>
                  </a:lnTo>
                  <a:lnTo>
                    <a:pt x="5942" y="8549"/>
                  </a:lnTo>
                  <a:lnTo>
                    <a:pt x="369" y="11597"/>
                  </a:lnTo>
                  <a:lnTo>
                    <a:pt x="72" y="11764"/>
                  </a:lnTo>
                  <a:cubicBezTo>
                    <a:pt x="24" y="11787"/>
                    <a:pt x="0" y="11835"/>
                    <a:pt x="0" y="11895"/>
                  </a:cubicBezTo>
                  <a:lnTo>
                    <a:pt x="84" y="11895"/>
                  </a:lnTo>
                  <a:cubicBezTo>
                    <a:pt x="167" y="11906"/>
                    <a:pt x="238" y="11942"/>
                    <a:pt x="298" y="11990"/>
                  </a:cubicBezTo>
                  <a:lnTo>
                    <a:pt x="6251" y="8727"/>
                  </a:lnTo>
                  <a:lnTo>
                    <a:pt x="6549" y="8561"/>
                  </a:lnTo>
                  <a:lnTo>
                    <a:pt x="7073" y="8263"/>
                  </a:lnTo>
                  <a:lnTo>
                    <a:pt x="7073" y="8239"/>
                  </a:lnTo>
                  <a:cubicBezTo>
                    <a:pt x="7093" y="8105"/>
                    <a:pt x="7213" y="8006"/>
                    <a:pt x="7330" y="8006"/>
                  </a:cubicBezTo>
                  <a:cubicBezTo>
                    <a:pt x="7348" y="8006"/>
                    <a:pt x="7365" y="8008"/>
                    <a:pt x="7382" y="8013"/>
                  </a:cubicBezTo>
                  <a:cubicBezTo>
                    <a:pt x="7418" y="8013"/>
                    <a:pt x="7442" y="8025"/>
                    <a:pt x="7454" y="8037"/>
                  </a:cubicBezTo>
                  <a:lnTo>
                    <a:pt x="10537" y="6358"/>
                  </a:lnTo>
                  <a:cubicBezTo>
                    <a:pt x="10579" y="6244"/>
                    <a:pt x="10684" y="6175"/>
                    <a:pt x="10797" y="6175"/>
                  </a:cubicBezTo>
                  <a:cubicBezTo>
                    <a:pt x="10813" y="6175"/>
                    <a:pt x="10830" y="6176"/>
                    <a:pt x="10847" y="6180"/>
                  </a:cubicBezTo>
                  <a:lnTo>
                    <a:pt x="10859" y="6180"/>
                  </a:lnTo>
                  <a:lnTo>
                    <a:pt x="11002" y="6108"/>
                  </a:lnTo>
                  <a:lnTo>
                    <a:pt x="18860" y="1810"/>
                  </a:lnTo>
                  <a:lnTo>
                    <a:pt x="19122" y="1655"/>
                  </a:lnTo>
                  <a:lnTo>
                    <a:pt x="2214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10250" y="3967875"/>
              <a:ext cx="8650" cy="4525"/>
            </a:xfrm>
            <a:custGeom>
              <a:avLst/>
              <a:gdLst/>
              <a:ahLst/>
              <a:cxnLst/>
              <a:rect l="l" t="t" r="r" b="b"/>
              <a:pathLst>
                <a:path w="346" h="181" extrusionOk="0">
                  <a:moveTo>
                    <a:pt x="24" y="1"/>
                  </a:moveTo>
                  <a:lnTo>
                    <a:pt x="24" y="1"/>
                  </a:lnTo>
                  <a:cubicBezTo>
                    <a:pt x="1" y="60"/>
                    <a:pt x="24" y="120"/>
                    <a:pt x="60" y="155"/>
                  </a:cubicBezTo>
                  <a:cubicBezTo>
                    <a:pt x="82" y="173"/>
                    <a:pt x="109" y="181"/>
                    <a:pt x="136" y="181"/>
                  </a:cubicBezTo>
                  <a:cubicBezTo>
                    <a:pt x="185" y="181"/>
                    <a:pt x="237" y="157"/>
                    <a:pt x="274" y="120"/>
                  </a:cubicBezTo>
                  <a:lnTo>
                    <a:pt x="346" y="24"/>
                  </a:lnTo>
                  <a:lnTo>
                    <a:pt x="346" y="24"/>
                  </a:lnTo>
                  <a:cubicBezTo>
                    <a:pt x="311" y="42"/>
                    <a:pt x="263" y="53"/>
                    <a:pt x="212" y="53"/>
                  </a:cubicBezTo>
                  <a:cubicBezTo>
                    <a:pt x="194" y="53"/>
                    <a:pt x="174" y="51"/>
                    <a:pt x="155" y="48"/>
                  </a:cubicBezTo>
                  <a:lnTo>
                    <a:pt x="2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25125" y="3610700"/>
              <a:ext cx="282500" cy="339050"/>
            </a:xfrm>
            <a:custGeom>
              <a:avLst/>
              <a:gdLst/>
              <a:ahLst/>
              <a:cxnLst/>
              <a:rect l="l" t="t" r="r" b="b"/>
              <a:pathLst>
                <a:path w="11300" h="13562" extrusionOk="0">
                  <a:moveTo>
                    <a:pt x="10931" y="0"/>
                  </a:moveTo>
                  <a:lnTo>
                    <a:pt x="6645" y="5322"/>
                  </a:lnTo>
                  <a:lnTo>
                    <a:pt x="6454" y="5560"/>
                  </a:lnTo>
                  <a:lnTo>
                    <a:pt x="1" y="13561"/>
                  </a:lnTo>
                  <a:lnTo>
                    <a:pt x="584" y="13311"/>
                  </a:lnTo>
                  <a:lnTo>
                    <a:pt x="6645" y="5799"/>
                  </a:lnTo>
                  <a:lnTo>
                    <a:pt x="6835" y="5560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413300" y="3610700"/>
              <a:ext cx="111625" cy="99125"/>
            </a:xfrm>
            <a:custGeom>
              <a:avLst/>
              <a:gdLst/>
              <a:ahLst/>
              <a:cxnLst/>
              <a:rect l="l" t="t" r="r" b="b"/>
              <a:pathLst>
                <a:path w="4465" h="3965" extrusionOk="0">
                  <a:moveTo>
                    <a:pt x="0" y="0"/>
                  </a:moveTo>
                  <a:lnTo>
                    <a:pt x="4263" y="3965"/>
                  </a:lnTo>
                  <a:cubicBezTo>
                    <a:pt x="4310" y="3894"/>
                    <a:pt x="4382" y="3810"/>
                    <a:pt x="4465" y="3774"/>
                  </a:cubicBezTo>
                  <a:lnTo>
                    <a:pt x="44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6404950" y="3728850"/>
              <a:ext cx="119975" cy="132500"/>
            </a:xfrm>
            <a:custGeom>
              <a:avLst/>
              <a:gdLst/>
              <a:ahLst/>
              <a:cxnLst/>
              <a:rect l="l" t="t" r="r" b="b"/>
              <a:pathLst>
                <a:path w="4799" h="5300" extrusionOk="0">
                  <a:moveTo>
                    <a:pt x="4585" y="1"/>
                  </a:moveTo>
                  <a:lnTo>
                    <a:pt x="1" y="4918"/>
                  </a:lnTo>
                  <a:lnTo>
                    <a:pt x="36" y="5299"/>
                  </a:lnTo>
                  <a:lnTo>
                    <a:pt x="4799" y="191"/>
                  </a:lnTo>
                  <a:cubicBezTo>
                    <a:pt x="4716" y="144"/>
                    <a:pt x="4644" y="72"/>
                    <a:pt x="458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291250" y="3858950"/>
              <a:ext cx="108375" cy="119975"/>
            </a:xfrm>
            <a:custGeom>
              <a:avLst/>
              <a:gdLst/>
              <a:ahLst/>
              <a:cxnLst/>
              <a:rect l="l" t="t" r="r" b="b"/>
              <a:pathLst>
                <a:path w="4335" h="4799" extrusionOk="0">
                  <a:moveTo>
                    <a:pt x="4287" y="0"/>
                  </a:moveTo>
                  <a:lnTo>
                    <a:pt x="1" y="4596"/>
                  </a:lnTo>
                  <a:cubicBezTo>
                    <a:pt x="84" y="4643"/>
                    <a:pt x="155" y="4715"/>
                    <a:pt x="203" y="4798"/>
                  </a:cubicBezTo>
                  <a:lnTo>
                    <a:pt x="262" y="4762"/>
                  </a:lnTo>
                  <a:lnTo>
                    <a:pt x="4334" y="369"/>
                  </a:lnTo>
                  <a:lnTo>
                    <a:pt x="428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172200" y="3745825"/>
              <a:ext cx="206875" cy="100625"/>
            </a:xfrm>
            <a:custGeom>
              <a:avLst/>
              <a:gdLst/>
              <a:ahLst/>
              <a:cxnLst/>
              <a:rect l="l" t="t" r="r" b="b"/>
              <a:pathLst>
                <a:path w="8275" h="4025" extrusionOk="0">
                  <a:moveTo>
                    <a:pt x="8168" y="1"/>
                  </a:moveTo>
                  <a:lnTo>
                    <a:pt x="4893" y="1477"/>
                  </a:lnTo>
                  <a:cubicBezTo>
                    <a:pt x="4917" y="1525"/>
                    <a:pt x="4917" y="1548"/>
                    <a:pt x="4893" y="1596"/>
                  </a:cubicBezTo>
                  <a:cubicBezTo>
                    <a:pt x="4871" y="1731"/>
                    <a:pt x="4753" y="1823"/>
                    <a:pt x="4610" y="1823"/>
                  </a:cubicBezTo>
                  <a:cubicBezTo>
                    <a:pt x="4601" y="1823"/>
                    <a:pt x="4593" y="1823"/>
                    <a:pt x="4584" y="1822"/>
                  </a:cubicBezTo>
                  <a:cubicBezTo>
                    <a:pt x="4512" y="1798"/>
                    <a:pt x="4441" y="1763"/>
                    <a:pt x="4405" y="1703"/>
                  </a:cubicBezTo>
                  <a:lnTo>
                    <a:pt x="60" y="3668"/>
                  </a:lnTo>
                  <a:cubicBezTo>
                    <a:pt x="95" y="3727"/>
                    <a:pt x="107" y="3787"/>
                    <a:pt x="107" y="3858"/>
                  </a:cubicBezTo>
                  <a:cubicBezTo>
                    <a:pt x="98" y="3914"/>
                    <a:pt x="74" y="3963"/>
                    <a:pt x="36" y="3998"/>
                  </a:cubicBezTo>
                  <a:lnTo>
                    <a:pt x="36" y="3998"/>
                  </a:lnTo>
                  <a:lnTo>
                    <a:pt x="48" y="3989"/>
                  </a:lnTo>
                  <a:lnTo>
                    <a:pt x="8275" y="274"/>
                  </a:lnTo>
                  <a:cubicBezTo>
                    <a:pt x="8215" y="191"/>
                    <a:pt x="8168" y="96"/>
                    <a:pt x="8168" y="1"/>
                  </a:cubicBezTo>
                  <a:close/>
                  <a:moveTo>
                    <a:pt x="36" y="3998"/>
                  </a:moveTo>
                  <a:lnTo>
                    <a:pt x="0" y="4025"/>
                  </a:lnTo>
                  <a:cubicBezTo>
                    <a:pt x="13" y="4017"/>
                    <a:pt x="25" y="4008"/>
                    <a:pt x="36" y="3998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5924825" y="3842875"/>
              <a:ext cx="244400" cy="112525"/>
            </a:xfrm>
            <a:custGeom>
              <a:avLst/>
              <a:gdLst/>
              <a:ahLst/>
              <a:cxnLst/>
              <a:rect l="l" t="t" r="r" b="b"/>
              <a:pathLst>
                <a:path w="9776" h="4501" extrusionOk="0">
                  <a:moveTo>
                    <a:pt x="9776" y="179"/>
                  </a:moveTo>
                  <a:lnTo>
                    <a:pt x="9744" y="195"/>
                  </a:lnTo>
                  <a:lnTo>
                    <a:pt x="9744" y="195"/>
                  </a:lnTo>
                  <a:cubicBezTo>
                    <a:pt x="9757" y="192"/>
                    <a:pt x="9768" y="187"/>
                    <a:pt x="9776" y="179"/>
                  </a:cubicBezTo>
                  <a:close/>
                  <a:moveTo>
                    <a:pt x="9454" y="0"/>
                  </a:moveTo>
                  <a:lnTo>
                    <a:pt x="584" y="4024"/>
                  </a:lnTo>
                  <a:lnTo>
                    <a:pt x="1" y="4274"/>
                  </a:lnTo>
                  <a:cubicBezTo>
                    <a:pt x="49" y="4334"/>
                    <a:pt x="84" y="4405"/>
                    <a:pt x="108" y="4489"/>
                  </a:cubicBezTo>
                  <a:lnTo>
                    <a:pt x="227" y="4501"/>
                  </a:lnTo>
                  <a:lnTo>
                    <a:pt x="9657" y="238"/>
                  </a:lnTo>
                  <a:lnTo>
                    <a:pt x="9744" y="195"/>
                  </a:lnTo>
                  <a:lnTo>
                    <a:pt x="9744" y="195"/>
                  </a:lnTo>
                  <a:cubicBezTo>
                    <a:pt x="9738" y="196"/>
                    <a:pt x="9732" y="197"/>
                    <a:pt x="9725" y="197"/>
                  </a:cubicBezTo>
                  <a:cubicBezTo>
                    <a:pt x="9705" y="197"/>
                    <a:pt x="9681" y="191"/>
                    <a:pt x="9657" y="179"/>
                  </a:cubicBezTo>
                  <a:cubicBezTo>
                    <a:pt x="9562" y="167"/>
                    <a:pt x="9478" y="95"/>
                    <a:pt x="945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5926625" y="3955375"/>
              <a:ext cx="339650" cy="35450"/>
            </a:xfrm>
            <a:custGeom>
              <a:avLst/>
              <a:gdLst/>
              <a:ahLst/>
              <a:cxnLst/>
              <a:rect l="l" t="t" r="r" b="b"/>
              <a:pathLst>
                <a:path w="13586" h="1418" extrusionOk="0">
                  <a:moveTo>
                    <a:pt x="48" y="1"/>
                  </a:moveTo>
                  <a:lnTo>
                    <a:pt x="48" y="1"/>
                  </a:lnTo>
                  <a:cubicBezTo>
                    <a:pt x="60" y="60"/>
                    <a:pt x="60" y="108"/>
                    <a:pt x="48" y="167"/>
                  </a:cubicBezTo>
                  <a:lnTo>
                    <a:pt x="0" y="298"/>
                  </a:lnTo>
                  <a:lnTo>
                    <a:pt x="13573" y="1417"/>
                  </a:lnTo>
                  <a:cubicBezTo>
                    <a:pt x="13562" y="1334"/>
                    <a:pt x="13562" y="1263"/>
                    <a:pt x="13573" y="1191"/>
                  </a:cubicBezTo>
                  <a:cubicBezTo>
                    <a:pt x="13573" y="1156"/>
                    <a:pt x="13585" y="1144"/>
                    <a:pt x="13585" y="1120"/>
                  </a:cubicBezTo>
                  <a:lnTo>
                    <a:pt x="167" y="13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5920375" y="3963425"/>
              <a:ext cx="554850" cy="615875"/>
            </a:xfrm>
            <a:custGeom>
              <a:avLst/>
              <a:gdLst/>
              <a:ahLst/>
              <a:cxnLst/>
              <a:rect l="l" t="t" r="r" b="b"/>
              <a:pathLst>
                <a:path w="22194" h="24635" extrusionOk="0">
                  <a:moveTo>
                    <a:pt x="227" y="0"/>
                  </a:moveTo>
                  <a:cubicBezTo>
                    <a:pt x="167" y="95"/>
                    <a:pt x="96" y="155"/>
                    <a:pt x="0" y="202"/>
                  </a:cubicBezTo>
                  <a:lnTo>
                    <a:pt x="21967" y="24634"/>
                  </a:lnTo>
                  <a:cubicBezTo>
                    <a:pt x="22027" y="24563"/>
                    <a:pt x="22098" y="24491"/>
                    <a:pt x="22194" y="24444"/>
                  </a:cubicBezTo>
                  <a:lnTo>
                    <a:pt x="22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287975" y="3999125"/>
              <a:ext cx="141700" cy="223275"/>
            </a:xfrm>
            <a:custGeom>
              <a:avLst/>
              <a:gdLst/>
              <a:ahLst/>
              <a:cxnLst/>
              <a:rect l="l" t="t" r="r" b="b"/>
              <a:pathLst>
                <a:path w="5668" h="8931" extrusionOk="0">
                  <a:moveTo>
                    <a:pt x="251" y="1"/>
                  </a:moveTo>
                  <a:cubicBezTo>
                    <a:pt x="179" y="84"/>
                    <a:pt x="108" y="120"/>
                    <a:pt x="1" y="168"/>
                  </a:cubicBezTo>
                  <a:lnTo>
                    <a:pt x="5418" y="8931"/>
                  </a:lnTo>
                  <a:cubicBezTo>
                    <a:pt x="5489" y="8871"/>
                    <a:pt x="5585" y="8811"/>
                    <a:pt x="5668" y="8788"/>
                  </a:cubicBezTo>
                  <a:lnTo>
                    <a:pt x="25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6385000" y="3756250"/>
              <a:ext cx="29800" cy="175050"/>
            </a:xfrm>
            <a:custGeom>
              <a:avLst/>
              <a:gdLst/>
              <a:ahLst/>
              <a:cxnLst/>
              <a:rect l="l" t="t" r="r" b="b"/>
              <a:pathLst>
                <a:path w="1192" h="7002" extrusionOk="0">
                  <a:moveTo>
                    <a:pt x="287" y="0"/>
                  </a:moveTo>
                  <a:cubicBezTo>
                    <a:pt x="233" y="27"/>
                    <a:pt x="180" y="41"/>
                    <a:pt x="116" y="41"/>
                  </a:cubicBezTo>
                  <a:cubicBezTo>
                    <a:pt x="95" y="41"/>
                    <a:pt x="72" y="39"/>
                    <a:pt x="49" y="36"/>
                  </a:cubicBezTo>
                  <a:cubicBezTo>
                    <a:pt x="37" y="36"/>
                    <a:pt x="25" y="12"/>
                    <a:pt x="1" y="12"/>
                  </a:cubicBezTo>
                  <a:lnTo>
                    <a:pt x="537" y="4108"/>
                  </a:lnTo>
                  <a:lnTo>
                    <a:pt x="584" y="4477"/>
                  </a:lnTo>
                  <a:lnTo>
                    <a:pt x="918" y="7001"/>
                  </a:lnTo>
                  <a:lnTo>
                    <a:pt x="1192" y="6882"/>
                  </a:lnTo>
                  <a:lnTo>
                    <a:pt x="834" y="4203"/>
                  </a:lnTo>
                  <a:lnTo>
                    <a:pt x="799" y="3822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414775" y="3936025"/>
              <a:ext cx="1525" cy="1825"/>
            </a:xfrm>
            <a:custGeom>
              <a:avLst/>
              <a:gdLst/>
              <a:ahLst/>
              <a:cxnLst/>
              <a:rect l="l" t="t" r="r" b="b"/>
              <a:pathLst>
                <a:path w="61" h="73" extrusionOk="0">
                  <a:moveTo>
                    <a:pt x="48" y="1"/>
                  </a:moveTo>
                  <a:lnTo>
                    <a:pt x="1" y="13"/>
                  </a:lnTo>
                  <a:cubicBezTo>
                    <a:pt x="24" y="25"/>
                    <a:pt x="48" y="48"/>
                    <a:pt x="60" y="72"/>
                  </a:cubicBezTo>
                  <a:lnTo>
                    <a:pt x="4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410025" y="3943775"/>
              <a:ext cx="42875" cy="272675"/>
            </a:xfrm>
            <a:custGeom>
              <a:avLst/>
              <a:gdLst/>
              <a:ahLst/>
              <a:cxnLst/>
              <a:rect l="l" t="t" r="r" b="b"/>
              <a:pathLst>
                <a:path w="1715" h="10907" extrusionOk="0">
                  <a:moveTo>
                    <a:pt x="298" y="0"/>
                  </a:moveTo>
                  <a:cubicBezTo>
                    <a:pt x="243" y="111"/>
                    <a:pt x="146" y="180"/>
                    <a:pt x="28" y="180"/>
                  </a:cubicBezTo>
                  <a:cubicBezTo>
                    <a:pt x="19" y="180"/>
                    <a:pt x="10" y="180"/>
                    <a:pt x="0" y="179"/>
                  </a:cubicBezTo>
                  <a:lnTo>
                    <a:pt x="0" y="179"/>
                  </a:lnTo>
                  <a:lnTo>
                    <a:pt x="1405" y="10871"/>
                  </a:lnTo>
                  <a:cubicBezTo>
                    <a:pt x="1465" y="10871"/>
                    <a:pt x="1524" y="10871"/>
                    <a:pt x="1596" y="10883"/>
                  </a:cubicBezTo>
                  <a:cubicBezTo>
                    <a:pt x="1619" y="10883"/>
                    <a:pt x="1655" y="10894"/>
                    <a:pt x="1703" y="10906"/>
                  </a:cubicBezTo>
                  <a:cubicBezTo>
                    <a:pt x="1715" y="10894"/>
                    <a:pt x="1715" y="10871"/>
                    <a:pt x="1715" y="10835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296300" y="3868175"/>
              <a:ext cx="262875" cy="117600"/>
            </a:xfrm>
            <a:custGeom>
              <a:avLst/>
              <a:gdLst/>
              <a:ahLst/>
              <a:cxnLst/>
              <a:rect l="l" t="t" r="r" b="b"/>
              <a:pathLst>
                <a:path w="10515" h="4704" extrusionOk="0">
                  <a:moveTo>
                    <a:pt x="10395" y="0"/>
                  </a:moveTo>
                  <a:lnTo>
                    <a:pt x="4763" y="2381"/>
                  </a:lnTo>
                  <a:lnTo>
                    <a:pt x="4478" y="2500"/>
                  </a:lnTo>
                  <a:lnTo>
                    <a:pt x="60" y="4382"/>
                  </a:lnTo>
                  <a:lnTo>
                    <a:pt x="1" y="4429"/>
                  </a:lnTo>
                  <a:cubicBezTo>
                    <a:pt x="60" y="4513"/>
                    <a:pt x="84" y="4608"/>
                    <a:pt x="96" y="4703"/>
                  </a:cubicBezTo>
                  <a:lnTo>
                    <a:pt x="4299" y="2917"/>
                  </a:lnTo>
                  <a:lnTo>
                    <a:pt x="4299" y="2893"/>
                  </a:lnTo>
                  <a:cubicBezTo>
                    <a:pt x="4321" y="2748"/>
                    <a:pt x="4459" y="2666"/>
                    <a:pt x="4584" y="2666"/>
                  </a:cubicBezTo>
                  <a:cubicBezTo>
                    <a:pt x="4592" y="2666"/>
                    <a:pt x="4600" y="2666"/>
                    <a:pt x="4609" y="2667"/>
                  </a:cubicBezTo>
                  <a:cubicBezTo>
                    <a:pt x="4656" y="2679"/>
                    <a:pt x="4704" y="2703"/>
                    <a:pt x="4728" y="2727"/>
                  </a:cubicBezTo>
                  <a:lnTo>
                    <a:pt x="4775" y="2715"/>
                  </a:lnTo>
                  <a:lnTo>
                    <a:pt x="10514" y="274"/>
                  </a:lnTo>
                  <a:lnTo>
                    <a:pt x="10443" y="226"/>
                  </a:lnTo>
                  <a:cubicBezTo>
                    <a:pt x="10431" y="226"/>
                    <a:pt x="10431" y="214"/>
                    <a:pt x="10431" y="214"/>
                  </a:cubicBezTo>
                  <a:lnTo>
                    <a:pt x="10431" y="191"/>
                  </a:lnTo>
                  <a:cubicBezTo>
                    <a:pt x="10431" y="191"/>
                    <a:pt x="10431" y="179"/>
                    <a:pt x="10419" y="179"/>
                  </a:cubicBezTo>
                  <a:lnTo>
                    <a:pt x="10419" y="167"/>
                  </a:lnTo>
                  <a:lnTo>
                    <a:pt x="10419" y="155"/>
                  </a:lnTo>
                  <a:lnTo>
                    <a:pt x="10419" y="131"/>
                  </a:lnTo>
                  <a:lnTo>
                    <a:pt x="10419" y="119"/>
                  </a:lnTo>
                  <a:lnTo>
                    <a:pt x="1039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6562125" y="3681225"/>
              <a:ext cx="131575" cy="189050"/>
            </a:xfrm>
            <a:custGeom>
              <a:avLst/>
              <a:gdLst/>
              <a:ahLst/>
              <a:cxnLst/>
              <a:rect l="l" t="t" r="r" b="b"/>
              <a:pathLst>
                <a:path w="5263" h="7562" extrusionOk="0">
                  <a:moveTo>
                    <a:pt x="5263" y="1"/>
                  </a:moveTo>
                  <a:lnTo>
                    <a:pt x="0" y="7216"/>
                  </a:lnTo>
                  <a:lnTo>
                    <a:pt x="48" y="7502"/>
                  </a:lnTo>
                  <a:lnTo>
                    <a:pt x="119" y="7561"/>
                  </a:lnTo>
                  <a:lnTo>
                    <a:pt x="5263" y="501"/>
                  </a:lnTo>
                  <a:lnTo>
                    <a:pt x="526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533550" y="3734225"/>
              <a:ext cx="29775" cy="137825"/>
            </a:xfrm>
            <a:custGeom>
              <a:avLst/>
              <a:gdLst/>
              <a:ahLst/>
              <a:cxnLst/>
              <a:rect l="l" t="t" r="r" b="b"/>
              <a:pathLst>
                <a:path w="1191" h="5513" extrusionOk="0">
                  <a:moveTo>
                    <a:pt x="286" y="0"/>
                  </a:moveTo>
                  <a:cubicBezTo>
                    <a:pt x="191" y="48"/>
                    <a:pt x="107" y="84"/>
                    <a:pt x="0" y="84"/>
                  </a:cubicBezTo>
                  <a:lnTo>
                    <a:pt x="893" y="5382"/>
                  </a:lnTo>
                  <a:lnTo>
                    <a:pt x="901" y="5464"/>
                  </a:lnTo>
                  <a:lnTo>
                    <a:pt x="901" y="5464"/>
                  </a:lnTo>
                  <a:cubicBezTo>
                    <a:pt x="904" y="5435"/>
                    <a:pt x="918" y="5409"/>
                    <a:pt x="941" y="5394"/>
                  </a:cubicBezTo>
                  <a:cubicBezTo>
                    <a:pt x="971" y="5356"/>
                    <a:pt x="1016" y="5327"/>
                    <a:pt x="1063" y="5327"/>
                  </a:cubicBezTo>
                  <a:cubicBezTo>
                    <a:pt x="1090" y="5327"/>
                    <a:pt x="1117" y="5337"/>
                    <a:pt x="1143" y="5358"/>
                  </a:cubicBezTo>
                  <a:lnTo>
                    <a:pt x="1191" y="5394"/>
                  </a:lnTo>
                  <a:lnTo>
                    <a:pt x="1143" y="5108"/>
                  </a:lnTo>
                  <a:lnTo>
                    <a:pt x="286" y="0"/>
                  </a:lnTo>
                  <a:close/>
                  <a:moveTo>
                    <a:pt x="901" y="5464"/>
                  </a:moveTo>
                  <a:lnTo>
                    <a:pt x="901" y="5464"/>
                  </a:lnTo>
                  <a:cubicBezTo>
                    <a:pt x="900" y="5479"/>
                    <a:pt x="901" y="5496"/>
                    <a:pt x="905" y="5513"/>
                  </a:cubicBezTo>
                  <a:lnTo>
                    <a:pt x="905" y="5501"/>
                  </a:lnTo>
                  <a:lnTo>
                    <a:pt x="901" y="5464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557650" y="38738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6679700" y="3952700"/>
              <a:ext cx="14000" cy="17300"/>
            </a:xfrm>
            <a:custGeom>
              <a:avLst/>
              <a:gdLst/>
              <a:ahLst/>
              <a:cxnLst/>
              <a:rect l="l" t="t" r="r" b="b"/>
              <a:pathLst>
                <a:path w="560" h="692" extrusionOk="0">
                  <a:moveTo>
                    <a:pt x="84" y="0"/>
                  </a:moveTo>
                  <a:lnTo>
                    <a:pt x="0" y="298"/>
                  </a:lnTo>
                  <a:lnTo>
                    <a:pt x="560" y="691"/>
                  </a:lnTo>
                  <a:lnTo>
                    <a:pt x="560" y="334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555875" y="3867675"/>
              <a:ext cx="119375" cy="88025"/>
            </a:xfrm>
            <a:custGeom>
              <a:avLst/>
              <a:gdLst/>
              <a:ahLst/>
              <a:cxnLst/>
              <a:rect l="l" t="t" r="r" b="b"/>
              <a:pathLst>
                <a:path w="4775" h="3521" extrusionOk="0">
                  <a:moveTo>
                    <a:pt x="157" y="0"/>
                  </a:moveTo>
                  <a:cubicBezTo>
                    <a:pt x="107" y="0"/>
                    <a:pt x="54" y="19"/>
                    <a:pt x="24" y="56"/>
                  </a:cubicBezTo>
                  <a:cubicBezTo>
                    <a:pt x="0" y="80"/>
                    <a:pt x="0" y="127"/>
                    <a:pt x="0" y="175"/>
                  </a:cubicBezTo>
                  <a:cubicBezTo>
                    <a:pt x="4" y="171"/>
                    <a:pt x="6" y="170"/>
                    <a:pt x="8" y="170"/>
                  </a:cubicBezTo>
                  <a:cubicBezTo>
                    <a:pt x="12" y="170"/>
                    <a:pt x="12" y="178"/>
                    <a:pt x="12" y="187"/>
                  </a:cubicBezTo>
                  <a:cubicBezTo>
                    <a:pt x="24" y="199"/>
                    <a:pt x="24" y="199"/>
                    <a:pt x="24" y="222"/>
                  </a:cubicBezTo>
                  <a:cubicBezTo>
                    <a:pt x="24" y="222"/>
                    <a:pt x="24" y="234"/>
                    <a:pt x="48" y="234"/>
                  </a:cubicBezTo>
                  <a:lnTo>
                    <a:pt x="48" y="246"/>
                  </a:lnTo>
                  <a:lnTo>
                    <a:pt x="60" y="258"/>
                  </a:lnTo>
                  <a:lnTo>
                    <a:pt x="131" y="306"/>
                  </a:lnTo>
                  <a:lnTo>
                    <a:pt x="4691" y="3521"/>
                  </a:lnTo>
                  <a:lnTo>
                    <a:pt x="4775" y="3223"/>
                  </a:lnTo>
                  <a:lnTo>
                    <a:pt x="357" y="103"/>
                  </a:lnTo>
                  <a:lnTo>
                    <a:pt x="286" y="56"/>
                  </a:lnTo>
                  <a:lnTo>
                    <a:pt x="238" y="20"/>
                  </a:lnTo>
                  <a:cubicBezTo>
                    <a:pt x="216" y="7"/>
                    <a:pt x="187" y="0"/>
                    <a:pt x="15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6604375" y="4211350"/>
              <a:ext cx="3600" cy="2725"/>
            </a:xfrm>
            <a:custGeom>
              <a:avLst/>
              <a:gdLst/>
              <a:ahLst/>
              <a:cxnLst/>
              <a:rect l="l" t="t" r="r" b="b"/>
              <a:pathLst>
                <a:path w="144" h="109" extrusionOk="0">
                  <a:moveTo>
                    <a:pt x="25" y="1"/>
                  </a:moveTo>
                  <a:lnTo>
                    <a:pt x="1" y="108"/>
                  </a:lnTo>
                  <a:cubicBezTo>
                    <a:pt x="60" y="108"/>
                    <a:pt x="120" y="72"/>
                    <a:pt x="144" y="13"/>
                  </a:cubicBezTo>
                  <a:cubicBezTo>
                    <a:pt x="96" y="1"/>
                    <a:pt x="72" y="1"/>
                    <a:pt x="2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6613600" y="3885425"/>
              <a:ext cx="80400" cy="282800"/>
            </a:xfrm>
            <a:custGeom>
              <a:avLst/>
              <a:gdLst/>
              <a:ahLst/>
              <a:cxnLst/>
              <a:rect l="l" t="t" r="r" b="b"/>
              <a:pathLst>
                <a:path w="3216" h="11312" extrusionOk="0">
                  <a:moveTo>
                    <a:pt x="3216" y="1"/>
                  </a:moveTo>
                  <a:lnTo>
                    <a:pt x="2489" y="2525"/>
                  </a:lnTo>
                  <a:lnTo>
                    <a:pt x="2394" y="2811"/>
                  </a:lnTo>
                  <a:lnTo>
                    <a:pt x="1" y="11204"/>
                  </a:lnTo>
                  <a:cubicBezTo>
                    <a:pt x="108" y="11216"/>
                    <a:pt x="191" y="11252"/>
                    <a:pt x="287" y="11312"/>
                  </a:cubicBezTo>
                  <a:lnTo>
                    <a:pt x="2644" y="3001"/>
                  </a:lnTo>
                  <a:lnTo>
                    <a:pt x="2739" y="2703"/>
                  </a:lnTo>
                  <a:lnTo>
                    <a:pt x="3216" y="1072"/>
                  </a:lnTo>
                  <a:lnTo>
                    <a:pt x="3216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6443950" y="4280425"/>
              <a:ext cx="42875" cy="292625"/>
            </a:xfrm>
            <a:custGeom>
              <a:avLst/>
              <a:gdLst/>
              <a:ahLst/>
              <a:cxnLst/>
              <a:rect l="l" t="t" r="r" b="b"/>
              <a:pathLst>
                <a:path w="1715" h="11705" extrusionOk="0">
                  <a:moveTo>
                    <a:pt x="298" y="0"/>
                  </a:moveTo>
                  <a:cubicBezTo>
                    <a:pt x="191" y="36"/>
                    <a:pt x="108" y="48"/>
                    <a:pt x="0" y="48"/>
                  </a:cubicBezTo>
                  <a:lnTo>
                    <a:pt x="1417" y="11704"/>
                  </a:lnTo>
                  <a:cubicBezTo>
                    <a:pt x="1475" y="11696"/>
                    <a:pt x="1538" y="11682"/>
                    <a:pt x="1599" y="11682"/>
                  </a:cubicBezTo>
                  <a:cubicBezTo>
                    <a:pt x="1626" y="11682"/>
                    <a:pt x="1653" y="11685"/>
                    <a:pt x="1679" y="11692"/>
                  </a:cubicBezTo>
                  <a:lnTo>
                    <a:pt x="1715" y="1169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6486800" y="4208675"/>
              <a:ext cx="118200" cy="365250"/>
            </a:xfrm>
            <a:custGeom>
              <a:avLst/>
              <a:gdLst/>
              <a:ahLst/>
              <a:cxnLst/>
              <a:rect l="l" t="t" r="r" b="b"/>
              <a:pathLst>
                <a:path w="4728" h="14610" extrusionOk="0">
                  <a:moveTo>
                    <a:pt x="4442" y="1"/>
                  </a:moveTo>
                  <a:lnTo>
                    <a:pt x="1" y="14574"/>
                  </a:lnTo>
                  <a:cubicBezTo>
                    <a:pt x="37" y="14586"/>
                    <a:pt x="84" y="14586"/>
                    <a:pt x="108" y="14610"/>
                  </a:cubicBezTo>
                  <a:lnTo>
                    <a:pt x="430" y="14181"/>
                  </a:lnTo>
                  <a:lnTo>
                    <a:pt x="4704" y="215"/>
                  </a:lnTo>
                  <a:lnTo>
                    <a:pt x="4728" y="108"/>
                  </a:lnTo>
                  <a:cubicBezTo>
                    <a:pt x="4621" y="96"/>
                    <a:pt x="4537" y="48"/>
                    <a:pt x="4442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6475500" y="4189625"/>
              <a:ext cx="112550" cy="56575"/>
            </a:xfrm>
            <a:custGeom>
              <a:avLst/>
              <a:gdLst/>
              <a:ahLst/>
              <a:cxnLst/>
              <a:rect l="l" t="t" r="r" b="b"/>
              <a:pathLst>
                <a:path w="4502" h="2263" extrusionOk="0">
                  <a:moveTo>
                    <a:pt x="4418" y="1"/>
                  </a:moveTo>
                  <a:lnTo>
                    <a:pt x="0" y="1965"/>
                  </a:lnTo>
                  <a:cubicBezTo>
                    <a:pt x="36" y="2061"/>
                    <a:pt x="48" y="2168"/>
                    <a:pt x="60" y="2263"/>
                  </a:cubicBezTo>
                  <a:lnTo>
                    <a:pt x="4501" y="298"/>
                  </a:lnTo>
                  <a:cubicBezTo>
                    <a:pt x="4453" y="215"/>
                    <a:pt x="4442" y="108"/>
                    <a:pt x="4418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6626125" y="4142000"/>
              <a:ext cx="67575" cy="36350"/>
            </a:xfrm>
            <a:custGeom>
              <a:avLst/>
              <a:gdLst/>
              <a:ahLst/>
              <a:cxnLst/>
              <a:rect l="l" t="t" r="r" b="b"/>
              <a:pathLst>
                <a:path w="2703" h="1454" extrusionOk="0">
                  <a:moveTo>
                    <a:pt x="2703" y="1"/>
                  </a:moveTo>
                  <a:lnTo>
                    <a:pt x="0" y="1191"/>
                  </a:lnTo>
                  <a:cubicBezTo>
                    <a:pt x="60" y="1287"/>
                    <a:pt x="119" y="1358"/>
                    <a:pt x="167" y="1453"/>
                  </a:cubicBezTo>
                  <a:lnTo>
                    <a:pt x="2703" y="33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6489775" y="4289950"/>
              <a:ext cx="203925" cy="288750"/>
            </a:xfrm>
            <a:custGeom>
              <a:avLst/>
              <a:gdLst/>
              <a:ahLst/>
              <a:cxnLst/>
              <a:rect l="l" t="t" r="r" b="b"/>
              <a:pathLst>
                <a:path w="8157" h="11550" extrusionOk="0">
                  <a:moveTo>
                    <a:pt x="8157" y="0"/>
                  </a:moveTo>
                  <a:lnTo>
                    <a:pt x="311" y="10930"/>
                  </a:lnTo>
                  <a:lnTo>
                    <a:pt x="1" y="11371"/>
                  </a:lnTo>
                  <a:cubicBezTo>
                    <a:pt x="84" y="11406"/>
                    <a:pt x="180" y="11466"/>
                    <a:pt x="239" y="11549"/>
                  </a:cubicBezTo>
                  <a:lnTo>
                    <a:pt x="8157" y="50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6585925" y="4164825"/>
              <a:ext cx="47350" cy="46925"/>
            </a:xfrm>
            <a:custGeom>
              <a:avLst/>
              <a:gdLst/>
              <a:ahLst/>
              <a:cxnLst/>
              <a:rect l="l" t="t" r="r" b="b"/>
              <a:pathLst>
                <a:path w="1894" h="1877" extrusionOk="0">
                  <a:moveTo>
                    <a:pt x="941" y="0"/>
                  </a:moveTo>
                  <a:cubicBezTo>
                    <a:pt x="489" y="0"/>
                    <a:pt x="98" y="315"/>
                    <a:pt x="25" y="779"/>
                  </a:cubicBezTo>
                  <a:cubicBezTo>
                    <a:pt x="1" y="850"/>
                    <a:pt x="1" y="921"/>
                    <a:pt x="1" y="993"/>
                  </a:cubicBezTo>
                  <a:cubicBezTo>
                    <a:pt x="1" y="1100"/>
                    <a:pt x="36" y="1195"/>
                    <a:pt x="84" y="1290"/>
                  </a:cubicBezTo>
                  <a:cubicBezTo>
                    <a:pt x="155" y="1493"/>
                    <a:pt x="298" y="1648"/>
                    <a:pt x="501" y="1755"/>
                  </a:cubicBezTo>
                  <a:cubicBezTo>
                    <a:pt x="584" y="1802"/>
                    <a:pt x="679" y="1826"/>
                    <a:pt x="775" y="1862"/>
                  </a:cubicBezTo>
                  <a:cubicBezTo>
                    <a:pt x="810" y="1862"/>
                    <a:pt x="858" y="1874"/>
                    <a:pt x="882" y="1874"/>
                  </a:cubicBezTo>
                  <a:cubicBezTo>
                    <a:pt x="905" y="1876"/>
                    <a:pt x="927" y="1876"/>
                    <a:pt x="950" y="1876"/>
                  </a:cubicBezTo>
                  <a:cubicBezTo>
                    <a:pt x="1387" y="1876"/>
                    <a:pt x="1779" y="1553"/>
                    <a:pt x="1870" y="1112"/>
                  </a:cubicBezTo>
                  <a:cubicBezTo>
                    <a:pt x="1894" y="921"/>
                    <a:pt x="1870" y="719"/>
                    <a:pt x="1787" y="552"/>
                  </a:cubicBezTo>
                  <a:cubicBezTo>
                    <a:pt x="1751" y="457"/>
                    <a:pt x="1691" y="374"/>
                    <a:pt x="1632" y="302"/>
                  </a:cubicBezTo>
                  <a:cubicBezTo>
                    <a:pt x="1572" y="219"/>
                    <a:pt x="1477" y="159"/>
                    <a:pt x="1406" y="124"/>
                  </a:cubicBezTo>
                  <a:cubicBezTo>
                    <a:pt x="1310" y="76"/>
                    <a:pt x="1227" y="40"/>
                    <a:pt x="1120" y="17"/>
                  </a:cubicBezTo>
                  <a:cubicBezTo>
                    <a:pt x="1060" y="6"/>
                    <a:pt x="1000" y="0"/>
                    <a:pt x="94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6407925" y="4215525"/>
              <a:ext cx="69375" cy="65800"/>
            </a:xfrm>
            <a:custGeom>
              <a:avLst/>
              <a:gdLst/>
              <a:ahLst/>
              <a:cxnLst/>
              <a:rect l="l" t="t" r="r" b="b"/>
              <a:pathLst>
                <a:path w="2775" h="2632" extrusionOk="0">
                  <a:moveTo>
                    <a:pt x="1489" y="1"/>
                  </a:moveTo>
                  <a:cubicBezTo>
                    <a:pt x="1263" y="1"/>
                    <a:pt x="1049" y="36"/>
                    <a:pt x="870" y="120"/>
                  </a:cubicBezTo>
                  <a:cubicBezTo>
                    <a:pt x="787" y="155"/>
                    <a:pt x="691" y="203"/>
                    <a:pt x="620" y="263"/>
                  </a:cubicBezTo>
                  <a:cubicBezTo>
                    <a:pt x="370" y="453"/>
                    <a:pt x="191" y="739"/>
                    <a:pt x="132" y="1060"/>
                  </a:cubicBezTo>
                  <a:cubicBezTo>
                    <a:pt x="1" y="1775"/>
                    <a:pt x="477" y="2477"/>
                    <a:pt x="1203" y="2608"/>
                  </a:cubicBezTo>
                  <a:cubicBezTo>
                    <a:pt x="1275" y="2632"/>
                    <a:pt x="1370" y="2632"/>
                    <a:pt x="1441" y="2632"/>
                  </a:cubicBezTo>
                  <a:cubicBezTo>
                    <a:pt x="1549" y="2632"/>
                    <a:pt x="1632" y="2608"/>
                    <a:pt x="1739" y="2596"/>
                  </a:cubicBezTo>
                  <a:cubicBezTo>
                    <a:pt x="2239" y="2477"/>
                    <a:pt x="2644" y="2072"/>
                    <a:pt x="2751" y="1537"/>
                  </a:cubicBezTo>
                  <a:cubicBezTo>
                    <a:pt x="2763" y="1441"/>
                    <a:pt x="2775" y="1322"/>
                    <a:pt x="2763" y="1215"/>
                  </a:cubicBezTo>
                  <a:cubicBezTo>
                    <a:pt x="2763" y="1108"/>
                    <a:pt x="2739" y="1001"/>
                    <a:pt x="2703" y="917"/>
                  </a:cubicBezTo>
                  <a:cubicBezTo>
                    <a:pt x="2573" y="501"/>
                    <a:pt x="2227" y="155"/>
                    <a:pt x="1787" y="36"/>
                  </a:cubicBezTo>
                  <a:cubicBezTo>
                    <a:pt x="1751" y="24"/>
                    <a:pt x="1727" y="24"/>
                    <a:pt x="1680" y="13"/>
                  </a:cubicBezTo>
                  <a:cubicBezTo>
                    <a:pt x="1620" y="1"/>
                    <a:pt x="1560" y="1"/>
                    <a:pt x="1489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4666950" y="3657525"/>
              <a:ext cx="11925" cy="12150"/>
            </a:xfrm>
            <a:custGeom>
              <a:avLst/>
              <a:gdLst/>
              <a:ahLst/>
              <a:cxnLst/>
              <a:rect l="l" t="t" r="r" b="b"/>
              <a:pathLst>
                <a:path w="477" h="486" extrusionOk="0">
                  <a:moveTo>
                    <a:pt x="233" y="1"/>
                  </a:moveTo>
                  <a:cubicBezTo>
                    <a:pt x="128" y="1"/>
                    <a:pt x="22" y="87"/>
                    <a:pt x="12" y="199"/>
                  </a:cubicBezTo>
                  <a:cubicBezTo>
                    <a:pt x="0" y="247"/>
                    <a:pt x="12" y="306"/>
                    <a:pt x="24" y="354"/>
                  </a:cubicBezTo>
                  <a:cubicBezTo>
                    <a:pt x="60" y="413"/>
                    <a:pt x="119" y="461"/>
                    <a:pt x="203" y="485"/>
                  </a:cubicBezTo>
                  <a:cubicBezTo>
                    <a:pt x="213" y="486"/>
                    <a:pt x="223" y="486"/>
                    <a:pt x="233" y="486"/>
                  </a:cubicBezTo>
                  <a:cubicBezTo>
                    <a:pt x="362" y="486"/>
                    <a:pt x="465" y="416"/>
                    <a:pt x="476" y="294"/>
                  </a:cubicBezTo>
                  <a:lnTo>
                    <a:pt x="476" y="187"/>
                  </a:lnTo>
                  <a:cubicBezTo>
                    <a:pt x="429" y="92"/>
                    <a:pt x="369" y="20"/>
                    <a:pt x="286" y="8"/>
                  </a:cubicBezTo>
                  <a:cubicBezTo>
                    <a:pt x="269" y="3"/>
                    <a:pt x="251" y="1"/>
                    <a:pt x="23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5526275" y="3907750"/>
              <a:ext cx="25325" cy="23650"/>
            </a:xfrm>
            <a:custGeom>
              <a:avLst/>
              <a:gdLst/>
              <a:ahLst/>
              <a:cxnLst/>
              <a:rect l="l" t="t" r="r" b="b"/>
              <a:pathLst>
                <a:path w="1013" h="946" extrusionOk="0">
                  <a:moveTo>
                    <a:pt x="512" y="1"/>
                  </a:moveTo>
                  <a:cubicBezTo>
                    <a:pt x="286" y="13"/>
                    <a:pt x="84" y="167"/>
                    <a:pt x="48" y="382"/>
                  </a:cubicBezTo>
                  <a:cubicBezTo>
                    <a:pt x="0" y="644"/>
                    <a:pt x="179" y="894"/>
                    <a:pt x="441" y="941"/>
                  </a:cubicBezTo>
                  <a:cubicBezTo>
                    <a:pt x="462" y="944"/>
                    <a:pt x="484" y="946"/>
                    <a:pt x="505" y="946"/>
                  </a:cubicBezTo>
                  <a:cubicBezTo>
                    <a:pt x="732" y="946"/>
                    <a:pt x="945" y="777"/>
                    <a:pt x="989" y="548"/>
                  </a:cubicBezTo>
                  <a:cubicBezTo>
                    <a:pt x="1012" y="370"/>
                    <a:pt x="941" y="191"/>
                    <a:pt x="798" y="84"/>
                  </a:cubicBezTo>
                  <a:cubicBezTo>
                    <a:pt x="739" y="48"/>
                    <a:pt x="679" y="13"/>
                    <a:pt x="58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515675" y="3702325"/>
              <a:ext cx="35450" cy="33100"/>
            </a:xfrm>
            <a:custGeom>
              <a:avLst/>
              <a:gdLst/>
              <a:ahLst/>
              <a:cxnLst/>
              <a:rect l="l" t="t" r="r" b="b"/>
              <a:pathLst>
                <a:path w="1418" h="1324" extrusionOk="0">
                  <a:moveTo>
                    <a:pt x="679" y="0"/>
                  </a:moveTo>
                  <a:cubicBezTo>
                    <a:pt x="563" y="0"/>
                    <a:pt x="454" y="33"/>
                    <a:pt x="358" y="86"/>
                  </a:cubicBezTo>
                  <a:cubicBezTo>
                    <a:pt x="275" y="133"/>
                    <a:pt x="191" y="205"/>
                    <a:pt x="132" y="276"/>
                  </a:cubicBezTo>
                  <a:cubicBezTo>
                    <a:pt x="96" y="360"/>
                    <a:pt x="48" y="443"/>
                    <a:pt x="37" y="538"/>
                  </a:cubicBezTo>
                  <a:cubicBezTo>
                    <a:pt x="1" y="717"/>
                    <a:pt x="48" y="907"/>
                    <a:pt x="156" y="1038"/>
                  </a:cubicBezTo>
                  <a:cubicBezTo>
                    <a:pt x="215" y="1145"/>
                    <a:pt x="287" y="1205"/>
                    <a:pt x="370" y="1252"/>
                  </a:cubicBezTo>
                  <a:cubicBezTo>
                    <a:pt x="429" y="1276"/>
                    <a:pt x="513" y="1312"/>
                    <a:pt x="572" y="1312"/>
                  </a:cubicBezTo>
                  <a:cubicBezTo>
                    <a:pt x="608" y="1324"/>
                    <a:pt x="656" y="1324"/>
                    <a:pt x="703" y="1324"/>
                  </a:cubicBezTo>
                  <a:cubicBezTo>
                    <a:pt x="810" y="1324"/>
                    <a:pt x="894" y="1300"/>
                    <a:pt x="989" y="1252"/>
                  </a:cubicBezTo>
                  <a:cubicBezTo>
                    <a:pt x="1168" y="1157"/>
                    <a:pt x="1299" y="979"/>
                    <a:pt x="1346" y="776"/>
                  </a:cubicBezTo>
                  <a:cubicBezTo>
                    <a:pt x="1418" y="419"/>
                    <a:pt x="1168" y="62"/>
                    <a:pt x="810" y="14"/>
                  </a:cubicBezTo>
                  <a:cubicBezTo>
                    <a:pt x="766" y="5"/>
                    <a:pt x="722" y="0"/>
                    <a:pt x="679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6265350" y="3971075"/>
              <a:ext cx="33375" cy="33075"/>
            </a:xfrm>
            <a:custGeom>
              <a:avLst/>
              <a:gdLst/>
              <a:ahLst/>
              <a:cxnLst/>
              <a:rect l="l" t="t" r="r" b="b"/>
              <a:pathLst>
                <a:path w="1335" h="1323" extrusionOk="0">
                  <a:moveTo>
                    <a:pt x="652" y="1"/>
                  </a:moveTo>
                  <a:cubicBezTo>
                    <a:pt x="556" y="1"/>
                    <a:pt x="466" y="26"/>
                    <a:pt x="382" y="51"/>
                  </a:cubicBezTo>
                  <a:cubicBezTo>
                    <a:pt x="298" y="99"/>
                    <a:pt x="227" y="158"/>
                    <a:pt x="144" y="230"/>
                  </a:cubicBezTo>
                  <a:cubicBezTo>
                    <a:pt x="84" y="289"/>
                    <a:pt x="48" y="385"/>
                    <a:pt x="24" y="468"/>
                  </a:cubicBezTo>
                  <a:cubicBezTo>
                    <a:pt x="24" y="504"/>
                    <a:pt x="13" y="516"/>
                    <a:pt x="13" y="551"/>
                  </a:cubicBezTo>
                  <a:cubicBezTo>
                    <a:pt x="1" y="623"/>
                    <a:pt x="1" y="694"/>
                    <a:pt x="13" y="766"/>
                  </a:cubicBezTo>
                  <a:cubicBezTo>
                    <a:pt x="60" y="1039"/>
                    <a:pt x="263" y="1278"/>
                    <a:pt x="548" y="1301"/>
                  </a:cubicBezTo>
                  <a:cubicBezTo>
                    <a:pt x="595" y="1316"/>
                    <a:pt x="642" y="1322"/>
                    <a:pt x="689" y="1322"/>
                  </a:cubicBezTo>
                  <a:cubicBezTo>
                    <a:pt x="759" y="1322"/>
                    <a:pt x="829" y="1306"/>
                    <a:pt x="894" y="1278"/>
                  </a:cubicBezTo>
                  <a:cubicBezTo>
                    <a:pt x="977" y="1242"/>
                    <a:pt x="1072" y="1182"/>
                    <a:pt x="1144" y="1111"/>
                  </a:cubicBezTo>
                  <a:cubicBezTo>
                    <a:pt x="1251" y="1039"/>
                    <a:pt x="1310" y="920"/>
                    <a:pt x="1322" y="789"/>
                  </a:cubicBezTo>
                  <a:cubicBezTo>
                    <a:pt x="1334" y="706"/>
                    <a:pt x="1334" y="647"/>
                    <a:pt x="1322" y="575"/>
                  </a:cubicBezTo>
                  <a:cubicBezTo>
                    <a:pt x="1310" y="468"/>
                    <a:pt x="1275" y="385"/>
                    <a:pt x="1215" y="289"/>
                  </a:cubicBezTo>
                  <a:cubicBezTo>
                    <a:pt x="1179" y="218"/>
                    <a:pt x="1096" y="147"/>
                    <a:pt x="1025" y="99"/>
                  </a:cubicBezTo>
                  <a:cubicBezTo>
                    <a:pt x="953" y="51"/>
                    <a:pt x="858" y="27"/>
                    <a:pt x="775" y="16"/>
                  </a:cubicBezTo>
                  <a:cubicBezTo>
                    <a:pt x="733" y="5"/>
                    <a:pt x="692" y="1"/>
                    <a:pt x="65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6376075" y="3733725"/>
              <a:ext cx="25025" cy="23625"/>
            </a:xfrm>
            <a:custGeom>
              <a:avLst/>
              <a:gdLst/>
              <a:ahLst/>
              <a:cxnLst/>
              <a:rect l="l" t="t" r="r" b="b"/>
              <a:pathLst>
                <a:path w="1001" h="945" extrusionOk="0">
                  <a:moveTo>
                    <a:pt x="490" y="1"/>
                  </a:moveTo>
                  <a:cubicBezTo>
                    <a:pt x="268" y="1"/>
                    <a:pt x="56" y="168"/>
                    <a:pt x="25" y="401"/>
                  </a:cubicBezTo>
                  <a:cubicBezTo>
                    <a:pt x="25" y="425"/>
                    <a:pt x="1" y="473"/>
                    <a:pt x="1" y="497"/>
                  </a:cubicBezTo>
                  <a:cubicBezTo>
                    <a:pt x="1" y="604"/>
                    <a:pt x="48" y="699"/>
                    <a:pt x="108" y="770"/>
                  </a:cubicBezTo>
                  <a:cubicBezTo>
                    <a:pt x="179" y="830"/>
                    <a:pt x="263" y="889"/>
                    <a:pt x="358" y="913"/>
                  </a:cubicBezTo>
                  <a:cubicBezTo>
                    <a:pt x="370" y="913"/>
                    <a:pt x="394" y="937"/>
                    <a:pt x="406" y="937"/>
                  </a:cubicBezTo>
                  <a:cubicBezTo>
                    <a:pt x="436" y="941"/>
                    <a:pt x="467" y="944"/>
                    <a:pt x="497" y="944"/>
                  </a:cubicBezTo>
                  <a:cubicBezTo>
                    <a:pt x="550" y="944"/>
                    <a:pt x="603" y="936"/>
                    <a:pt x="656" y="913"/>
                  </a:cubicBezTo>
                  <a:cubicBezTo>
                    <a:pt x="810" y="854"/>
                    <a:pt x="929" y="723"/>
                    <a:pt x="953" y="556"/>
                  </a:cubicBezTo>
                  <a:cubicBezTo>
                    <a:pt x="1001" y="306"/>
                    <a:pt x="834" y="56"/>
                    <a:pt x="572" y="8"/>
                  </a:cubicBezTo>
                  <a:cubicBezTo>
                    <a:pt x="545" y="3"/>
                    <a:pt x="518" y="1"/>
                    <a:pt x="49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6507050" y="3935025"/>
              <a:ext cx="26225" cy="23850"/>
            </a:xfrm>
            <a:custGeom>
              <a:avLst/>
              <a:gdLst/>
              <a:ahLst/>
              <a:cxnLst/>
              <a:rect l="l" t="t" r="r" b="b"/>
              <a:pathLst>
                <a:path w="1049" h="954" extrusionOk="0">
                  <a:moveTo>
                    <a:pt x="532" y="0"/>
                  </a:moveTo>
                  <a:cubicBezTo>
                    <a:pt x="306" y="0"/>
                    <a:pt x="103" y="169"/>
                    <a:pt x="48" y="398"/>
                  </a:cubicBezTo>
                  <a:cubicBezTo>
                    <a:pt x="1" y="648"/>
                    <a:pt x="167" y="898"/>
                    <a:pt x="441" y="946"/>
                  </a:cubicBezTo>
                  <a:cubicBezTo>
                    <a:pt x="470" y="951"/>
                    <a:pt x="498" y="954"/>
                    <a:pt x="527" y="954"/>
                  </a:cubicBezTo>
                  <a:cubicBezTo>
                    <a:pt x="746" y="954"/>
                    <a:pt x="947" y="796"/>
                    <a:pt x="989" y="565"/>
                  </a:cubicBezTo>
                  <a:cubicBezTo>
                    <a:pt x="1048" y="291"/>
                    <a:pt x="870" y="53"/>
                    <a:pt x="596" y="5"/>
                  </a:cubicBezTo>
                  <a:cubicBezTo>
                    <a:pt x="574" y="2"/>
                    <a:pt x="553" y="0"/>
                    <a:pt x="53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5903100" y="3945425"/>
              <a:ext cx="25025" cy="23875"/>
            </a:xfrm>
            <a:custGeom>
              <a:avLst/>
              <a:gdLst/>
              <a:ahLst/>
              <a:cxnLst/>
              <a:rect l="l" t="t" r="r" b="b"/>
              <a:pathLst>
                <a:path w="1001" h="955" extrusionOk="0">
                  <a:moveTo>
                    <a:pt x="537" y="0"/>
                  </a:moveTo>
                  <a:cubicBezTo>
                    <a:pt x="497" y="0"/>
                    <a:pt x="457" y="6"/>
                    <a:pt x="417" y="6"/>
                  </a:cubicBezTo>
                  <a:cubicBezTo>
                    <a:pt x="322" y="30"/>
                    <a:pt x="227" y="89"/>
                    <a:pt x="167" y="160"/>
                  </a:cubicBezTo>
                  <a:cubicBezTo>
                    <a:pt x="108" y="220"/>
                    <a:pt x="60" y="303"/>
                    <a:pt x="48" y="399"/>
                  </a:cubicBezTo>
                  <a:cubicBezTo>
                    <a:pt x="1" y="601"/>
                    <a:pt x="120" y="815"/>
                    <a:pt x="298" y="899"/>
                  </a:cubicBezTo>
                  <a:cubicBezTo>
                    <a:pt x="346" y="922"/>
                    <a:pt x="382" y="934"/>
                    <a:pt x="441" y="946"/>
                  </a:cubicBezTo>
                  <a:cubicBezTo>
                    <a:pt x="471" y="951"/>
                    <a:pt x="500" y="954"/>
                    <a:pt x="529" y="954"/>
                  </a:cubicBezTo>
                  <a:cubicBezTo>
                    <a:pt x="570" y="954"/>
                    <a:pt x="609" y="948"/>
                    <a:pt x="644" y="934"/>
                  </a:cubicBezTo>
                  <a:cubicBezTo>
                    <a:pt x="656" y="934"/>
                    <a:pt x="679" y="922"/>
                    <a:pt x="691" y="922"/>
                  </a:cubicBezTo>
                  <a:cubicBezTo>
                    <a:pt x="798" y="887"/>
                    <a:pt x="870" y="815"/>
                    <a:pt x="929" y="720"/>
                  </a:cubicBezTo>
                  <a:cubicBezTo>
                    <a:pt x="929" y="708"/>
                    <a:pt x="941" y="696"/>
                    <a:pt x="941" y="684"/>
                  </a:cubicBezTo>
                  <a:cubicBezTo>
                    <a:pt x="953" y="637"/>
                    <a:pt x="977" y="601"/>
                    <a:pt x="989" y="541"/>
                  </a:cubicBezTo>
                  <a:cubicBezTo>
                    <a:pt x="1001" y="482"/>
                    <a:pt x="1001" y="446"/>
                    <a:pt x="989" y="387"/>
                  </a:cubicBezTo>
                  <a:cubicBezTo>
                    <a:pt x="977" y="303"/>
                    <a:pt x="941" y="232"/>
                    <a:pt x="882" y="172"/>
                  </a:cubicBezTo>
                  <a:cubicBezTo>
                    <a:pt x="810" y="101"/>
                    <a:pt x="727" y="41"/>
                    <a:pt x="596" y="6"/>
                  </a:cubicBezTo>
                  <a:cubicBezTo>
                    <a:pt x="576" y="2"/>
                    <a:pt x="556" y="0"/>
                    <a:pt x="53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745650" y="3654300"/>
              <a:ext cx="23825" cy="23825"/>
            </a:xfrm>
            <a:custGeom>
              <a:avLst/>
              <a:gdLst/>
              <a:ahLst/>
              <a:cxnLst/>
              <a:rect l="l" t="t" r="r" b="b"/>
              <a:pathLst>
                <a:path w="953" h="953" extrusionOk="0">
                  <a:moveTo>
                    <a:pt x="471" y="0"/>
                  </a:moveTo>
                  <a:cubicBezTo>
                    <a:pt x="444" y="0"/>
                    <a:pt x="417" y="6"/>
                    <a:pt x="393" y="18"/>
                  </a:cubicBezTo>
                  <a:cubicBezTo>
                    <a:pt x="298" y="30"/>
                    <a:pt x="203" y="78"/>
                    <a:pt x="131" y="149"/>
                  </a:cubicBezTo>
                  <a:cubicBezTo>
                    <a:pt x="72" y="209"/>
                    <a:pt x="24" y="292"/>
                    <a:pt x="0" y="387"/>
                  </a:cubicBezTo>
                  <a:lnTo>
                    <a:pt x="0" y="423"/>
                  </a:lnTo>
                  <a:cubicBezTo>
                    <a:pt x="0" y="518"/>
                    <a:pt x="12" y="626"/>
                    <a:pt x="60" y="721"/>
                  </a:cubicBezTo>
                  <a:cubicBezTo>
                    <a:pt x="131" y="840"/>
                    <a:pt x="238" y="923"/>
                    <a:pt x="381" y="935"/>
                  </a:cubicBezTo>
                  <a:cubicBezTo>
                    <a:pt x="411" y="947"/>
                    <a:pt x="441" y="953"/>
                    <a:pt x="471" y="953"/>
                  </a:cubicBezTo>
                  <a:cubicBezTo>
                    <a:pt x="500" y="953"/>
                    <a:pt x="530" y="947"/>
                    <a:pt x="560" y="935"/>
                  </a:cubicBezTo>
                  <a:cubicBezTo>
                    <a:pt x="667" y="923"/>
                    <a:pt x="750" y="864"/>
                    <a:pt x="810" y="792"/>
                  </a:cubicBezTo>
                  <a:cubicBezTo>
                    <a:pt x="846" y="757"/>
                    <a:pt x="858" y="733"/>
                    <a:pt x="870" y="697"/>
                  </a:cubicBezTo>
                  <a:cubicBezTo>
                    <a:pt x="905" y="661"/>
                    <a:pt x="917" y="614"/>
                    <a:pt x="929" y="554"/>
                  </a:cubicBezTo>
                  <a:cubicBezTo>
                    <a:pt x="953" y="506"/>
                    <a:pt x="953" y="459"/>
                    <a:pt x="929" y="423"/>
                  </a:cubicBezTo>
                  <a:cubicBezTo>
                    <a:pt x="905" y="221"/>
                    <a:pt x="750" y="42"/>
                    <a:pt x="548" y="18"/>
                  </a:cubicBezTo>
                  <a:cubicBezTo>
                    <a:pt x="524" y="6"/>
                    <a:pt x="497" y="0"/>
                    <a:pt x="47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4724975" y="3627350"/>
              <a:ext cx="23850" cy="23175"/>
            </a:xfrm>
            <a:custGeom>
              <a:avLst/>
              <a:gdLst/>
              <a:ahLst/>
              <a:cxnLst/>
              <a:rect l="l" t="t" r="r" b="b"/>
              <a:pathLst>
                <a:path w="954" h="927" extrusionOk="0">
                  <a:moveTo>
                    <a:pt x="446" y="1"/>
                  </a:moveTo>
                  <a:cubicBezTo>
                    <a:pt x="336" y="1"/>
                    <a:pt x="241" y="44"/>
                    <a:pt x="168" y="108"/>
                  </a:cubicBezTo>
                  <a:cubicBezTo>
                    <a:pt x="120" y="144"/>
                    <a:pt x="84" y="191"/>
                    <a:pt x="60" y="251"/>
                  </a:cubicBezTo>
                  <a:cubicBezTo>
                    <a:pt x="48" y="287"/>
                    <a:pt x="13" y="334"/>
                    <a:pt x="13" y="382"/>
                  </a:cubicBezTo>
                  <a:cubicBezTo>
                    <a:pt x="1" y="453"/>
                    <a:pt x="1" y="513"/>
                    <a:pt x="13" y="572"/>
                  </a:cubicBezTo>
                  <a:cubicBezTo>
                    <a:pt x="60" y="751"/>
                    <a:pt x="191" y="882"/>
                    <a:pt x="382" y="918"/>
                  </a:cubicBezTo>
                  <a:cubicBezTo>
                    <a:pt x="416" y="924"/>
                    <a:pt x="450" y="926"/>
                    <a:pt x="482" y="926"/>
                  </a:cubicBezTo>
                  <a:cubicBezTo>
                    <a:pt x="581" y="926"/>
                    <a:pt x="667" y="898"/>
                    <a:pt x="739" y="834"/>
                  </a:cubicBezTo>
                  <a:cubicBezTo>
                    <a:pt x="822" y="811"/>
                    <a:pt x="882" y="739"/>
                    <a:pt x="906" y="632"/>
                  </a:cubicBezTo>
                  <a:cubicBezTo>
                    <a:pt x="918" y="608"/>
                    <a:pt x="918" y="584"/>
                    <a:pt x="918" y="561"/>
                  </a:cubicBezTo>
                  <a:cubicBezTo>
                    <a:pt x="953" y="441"/>
                    <a:pt x="918" y="334"/>
                    <a:pt x="858" y="227"/>
                  </a:cubicBezTo>
                  <a:cubicBezTo>
                    <a:pt x="799" y="132"/>
                    <a:pt x="715" y="49"/>
                    <a:pt x="596" y="25"/>
                  </a:cubicBezTo>
                  <a:cubicBezTo>
                    <a:pt x="584" y="25"/>
                    <a:pt x="560" y="13"/>
                    <a:pt x="549" y="13"/>
                  </a:cubicBezTo>
                  <a:cubicBezTo>
                    <a:pt x="513" y="5"/>
                    <a:pt x="479" y="1"/>
                    <a:pt x="44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094675" y="3924725"/>
              <a:ext cx="25325" cy="23725"/>
            </a:xfrm>
            <a:custGeom>
              <a:avLst/>
              <a:gdLst/>
              <a:ahLst/>
              <a:cxnLst/>
              <a:rect l="l" t="t" r="r" b="b"/>
              <a:pathLst>
                <a:path w="1013" h="949" extrusionOk="0">
                  <a:moveTo>
                    <a:pt x="524" y="0"/>
                  </a:moveTo>
                  <a:cubicBezTo>
                    <a:pt x="417" y="0"/>
                    <a:pt x="334" y="36"/>
                    <a:pt x="239" y="96"/>
                  </a:cubicBezTo>
                  <a:cubicBezTo>
                    <a:pt x="131" y="167"/>
                    <a:pt x="60" y="274"/>
                    <a:pt x="48" y="393"/>
                  </a:cubicBezTo>
                  <a:cubicBezTo>
                    <a:pt x="0" y="643"/>
                    <a:pt x="167" y="893"/>
                    <a:pt x="429" y="941"/>
                  </a:cubicBezTo>
                  <a:cubicBezTo>
                    <a:pt x="459" y="946"/>
                    <a:pt x="489" y="949"/>
                    <a:pt x="518" y="949"/>
                  </a:cubicBezTo>
                  <a:cubicBezTo>
                    <a:pt x="746" y="949"/>
                    <a:pt x="946" y="792"/>
                    <a:pt x="989" y="560"/>
                  </a:cubicBezTo>
                  <a:cubicBezTo>
                    <a:pt x="1012" y="405"/>
                    <a:pt x="977" y="238"/>
                    <a:pt x="870" y="143"/>
                  </a:cubicBezTo>
                  <a:cubicBezTo>
                    <a:pt x="774" y="84"/>
                    <a:pt x="691" y="24"/>
                    <a:pt x="584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6464775" y="4572300"/>
              <a:ext cx="35450" cy="32975"/>
            </a:xfrm>
            <a:custGeom>
              <a:avLst/>
              <a:gdLst/>
              <a:ahLst/>
              <a:cxnLst/>
              <a:rect l="l" t="t" r="r" b="b"/>
              <a:pathLst>
                <a:path w="1418" h="1319" extrusionOk="0">
                  <a:moveTo>
                    <a:pt x="729" y="1"/>
                  </a:moveTo>
                  <a:cubicBezTo>
                    <a:pt x="680" y="1"/>
                    <a:pt x="630" y="9"/>
                    <a:pt x="584" y="29"/>
                  </a:cubicBezTo>
                  <a:cubicBezTo>
                    <a:pt x="525" y="41"/>
                    <a:pt x="477" y="53"/>
                    <a:pt x="418" y="89"/>
                  </a:cubicBezTo>
                  <a:cubicBezTo>
                    <a:pt x="322" y="136"/>
                    <a:pt x="251" y="208"/>
                    <a:pt x="191" y="279"/>
                  </a:cubicBezTo>
                  <a:cubicBezTo>
                    <a:pt x="132" y="351"/>
                    <a:pt x="84" y="446"/>
                    <a:pt x="72" y="553"/>
                  </a:cubicBezTo>
                  <a:cubicBezTo>
                    <a:pt x="1" y="910"/>
                    <a:pt x="251" y="1267"/>
                    <a:pt x="608" y="1303"/>
                  </a:cubicBezTo>
                  <a:cubicBezTo>
                    <a:pt x="653" y="1314"/>
                    <a:pt x="698" y="1319"/>
                    <a:pt x="743" y="1319"/>
                  </a:cubicBezTo>
                  <a:cubicBezTo>
                    <a:pt x="1051" y="1319"/>
                    <a:pt x="1328" y="1079"/>
                    <a:pt x="1370" y="767"/>
                  </a:cubicBezTo>
                  <a:cubicBezTo>
                    <a:pt x="1418" y="565"/>
                    <a:pt x="1358" y="374"/>
                    <a:pt x="1215" y="220"/>
                  </a:cubicBezTo>
                  <a:cubicBezTo>
                    <a:pt x="1180" y="160"/>
                    <a:pt x="1096" y="100"/>
                    <a:pt x="1001" y="53"/>
                  </a:cubicBezTo>
                  <a:cubicBezTo>
                    <a:pt x="953" y="41"/>
                    <a:pt x="918" y="29"/>
                    <a:pt x="882" y="17"/>
                  </a:cubicBezTo>
                  <a:lnTo>
                    <a:pt x="846" y="17"/>
                  </a:lnTo>
                  <a:cubicBezTo>
                    <a:pt x="809" y="6"/>
                    <a:pt x="769" y="1"/>
                    <a:pt x="729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6403775" y="3934525"/>
              <a:ext cx="13700" cy="13725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95" y="0"/>
                  </a:moveTo>
                  <a:cubicBezTo>
                    <a:pt x="163" y="0"/>
                    <a:pt x="45" y="82"/>
                    <a:pt x="12" y="227"/>
                  </a:cubicBezTo>
                  <a:lnTo>
                    <a:pt x="12" y="251"/>
                  </a:lnTo>
                  <a:cubicBezTo>
                    <a:pt x="0" y="406"/>
                    <a:pt x="72" y="537"/>
                    <a:pt x="226" y="549"/>
                  </a:cubicBezTo>
                  <a:lnTo>
                    <a:pt x="250" y="549"/>
                  </a:lnTo>
                  <a:cubicBezTo>
                    <a:pt x="369" y="549"/>
                    <a:pt x="488" y="489"/>
                    <a:pt x="524" y="370"/>
                  </a:cubicBezTo>
                  <a:cubicBezTo>
                    <a:pt x="524" y="358"/>
                    <a:pt x="536" y="346"/>
                    <a:pt x="536" y="323"/>
                  </a:cubicBezTo>
                  <a:cubicBezTo>
                    <a:pt x="548" y="251"/>
                    <a:pt x="536" y="180"/>
                    <a:pt x="488" y="120"/>
                  </a:cubicBezTo>
                  <a:cubicBezTo>
                    <a:pt x="476" y="108"/>
                    <a:pt x="453" y="73"/>
                    <a:pt x="441" y="61"/>
                  </a:cubicBezTo>
                  <a:cubicBezTo>
                    <a:pt x="417" y="25"/>
                    <a:pt x="369" y="13"/>
                    <a:pt x="322" y="1"/>
                  </a:cubicBezTo>
                  <a:cubicBezTo>
                    <a:pt x="313" y="0"/>
                    <a:pt x="304" y="0"/>
                    <a:pt x="295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6161475" y="3834275"/>
              <a:ext cx="13725" cy="13075"/>
            </a:xfrm>
            <a:custGeom>
              <a:avLst/>
              <a:gdLst/>
              <a:ahLst/>
              <a:cxnLst/>
              <a:rect l="l" t="t" r="r" b="b"/>
              <a:pathLst>
                <a:path w="549" h="523" extrusionOk="0">
                  <a:moveTo>
                    <a:pt x="255" y="1"/>
                  </a:moveTo>
                  <a:cubicBezTo>
                    <a:pt x="211" y="1"/>
                    <a:pt x="165" y="18"/>
                    <a:pt x="131" y="35"/>
                  </a:cubicBezTo>
                  <a:cubicBezTo>
                    <a:pt x="60" y="70"/>
                    <a:pt x="0" y="142"/>
                    <a:pt x="0" y="213"/>
                  </a:cubicBezTo>
                  <a:lnTo>
                    <a:pt x="0" y="332"/>
                  </a:lnTo>
                  <a:lnTo>
                    <a:pt x="0" y="344"/>
                  </a:lnTo>
                  <a:cubicBezTo>
                    <a:pt x="36" y="439"/>
                    <a:pt x="108" y="511"/>
                    <a:pt x="215" y="523"/>
                  </a:cubicBezTo>
                  <a:lnTo>
                    <a:pt x="334" y="523"/>
                  </a:lnTo>
                  <a:cubicBezTo>
                    <a:pt x="358" y="511"/>
                    <a:pt x="405" y="499"/>
                    <a:pt x="429" y="487"/>
                  </a:cubicBezTo>
                  <a:cubicBezTo>
                    <a:pt x="489" y="439"/>
                    <a:pt x="524" y="380"/>
                    <a:pt x="536" y="320"/>
                  </a:cubicBezTo>
                  <a:cubicBezTo>
                    <a:pt x="548" y="249"/>
                    <a:pt x="536" y="189"/>
                    <a:pt x="512" y="142"/>
                  </a:cubicBezTo>
                  <a:cubicBezTo>
                    <a:pt x="465" y="70"/>
                    <a:pt x="405" y="23"/>
                    <a:pt x="310" y="11"/>
                  </a:cubicBezTo>
                  <a:cubicBezTo>
                    <a:pt x="293" y="4"/>
                    <a:pt x="274" y="1"/>
                    <a:pt x="25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6281425" y="3778100"/>
              <a:ext cx="13425" cy="13675"/>
            </a:xfrm>
            <a:custGeom>
              <a:avLst/>
              <a:gdLst/>
              <a:ahLst/>
              <a:cxnLst/>
              <a:rect l="l" t="t" r="r" b="b"/>
              <a:pathLst>
                <a:path w="537" h="547" extrusionOk="0">
                  <a:moveTo>
                    <a:pt x="266" y="1"/>
                  </a:moveTo>
                  <a:cubicBezTo>
                    <a:pt x="144" y="1"/>
                    <a:pt x="33" y="99"/>
                    <a:pt x="13" y="234"/>
                  </a:cubicBezTo>
                  <a:cubicBezTo>
                    <a:pt x="1" y="305"/>
                    <a:pt x="13" y="365"/>
                    <a:pt x="60" y="424"/>
                  </a:cubicBezTo>
                  <a:cubicBezTo>
                    <a:pt x="84" y="484"/>
                    <a:pt x="143" y="531"/>
                    <a:pt x="215" y="543"/>
                  </a:cubicBezTo>
                  <a:cubicBezTo>
                    <a:pt x="231" y="546"/>
                    <a:pt x="247" y="547"/>
                    <a:pt x="262" y="547"/>
                  </a:cubicBezTo>
                  <a:cubicBezTo>
                    <a:pt x="398" y="547"/>
                    <a:pt x="515" y="456"/>
                    <a:pt x="536" y="317"/>
                  </a:cubicBezTo>
                  <a:lnTo>
                    <a:pt x="536" y="198"/>
                  </a:lnTo>
                  <a:cubicBezTo>
                    <a:pt x="501" y="91"/>
                    <a:pt x="429" y="19"/>
                    <a:pt x="322" y="7"/>
                  </a:cubicBezTo>
                  <a:cubicBezTo>
                    <a:pt x="303" y="3"/>
                    <a:pt x="285" y="1"/>
                    <a:pt x="26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5725700" y="3689500"/>
              <a:ext cx="14625" cy="13575"/>
            </a:xfrm>
            <a:custGeom>
              <a:avLst/>
              <a:gdLst/>
              <a:ahLst/>
              <a:cxnLst/>
              <a:rect l="l" t="t" r="r" b="b"/>
              <a:pathLst>
                <a:path w="585" h="543" extrusionOk="0">
                  <a:moveTo>
                    <a:pt x="305" y="0"/>
                  </a:moveTo>
                  <a:cubicBezTo>
                    <a:pt x="175" y="0"/>
                    <a:pt x="47" y="100"/>
                    <a:pt x="36" y="230"/>
                  </a:cubicBezTo>
                  <a:cubicBezTo>
                    <a:pt x="1" y="384"/>
                    <a:pt x="108" y="527"/>
                    <a:pt x="263" y="539"/>
                  </a:cubicBezTo>
                  <a:cubicBezTo>
                    <a:pt x="277" y="542"/>
                    <a:pt x="292" y="543"/>
                    <a:pt x="307" y="543"/>
                  </a:cubicBezTo>
                  <a:cubicBezTo>
                    <a:pt x="436" y="543"/>
                    <a:pt x="561" y="453"/>
                    <a:pt x="572" y="325"/>
                  </a:cubicBezTo>
                  <a:cubicBezTo>
                    <a:pt x="584" y="182"/>
                    <a:pt x="501" y="39"/>
                    <a:pt x="346" y="3"/>
                  </a:cubicBezTo>
                  <a:cubicBezTo>
                    <a:pt x="332" y="1"/>
                    <a:pt x="319" y="0"/>
                    <a:pt x="305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008050" y="3646000"/>
              <a:ext cx="14325" cy="13600"/>
            </a:xfrm>
            <a:custGeom>
              <a:avLst/>
              <a:gdLst/>
              <a:ahLst/>
              <a:cxnLst/>
              <a:rect l="l" t="t" r="r" b="b"/>
              <a:pathLst>
                <a:path w="573" h="544" extrusionOk="0">
                  <a:moveTo>
                    <a:pt x="295" y="1"/>
                  </a:moveTo>
                  <a:cubicBezTo>
                    <a:pt x="233" y="1"/>
                    <a:pt x="166" y="18"/>
                    <a:pt x="120" y="65"/>
                  </a:cubicBezTo>
                  <a:cubicBezTo>
                    <a:pt x="96" y="88"/>
                    <a:pt x="60" y="124"/>
                    <a:pt x="48" y="148"/>
                  </a:cubicBezTo>
                  <a:cubicBezTo>
                    <a:pt x="36" y="172"/>
                    <a:pt x="36" y="196"/>
                    <a:pt x="13" y="231"/>
                  </a:cubicBezTo>
                  <a:cubicBezTo>
                    <a:pt x="1" y="315"/>
                    <a:pt x="36" y="386"/>
                    <a:pt x="72" y="446"/>
                  </a:cubicBezTo>
                  <a:cubicBezTo>
                    <a:pt x="120" y="493"/>
                    <a:pt x="167" y="529"/>
                    <a:pt x="239" y="541"/>
                  </a:cubicBezTo>
                  <a:lnTo>
                    <a:pt x="275" y="541"/>
                  </a:lnTo>
                  <a:cubicBezTo>
                    <a:pt x="286" y="542"/>
                    <a:pt x="298" y="543"/>
                    <a:pt x="310" y="543"/>
                  </a:cubicBezTo>
                  <a:cubicBezTo>
                    <a:pt x="393" y="543"/>
                    <a:pt x="471" y="507"/>
                    <a:pt x="513" y="434"/>
                  </a:cubicBezTo>
                  <a:cubicBezTo>
                    <a:pt x="536" y="410"/>
                    <a:pt x="548" y="362"/>
                    <a:pt x="548" y="327"/>
                  </a:cubicBezTo>
                  <a:cubicBezTo>
                    <a:pt x="572" y="291"/>
                    <a:pt x="548" y="231"/>
                    <a:pt x="536" y="184"/>
                  </a:cubicBezTo>
                  <a:cubicBezTo>
                    <a:pt x="525" y="124"/>
                    <a:pt x="477" y="65"/>
                    <a:pt x="417" y="29"/>
                  </a:cubicBezTo>
                  <a:cubicBezTo>
                    <a:pt x="394" y="17"/>
                    <a:pt x="370" y="5"/>
                    <a:pt x="346" y="5"/>
                  </a:cubicBezTo>
                  <a:cubicBezTo>
                    <a:pt x="330" y="2"/>
                    <a:pt x="313" y="1"/>
                    <a:pt x="29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802500" y="3765075"/>
              <a:ext cx="14600" cy="13325"/>
            </a:xfrm>
            <a:custGeom>
              <a:avLst/>
              <a:gdLst/>
              <a:ahLst/>
              <a:cxnLst/>
              <a:rect l="l" t="t" r="r" b="b"/>
              <a:pathLst>
                <a:path w="584" h="533" extrusionOk="0">
                  <a:moveTo>
                    <a:pt x="272" y="0"/>
                  </a:moveTo>
                  <a:cubicBezTo>
                    <a:pt x="159" y="0"/>
                    <a:pt x="54" y="69"/>
                    <a:pt x="12" y="183"/>
                  </a:cubicBezTo>
                  <a:cubicBezTo>
                    <a:pt x="12" y="195"/>
                    <a:pt x="0" y="219"/>
                    <a:pt x="0" y="219"/>
                  </a:cubicBezTo>
                  <a:cubicBezTo>
                    <a:pt x="0" y="362"/>
                    <a:pt x="84" y="517"/>
                    <a:pt x="239" y="528"/>
                  </a:cubicBezTo>
                  <a:cubicBezTo>
                    <a:pt x="255" y="531"/>
                    <a:pt x="273" y="533"/>
                    <a:pt x="291" y="533"/>
                  </a:cubicBezTo>
                  <a:cubicBezTo>
                    <a:pt x="347" y="533"/>
                    <a:pt x="405" y="517"/>
                    <a:pt x="441" y="481"/>
                  </a:cubicBezTo>
                  <a:cubicBezTo>
                    <a:pt x="489" y="433"/>
                    <a:pt x="536" y="397"/>
                    <a:pt x="548" y="314"/>
                  </a:cubicBezTo>
                  <a:cubicBezTo>
                    <a:pt x="584" y="171"/>
                    <a:pt x="489" y="40"/>
                    <a:pt x="346" y="5"/>
                  </a:cubicBezTo>
                  <a:lnTo>
                    <a:pt x="322" y="5"/>
                  </a:lnTo>
                  <a:cubicBezTo>
                    <a:pt x="305" y="1"/>
                    <a:pt x="288" y="0"/>
                    <a:pt x="27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6023950" y="3621525"/>
              <a:ext cx="14325" cy="13675"/>
            </a:xfrm>
            <a:custGeom>
              <a:avLst/>
              <a:gdLst/>
              <a:ahLst/>
              <a:cxnLst/>
              <a:rect l="l" t="t" r="r" b="b"/>
              <a:pathLst>
                <a:path w="573" h="547" extrusionOk="0">
                  <a:moveTo>
                    <a:pt x="262" y="1"/>
                  </a:moveTo>
                  <a:cubicBezTo>
                    <a:pt x="132" y="1"/>
                    <a:pt x="23" y="98"/>
                    <a:pt x="13" y="222"/>
                  </a:cubicBezTo>
                  <a:cubicBezTo>
                    <a:pt x="1" y="377"/>
                    <a:pt x="72" y="520"/>
                    <a:pt x="239" y="544"/>
                  </a:cubicBezTo>
                  <a:cubicBezTo>
                    <a:pt x="252" y="546"/>
                    <a:pt x="266" y="547"/>
                    <a:pt x="279" y="547"/>
                  </a:cubicBezTo>
                  <a:cubicBezTo>
                    <a:pt x="410" y="547"/>
                    <a:pt x="538" y="447"/>
                    <a:pt x="548" y="317"/>
                  </a:cubicBezTo>
                  <a:cubicBezTo>
                    <a:pt x="572" y="163"/>
                    <a:pt x="465" y="20"/>
                    <a:pt x="322" y="8"/>
                  </a:cubicBezTo>
                  <a:cubicBezTo>
                    <a:pt x="302" y="3"/>
                    <a:pt x="282" y="1"/>
                    <a:pt x="26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716175" y="3810850"/>
              <a:ext cx="13725" cy="13675"/>
            </a:xfrm>
            <a:custGeom>
              <a:avLst/>
              <a:gdLst/>
              <a:ahLst/>
              <a:cxnLst/>
              <a:rect l="l" t="t" r="r" b="b"/>
              <a:pathLst>
                <a:path w="549" h="547" extrusionOk="0">
                  <a:moveTo>
                    <a:pt x="266" y="0"/>
                  </a:moveTo>
                  <a:cubicBezTo>
                    <a:pt x="141" y="0"/>
                    <a:pt x="23" y="99"/>
                    <a:pt x="13" y="233"/>
                  </a:cubicBezTo>
                  <a:lnTo>
                    <a:pt x="13" y="257"/>
                  </a:lnTo>
                  <a:cubicBezTo>
                    <a:pt x="1" y="388"/>
                    <a:pt x="84" y="507"/>
                    <a:pt x="227" y="543"/>
                  </a:cubicBezTo>
                  <a:cubicBezTo>
                    <a:pt x="242" y="545"/>
                    <a:pt x="256" y="547"/>
                    <a:pt x="271" y="547"/>
                  </a:cubicBezTo>
                  <a:cubicBezTo>
                    <a:pt x="400" y="547"/>
                    <a:pt x="526" y="456"/>
                    <a:pt x="536" y="317"/>
                  </a:cubicBezTo>
                  <a:cubicBezTo>
                    <a:pt x="548" y="198"/>
                    <a:pt x="501" y="79"/>
                    <a:pt x="394" y="31"/>
                  </a:cubicBezTo>
                  <a:cubicBezTo>
                    <a:pt x="370" y="19"/>
                    <a:pt x="358" y="7"/>
                    <a:pt x="322" y="7"/>
                  </a:cubicBezTo>
                  <a:cubicBezTo>
                    <a:pt x="303" y="2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" name="Google Shape;91;p2"/>
          <p:cNvSpPr/>
          <p:nvPr/>
        </p:nvSpPr>
        <p:spPr>
          <a:xfrm>
            <a:off x="0" y="4845825"/>
            <a:ext cx="9144000" cy="29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ctrTitle"/>
          </p:nvPr>
        </p:nvSpPr>
        <p:spPr>
          <a:xfrm>
            <a:off x="3639669" y="1194200"/>
            <a:ext cx="4849500" cy="24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"/>
          <p:cNvSpPr txBox="1">
            <a:spLocks noGrp="1"/>
          </p:cNvSpPr>
          <p:nvPr>
            <p:ph type="subTitle" idx="1"/>
          </p:nvPr>
        </p:nvSpPr>
        <p:spPr>
          <a:xfrm>
            <a:off x="3639669" y="3663500"/>
            <a:ext cx="4849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94" name="Google Shape;94;p2"/>
          <p:cNvGrpSpPr/>
          <p:nvPr/>
        </p:nvGrpSpPr>
        <p:grpSpPr>
          <a:xfrm flipH="1">
            <a:off x="8" y="1"/>
            <a:ext cx="4198961" cy="2036907"/>
            <a:chOff x="4643125" y="3610400"/>
            <a:chExt cx="2050875" cy="994875"/>
          </a:xfrm>
        </p:grpSpPr>
        <p:sp>
          <p:nvSpPr>
            <p:cNvPr id="95" name="Google Shape;95;p2"/>
            <p:cNvSpPr/>
            <p:nvPr/>
          </p:nvSpPr>
          <p:spPr>
            <a:xfrm>
              <a:off x="5600100" y="3665175"/>
              <a:ext cx="147050" cy="30375"/>
            </a:xfrm>
            <a:custGeom>
              <a:avLst/>
              <a:gdLst/>
              <a:ahLst/>
              <a:cxnLst/>
              <a:rect l="l" t="t" r="r" b="b"/>
              <a:pathLst>
                <a:path w="5882" h="1215" extrusionOk="0">
                  <a:moveTo>
                    <a:pt x="5810" y="0"/>
                  </a:moveTo>
                  <a:lnTo>
                    <a:pt x="72" y="905"/>
                  </a:lnTo>
                  <a:lnTo>
                    <a:pt x="0" y="1214"/>
                  </a:lnTo>
                  <a:lnTo>
                    <a:pt x="5882" y="286"/>
                  </a:lnTo>
                  <a:cubicBezTo>
                    <a:pt x="5834" y="191"/>
                    <a:pt x="5799" y="107"/>
                    <a:pt x="581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504550" y="3688675"/>
              <a:ext cx="89625" cy="20275"/>
            </a:xfrm>
            <a:custGeom>
              <a:avLst/>
              <a:gdLst/>
              <a:ahLst/>
              <a:cxnLst/>
              <a:rect l="l" t="t" r="r" b="b"/>
              <a:pathLst>
                <a:path w="3585" h="811" extrusionOk="0">
                  <a:moveTo>
                    <a:pt x="3584" y="1"/>
                  </a:moveTo>
                  <a:lnTo>
                    <a:pt x="0" y="560"/>
                  </a:lnTo>
                  <a:lnTo>
                    <a:pt x="0" y="655"/>
                  </a:lnTo>
                  <a:lnTo>
                    <a:pt x="262" y="810"/>
                  </a:lnTo>
                  <a:lnTo>
                    <a:pt x="3513" y="310"/>
                  </a:lnTo>
                  <a:lnTo>
                    <a:pt x="358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5497700" y="3708925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0" y="0"/>
                  </a:moveTo>
                  <a:cubicBezTo>
                    <a:pt x="0" y="0"/>
                    <a:pt x="0" y="24"/>
                    <a:pt x="0" y="0"/>
                  </a:cubicBezTo>
                  <a:cubicBezTo>
                    <a:pt x="0" y="24"/>
                    <a:pt x="0" y="24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5498600" y="37101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5497400" y="370892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cubicBezTo>
                    <a:pt x="12" y="0"/>
                    <a:pt x="12" y="0"/>
                    <a:pt x="1" y="0"/>
                  </a:cubicBezTo>
                  <a:cubicBezTo>
                    <a:pt x="12" y="0"/>
                    <a:pt x="12" y="0"/>
                    <a:pt x="1" y="0"/>
                  </a:cubicBezTo>
                  <a:cubicBezTo>
                    <a:pt x="12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5498000" y="3709525"/>
              <a:ext cx="925" cy="300"/>
            </a:xfrm>
            <a:custGeom>
              <a:avLst/>
              <a:gdLst/>
              <a:ahLst/>
              <a:cxnLst/>
              <a:rect l="l" t="t" r="r" b="b"/>
              <a:pathLst>
                <a:path w="37" h="12" extrusionOk="0">
                  <a:moveTo>
                    <a:pt x="0" y="0"/>
                  </a:moveTo>
                  <a:cubicBezTo>
                    <a:pt x="0" y="12"/>
                    <a:pt x="24" y="12"/>
                    <a:pt x="36" y="12"/>
                  </a:cubicBezTo>
                  <a:lnTo>
                    <a:pt x="36" y="12"/>
                  </a:lnTo>
                  <a:cubicBezTo>
                    <a:pt x="24" y="12"/>
                    <a:pt x="0" y="12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5497100" y="370712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"/>
                  </a:moveTo>
                  <a:cubicBezTo>
                    <a:pt x="1" y="13"/>
                    <a:pt x="1" y="13"/>
                    <a:pt x="1" y="1"/>
                  </a:cubicBezTo>
                  <a:lnTo>
                    <a:pt x="1" y="13"/>
                  </a:lnTo>
                  <a:lnTo>
                    <a:pt x="1" y="13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5695050" y="3824700"/>
              <a:ext cx="212250" cy="130700"/>
            </a:xfrm>
            <a:custGeom>
              <a:avLst/>
              <a:gdLst/>
              <a:ahLst/>
              <a:cxnLst/>
              <a:rect l="l" t="t" r="r" b="b"/>
              <a:pathLst>
                <a:path w="8490" h="5228" extrusionOk="0">
                  <a:moveTo>
                    <a:pt x="298" y="1"/>
                  </a:moveTo>
                  <a:lnTo>
                    <a:pt x="0" y="167"/>
                  </a:lnTo>
                  <a:lnTo>
                    <a:pt x="8370" y="5228"/>
                  </a:lnTo>
                  <a:cubicBezTo>
                    <a:pt x="8382" y="5132"/>
                    <a:pt x="8430" y="5061"/>
                    <a:pt x="8489" y="4989"/>
                  </a:cubicBezTo>
                  <a:lnTo>
                    <a:pt x="8466" y="4930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5583725" y="3754175"/>
              <a:ext cx="111650" cy="70250"/>
            </a:xfrm>
            <a:custGeom>
              <a:avLst/>
              <a:gdLst/>
              <a:ahLst/>
              <a:cxnLst/>
              <a:rect l="l" t="t" r="r" b="b"/>
              <a:pathLst>
                <a:path w="4466" h="2810" extrusionOk="0">
                  <a:moveTo>
                    <a:pt x="72" y="0"/>
                  </a:moveTo>
                  <a:lnTo>
                    <a:pt x="0" y="298"/>
                  </a:lnTo>
                  <a:lnTo>
                    <a:pt x="4168" y="2810"/>
                  </a:lnTo>
                  <a:lnTo>
                    <a:pt x="4465" y="2643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5498600" y="3705050"/>
              <a:ext cx="80375" cy="52400"/>
            </a:xfrm>
            <a:custGeom>
              <a:avLst/>
              <a:gdLst/>
              <a:ahLst/>
              <a:cxnLst/>
              <a:rect l="l" t="t" r="r" b="b"/>
              <a:pathLst>
                <a:path w="3215" h="2096" extrusionOk="0">
                  <a:moveTo>
                    <a:pt x="0" y="203"/>
                  </a:moveTo>
                  <a:cubicBezTo>
                    <a:pt x="18" y="212"/>
                    <a:pt x="44" y="228"/>
                    <a:pt x="65" y="235"/>
                  </a:cubicBezTo>
                  <a:lnTo>
                    <a:pt x="65" y="235"/>
                  </a:lnTo>
                  <a:lnTo>
                    <a:pt x="12" y="203"/>
                  </a:lnTo>
                  <a:close/>
                  <a:moveTo>
                    <a:pt x="238" y="0"/>
                  </a:moveTo>
                  <a:lnTo>
                    <a:pt x="238" y="84"/>
                  </a:lnTo>
                  <a:cubicBezTo>
                    <a:pt x="238" y="155"/>
                    <a:pt x="179" y="239"/>
                    <a:pt x="84" y="239"/>
                  </a:cubicBezTo>
                  <a:cubicBezTo>
                    <a:pt x="78" y="239"/>
                    <a:pt x="72" y="237"/>
                    <a:pt x="65" y="235"/>
                  </a:cubicBezTo>
                  <a:lnTo>
                    <a:pt x="65" y="235"/>
                  </a:lnTo>
                  <a:lnTo>
                    <a:pt x="3132" y="2096"/>
                  </a:lnTo>
                  <a:lnTo>
                    <a:pt x="3215" y="1798"/>
                  </a:lnTo>
                  <a:lnTo>
                    <a:pt x="500" y="155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497100" y="3708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5498600" y="37101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497700" y="37089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4643125" y="3610700"/>
              <a:ext cx="30400" cy="48250"/>
            </a:xfrm>
            <a:custGeom>
              <a:avLst/>
              <a:gdLst/>
              <a:ahLst/>
              <a:cxnLst/>
              <a:rect l="l" t="t" r="r" b="b"/>
              <a:pathLst>
                <a:path w="1216" h="1930" extrusionOk="0">
                  <a:moveTo>
                    <a:pt x="1" y="0"/>
                  </a:moveTo>
                  <a:lnTo>
                    <a:pt x="953" y="1929"/>
                  </a:lnTo>
                  <a:lnTo>
                    <a:pt x="1215" y="1810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4743450" y="3642850"/>
              <a:ext cx="94675" cy="72950"/>
            </a:xfrm>
            <a:custGeom>
              <a:avLst/>
              <a:gdLst/>
              <a:ahLst/>
              <a:cxnLst/>
              <a:rect l="l" t="t" r="r" b="b"/>
              <a:pathLst>
                <a:path w="3787" h="2918" extrusionOk="0">
                  <a:moveTo>
                    <a:pt x="179" y="0"/>
                  </a:moveTo>
                  <a:cubicBezTo>
                    <a:pt x="155" y="107"/>
                    <a:pt x="95" y="179"/>
                    <a:pt x="0" y="238"/>
                  </a:cubicBezTo>
                  <a:lnTo>
                    <a:pt x="3627" y="2879"/>
                  </a:lnTo>
                  <a:lnTo>
                    <a:pt x="3627" y="2879"/>
                  </a:lnTo>
                  <a:cubicBezTo>
                    <a:pt x="3622" y="2872"/>
                    <a:pt x="3620" y="2864"/>
                    <a:pt x="3620" y="2858"/>
                  </a:cubicBezTo>
                  <a:cubicBezTo>
                    <a:pt x="3596" y="2786"/>
                    <a:pt x="3631" y="2691"/>
                    <a:pt x="3715" y="2667"/>
                  </a:cubicBezTo>
                  <a:lnTo>
                    <a:pt x="3786" y="2631"/>
                  </a:lnTo>
                  <a:lnTo>
                    <a:pt x="179" y="0"/>
                  </a:lnTo>
                  <a:close/>
                  <a:moveTo>
                    <a:pt x="3627" y="2879"/>
                  </a:moveTo>
                  <a:lnTo>
                    <a:pt x="3627" y="2879"/>
                  </a:lnTo>
                  <a:cubicBezTo>
                    <a:pt x="3638" y="2898"/>
                    <a:pt x="3662" y="2917"/>
                    <a:pt x="3679" y="2917"/>
                  </a:cubicBezTo>
                  <a:lnTo>
                    <a:pt x="3627" y="2879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4835125" y="3716075"/>
              <a:ext cx="600" cy="300"/>
            </a:xfrm>
            <a:custGeom>
              <a:avLst/>
              <a:gdLst/>
              <a:ahLst/>
              <a:cxnLst/>
              <a:rect l="l" t="t" r="r" b="b"/>
              <a:pathLst>
                <a:path w="24" h="12" extrusionOk="0">
                  <a:moveTo>
                    <a:pt x="0" y="0"/>
                  </a:moveTo>
                  <a:cubicBezTo>
                    <a:pt x="12" y="0"/>
                    <a:pt x="12" y="12"/>
                    <a:pt x="24" y="12"/>
                  </a:cubicBezTo>
                  <a:cubicBezTo>
                    <a:pt x="12" y="12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4833325" y="3649975"/>
              <a:ext cx="176825" cy="67000"/>
            </a:xfrm>
            <a:custGeom>
              <a:avLst/>
              <a:gdLst/>
              <a:ahLst/>
              <a:cxnLst/>
              <a:rect l="l" t="t" r="r" b="b"/>
              <a:pathLst>
                <a:path w="7073" h="2680" extrusionOk="0">
                  <a:moveTo>
                    <a:pt x="7049" y="1"/>
                  </a:moveTo>
                  <a:lnTo>
                    <a:pt x="191" y="2358"/>
                  </a:lnTo>
                  <a:lnTo>
                    <a:pt x="120" y="2394"/>
                  </a:lnTo>
                  <a:cubicBezTo>
                    <a:pt x="36" y="2418"/>
                    <a:pt x="1" y="2501"/>
                    <a:pt x="25" y="2584"/>
                  </a:cubicBezTo>
                  <a:cubicBezTo>
                    <a:pt x="36" y="2620"/>
                    <a:pt x="60" y="2644"/>
                    <a:pt x="84" y="2656"/>
                  </a:cubicBezTo>
                  <a:cubicBezTo>
                    <a:pt x="96" y="2656"/>
                    <a:pt x="96" y="2680"/>
                    <a:pt x="120" y="2680"/>
                  </a:cubicBezTo>
                  <a:lnTo>
                    <a:pt x="215" y="2680"/>
                  </a:lnTo>
                  <a:lnTo>
                    <a:pt x="7073" y="310"/>
                  </a:lnTo>
                  <a:cubicBezTo>
                    <a:pt x="7025" y="239"/>
                    <a:pt x="7002" y="156"/>
                    <a:pt x="7025" y="72"/>
                  </a:cubicBezTo>
                  <a:cubicBezTo>
                    <a:pt x="7025" y="37"/>
                    <a:pt x="7037" y="25"/>
                    <a:pt x="704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4694925" y="3610700"/>
              <a:ext cx="34250" cy="24725"/>
            </a:xfrm>
            <a:custGeom>
              <a:avLst/>
              <a:gdLst/>
              <a:ahLst/>
              <a:cxnLst/>
              <a:rect l="l" t="t" r="r" b="b"/>
              <a:pathLst>
                <a:path w="1370" h="989" extrusionOk="0">
                  <a:moveTo>
                    <a:pt x="0" y="0"/>
                  </a:moveTo>
                  <a:lnTo>
                    <a:pt x="1119" y="988"/>
                  </a:lnTo>
                  <a:lnTo>
                    <a:pt x="1262" y="929"/>
                  </a:lnTo>
                  <a:cubicBezTo>
                    <a:pt x="1274" y="881"/>
                    <a:pt x="1322" y="834"/>
                    <a:pt x="1370" y="798"/>
                  </a:cubicBezTo>
                  <a:lnTo>
                    <a:pt x="44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4663675" y="3633900"/>
              <a:ext cx="62525" cy="32775"/>
            </a:xfrm>
            <a:custGeom>
              <a:avLst/>
              <a:gdLst/>
              <a:ahLst/>
              <a:cxnLst/>
              <a:rect l="l" t="t" r="r" b="b"/>
              <a:pathLst>
                <a:path w="2501" h="1311" extrusionOk="0">
                  <a:moveTo>
                    <a:pt x="2500" y="1"/>
                  </a:moveTo>
                  <a:lnTo>
                    <a:pt x="2358" y="60"/>
                  </a:lnTo>
                  <a:lnTo>
                    <a:pt x="381" y="894"/>
                  </a:lnTo>
                  <a:lnTo>
                    <a:pt x="119" y="1013"/>
                  </a:lnTo>
                  <a:lnTo>
                    <a:pt x="95" y="1025"/>
                  </a:lnTo>
                  <a:cubicBezTo>
                    <a:pt x="24" y="1061"/>
                    <a:pt x="0" y="1144"/>
                    <a:pt x="24" y="1215"/>
                  </a:cubicBezTo>
                  <a:cubicBezTo>
                    <a:pt x="36" y="1251"/>
                    <a:pt x="60" y="1263"/>
                    <a:pt x="72" y="1275"/>
                  </a:cubicBezTo>
                  <a:cubicBezTo>
                    <a:pt x="95" y="1299"/>
                    <a:pt x="119" y="1311"/>
                    <a:pt x="143" y="1311"/>
                  </a:cubicBezTo>
                  <a:cubicBezTo>
                    <a:pt x="131" y="1263"/>
                    <a:pt x="119" y="1215"/>
                    <a:pt x="131" y="1156"/>
                  </a:cubicBezTo>
                  <a:cubicBezTo>
                    <a:pt x="142" y="1040"/>
                    <a:pt x="245" y="961"/>
                    <a:pt x="352" y="961"/>
                  </a:cubicBezTo>
                  <a:cubicBezTo>
                    <a:pt x="366" y="961"/>
                    <a:pt x="379" y="963"/>
                    <a:pt x="393" y="965"/>
                  </a:cubicBezTo>
                  <a:cubicBezTo>
                    <a:pt x="488" y="977"/>
                    <a:pt x="560" y="1061"/>
                    <a:pt x="572" y="1132"/>
                  </a:cubicBezTo>
                  <a:lnTo>
                    <a:pt x="2453" y="346"/>
                  </a:lnTo>
                  <a:cubicBezTo>
                    <a:pt x="2453" y="287"/>
                    <a:pt x="2441" y="203"/>
                    <a:pt x="2453" y="132"/>
                  </a:cubicBezTo>
                  <a:cubicBezTo>
                    <a:pt x="2453" y="84"/>
                    <a:pt x="2477" y="49"/>
                    <a:pt x="250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4740175" y="3610700"/>
              <a:ext cx="60725" cy="22925"/>
            </a:xfrm>
            <a:custGeom>
              <a:avLst/>
              <a:gdLst/>
              <a:ahLst/>
              <a:cxnLst/>
              <a:rect l="l" t="t" r="r" b="b"/>
              <a:pathLst>
                <a:path w="2429" h="917" extrusionOk="0">
                  <a:moveTo>
                    <a:pt x="1667" y="0"/>
                  </a:moveTo>
                  <a:lnTo>
                    <a:pt x="0" y="703"/>
                  </a:lnTo>
                  <a:cubicBezTo>
                    <a:pt x="107" y="738"/>
                    <a:pt x="214" y="810"/>
                    <a:pt x="274" y="917"/>
                  </a:cubicBezTo>
                  <a:lnTo>
                    <a:pt x="242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999125" y="3610700"/>
              <a:ext cx="19375" cy="36925"/>
            </a:xfrm>
            <a:custGeom>
              <a:avLst/>
              <a:gdLst/>
              <a:ahLst/>
              <a:cxnLst/>
              <a:rect l="l" t="t" r="r" b="b"/>
              <a:pathLst>
                <a:path w="775" h="1477" extrusionOk="0">
                  <a:moveTo>
                    <a:pt x="0" y="0"/>
                  </a:moveTo>
                  <a:lnTo>
                    <a:pt x="477" y="1477"/>
                  </a:lnTo>
                  <a:cubicBezTo>
                    <a:pt x="526" y="1437"/>
                    <a:pt x="584" y="1414"/>
                    <a:pt x="656" y="1414"/>
                  </a:cubicBezTo>
                  <a:cubicBezTo>
                    <a:pt x="671" y="1414"/>
                    <a:pt x="687" y="1415"/>
                    <a:pt x="703" y="1417"/>
                  </a:cubicBezTo>
                  <a:cubicBezTo>
                    <a:pt x="727" y="1417"/>
                    <a:pt x="762" y="1429"/>
                    <a:pt x="774" y="1453"/>
                  </a:cubicBezTo>
                  <a:lnTo>
                    <a:pt x="31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5014900" y="3656825"/>
              <a:ext cx="92900" cy="270000"/>
            </a:xfrm>
            <a:custGeom>
              <a:avLst/>
              <a:gdLst/>
              <a:ahLst/>
              <a:cxnLst/>
              <a:rect l="l" t="t" r="r" b="b"/>
              <a:pathLst>
                <a:path w="3716" h="10800" extrusionOk="0">
                  <a:moveTo>
                    <a:pt x="239" y="1"/>
                  </a:moveTo>
                  <a:cubicBezTo>
                    <a:pt x="187" y="74"/>
                    <a:pt x="116" y="110"/>
                    <a:pt x="36" y="110"/>
                  </a:cubicBezTo>
                  <a:cubicBezTo>
                    <a:pt x="24" y="110"/>
                    <a:pt x="12" y="109"/>
                    <a:pt x="1" y="108"/>
                  </a:cubicBezTo>
                  <a:lnTo>
                    <a:pt x="1" y="108"/>
                  </a:lnTo>
                  <a:lnTo>
                    <a:pt x="3430" y="10800"/>
                  </a:lnTo>
                  <a:cubicBezTo>
                    <a:pt x="3513" y="10740"/>
                    <a:pt x="3608" y="10704"/>
                    <a:pt x="3715" y="10704"/>
                  </a:cubicBezTo>
                  <a:lnTo>
                    <a:pt x="274" y="24"/>
                  </a:lnTo>
                  <a:cubicBezTo>
                    <a:pt x="262" y="24"/>
                    <a:pt x="251" y="1"/>
                    <a:pt x="23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5021150" y="3610400"/>
              <a:ext cx="159875" cy="46900"/>
            </a:xfrm>
            <a:custGeom>
              <a:avLst/>
              <a:gdLst/>
              <a:ahLst/>
              <a:cxnLst/>
              <a:rect l="l" t="t" r="r" b="b"/>
              <a:pathLst>
                <a:path w="6395" h="1876" extrusionOk="0">
                  <a:moveTo>
                    <a:pt x="5370" y="0"/>
                  </a:moveTo>
                  <a:lnTo>
                    <a:pt x="60" y="1584"/>
                  </a:lnTo>
                  <a:lnTo>
                    <a:pt x="36" y="1584"/>
                  </a:lnTo>
                  <a:lnTo>
                    <a:pt x="48" y="1739"/>
                  </a:lnTo>
                  <a:cubicBezTo>
                    <a:pt x="48" y="1786"/>
                    <a:pt x="12" y="1822"/>
                    <a:pt x="1" y="1846"/>
                  </a:cubicBezTo>
                  <a:cubicBezTo>
                    <a:pt x="12" y="1858"/>
                    <a:pt x="24" y="1858"/>
                    <a:pt x="48" y="1858"/>
                  </a:cubicBezTo>
                  <a:cubicBezTo>
                    <a:pt x="60" y="1870"/>
                    <a:pt x="75" y="1876"/>
                    <a:pt x="90" y="1876"/>
                  </a:cubicBezTo>
                  <a:cubicBezTo>
                    <a:pt x="105" y="1876"/>
                    <a:pt x="120" y="1870"/>
                    <a:pt x="132" y="1858"/>
                  </a:cubicBezTo>
                  <a:lnTo>
                    <a:pt x="639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5109250" y="3610700"/>
              <a:ext cx="133375" cy="317625"/>
            </a:xfrm>
            <a:custGeom>
              <a:avLst/>
              <a:gdLst/>
              <a:ahLst/>
              <a:cxnLst/>
              <a:rect l="l" t="t" r="r" b="b"/>
              <a:pathLst>
                <a:path w="5335" h="12705" extrusionOk="0">
                  <a:moveTo>
                    <a:pt x="5013" y="0"/>
                  </a:moveTo>
                  <a:lnTo>
                    <a:pt x="1" y="12561"/>
                  </a:lnTo>
                  <a:lnTo>
                    <a:pt x="13" y="12561"/>
                  </a:lnTo>
                  <a:cubicBezTo>
                    <a:pt x="120" y="12585"/>
                    <a:pt x="203" y="12621"/>
                    <a:pt x="275" y="12704"/>
                  </a:cubicBezTo>
                  <a:lnTo>
                    <a:pt x="533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5497100" y="3610700"/>
              <a:ext cx="7475" cy="100325"/>
            </a:xfrm>
            <a:custGeom>
              <a:avLst/>
              <a:gdLst/>
              <a:ahLst/>
              <a:cxnLst/>
              <a:rect l="l" t="t" r="r" b="b"/>
              <a:pathLst>
                <a:path w="299" h="4013" extrusionOk="0">
                  <a:moveTo>
                    <a:pt x="1" y="0"/>
                  </a:moveTo>
                  <a:lnTo>
                    <a:pt x="1" y="3858"/>
                  </a:lnTo>
                  <a:lnTo>
                    <a:pt x="1" y="3870"/>
                  </a:lnTo>
                  <a:lnTo>
                    <a:pt x="1" y="3882"/>
                  </a:lnTo>
                  <a:lnTo>
                    <a:pt x="1" y="3905"/>
                  </a:lnTo>
                  <a:lnTo>
                    <a:pt x="1" y="3917"/>
                  </a:lnTo>
                  <a:lnTo>
                    <a:pt x="1" y="3929"/>
                  </a:lnTo>
                  <a:lnTo>
                    <a:pt x="1" y="3953"/>
                  </a:lnTo>
                  <a:lnTo>
                    <a:pt x="1" y="3965"/>
                  </a:lnTo>
                  <a:cubicBezTo>
                    <a:pt x="1" y="3977"/>
                    <a:pt x="13" y="3977"/>
                    <a:pt x="24" y="3977"/>
                  </a:cubicBezTo>
                  <a:cubicBezTo>
                    <a:pt x="60" y="3989"/>
                    <a:pt x="84" y="4013"/>
                    <a:pt x="120" y="4013"/>
                  </a:cubicBezTo>
                  <a:cubicBezTo>
                    <a:pt x="239" y="4013"/>
                    <a:pt x="298" y="3929"/>
                    <a:pt x="298" y="3858"/>
                  </a:cubicBezTo>
                  <a:lnTo>
                    <a:pt x="298" y="3774"/>
                  </a:lnTo>
                  <a:lnTo>
                    <a:pt x="298" y="3679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5539175" y="3610700"/>
              <a:ext cx="82375" cy="297075"/>
            </a:xfrm>
            <a:custGeom>
              <a:avLst/>
              <a:gdLst/>
              <a:ahLst/>
              <a:cxnLst/>
              <a:rect l="l" t="t" r="r" b="b"/>
              <a:pathLst>
                <a:path w="3295" h="11883" extrusionOk="0">
                  <a:moveTo>
                    <a:pt x="2997" y="0"/>
                  </a:moveTo>
                  <a:lnTo>
                    <a:pt x="2211" y="3120"/>
                  </a:lnTo>
                  <a:lnTo>
                    <a:pt x="2140" y="3429"/>
                  </a:lnTo>
                  <a:lnTo>
                    <a:pt x="1604" y="5572"/>
                  </a:lnTo>
                  <a:lnTo>
                    <a:pt x="1532" y="5870"/>
                  </a:lnTo>
                  <a:lnTo>
                    <a:pt x="30" y="11797"/>
                  </a:lnTo>
                  <a:lnTo>
                    <a:pt x="30" y="11797"/>
                  </a:lnTo>
                  <a:cubicBezTo>
                    <a:pt x="42" y="11783"/>
                    <a:pt x="59" y="11772"/>
                    <a:pt x="80" y="11764"/>
                  </a:cubicBezTo>
                  <a:lnTo>
                    <a:pt x="377" y="11597"/>
                  </a:lnTo>
                  <a:lnTo>
                    <a:pt x="1782" y="6037"/>
                  </a:lnTo>
                  <a:lnTo>
                    <a:pt x="1854" y="5739"/>
                  </a:lnTo>
                  <a:lnTo>
                    <a:pt x="2449" y="3382"/>
                  </a:lnTo>
                  <a:lnTo>
                    <a:pt x="2521" y="3072"/>
                  </a:lnTo>
                  <a:lnTo>
                    <a:pt x="3294" y="0"/>
                  </a:lnTo>
                  <a:close/>
                  <a:moveTo>
                    <a:pt x="30" y="11797"/>
                  </a:moveTo>
                  <a:cubicBezTo>
                    <a:pt x="8" y="11821"/>
                    <a:pt x="1" y="11852"/>
                    <a:pt x="8" y="11883"/>
                  </a:cubicBezTo>
                  <a:lnTo>
                    <a:pt x="30" y="11797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722725" y="3610700"/>
              <a:ext cx="32775" cy="47350"/>
            </a:xfrm>
            <a:custGeom>
              <a:avLst/>
              <a:gdLst/>
              <a:ahLst/>
              <a:cxnLst/>
              <a:rect l="l" t="t" r="r" b="b"/>
              <a:pathLst>
                <a:path w="1311" h="1894" extrusionOk="0">
                  <a:moveTo>
                    <a:pt x="1" y="0"/>
                  </a:moveTo>
                  <a:lnTo>
                    <a:pt x="1048" y="1893"/>
                  </a:lnTo>
                  <a:cubicBezTo>
                    <a:pt x="1120" y="1822"/>
                    <a:pt x="1215" y="1774"/>
                    <a:pt x="1310" y="1762"/>
                  </a:cubicBezTo>
                  <a:lnTo>
                    <a:pt x="34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759625" y="3674100"/>
              <a:ext cx="51525" cy="86350"/>
            </a:xfrm>
            <a:custGeom>
              <a:avLst/>
              <a:gdLst/>
              <a:ahLst/>
              <a:cxnLst/>
              <a:rect l="l" t="t" r="r" b="b"/>
              <a:pathLst>
                <a:path w="2061" h="3454" extrusionOk="0">
                  <a:moveTo>
                    <a:pt x="251" y="0"/>
                  </a:moveTo>
                  <a:cubicBezTo>
                    <a:pt x="191" y="72"/>
                    <a:pt x="108" y="131"/>
                    <a:pt x="1" y="143"/>
                  </a:cubicBezTo>
                  <a:lnTo>
                    <a:pt x="1799" y="3453"/>
                  </a:lnTo>
                  <a:lnTo>
                    <a:pt x="2061" y="3298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5811425" y="3763100"/>
              <a:ext cx="102425" cy="186350"/>
            </a:xfrm>
            <a:custGeom>
              <a:avLst/>
              <a:gdLst/>
              <a:ahLst/>
              <a:cxnLst/>
              <a:rect l="l" t="t" r="r" b="b"/>
              <a:pathLst>
                <a:path w="4097" h="7454" extrusionOk="0">
                  <a:moveTo>
                    <a:pt x="120" y="0"/>
                  </a:moveTo>
                  <a:lnTo>
                    <a:pt x="1" y="84"/>
                  </a:lnTo>
                  <a:cubicBezTo>
                    <a:pt x="132" y="119"/>
                    <a:pt x="227" y="250"/>
                    <a:pt x="203" y="393"/>
                  </a:cubicBezTo>
                  <a:cubicBezTo>
                    <a:pt x="191" y="476"/>
                    <a:pt x="167" y="536"/>
                    <a:pt x="108" y="560"/>
                  </a:cubicBezTo>
                  <a:lnTo>
                    <a:pt x="3811" y="7394"/>
                  </a:lnTo>
                  <a:lnTo>
                    <a:pt x="3834" y="7453"/>
                  </a:lnTo>
                  <a:cubicBezTo>
                    <a:pt x="3894" y="7382"/>
                    <a:pt x="4001" y="7334"/>
                    <a:pt x="4096" y="7299"/>
                  </a:cubicBezTo>
                  <a:lnTo>
                    <a:pt x="12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5767375" y="3647600"/>
              <a:ext cx="243200" cy="24725"/>
            </a:xfrm>
            <a:custGeom>
              <a:avLst/>
              <a:gdLst/>
              <a:ahLst/>
              <a:cxnLst/>
              <a:rect l="l" t="t" r="r" b="b"/>
              <a:pathLst>
                <a:path w="9728" h="989" extrusionOk="0">
                  <a:moveTo>
                    <a:pt x="9728" y="1"/>
                  </a:moveTo>
                  <a:lnTo>
                    <a:pt x="60" y="691"/>
                  </a:lnTo>
                  <a:cubicBezTo>
                    <a:pt x="84" y="727"/>
                    <a:pt x="84" y="774"/>
                    <a:pt x="60" y="822"/>
                  </a:cubicBezTo>
                  <a:cubicBezTo>
                    <a:pt x="48" y="882"/>
                    <a:pt x="36" y="929"/>
                    <a:pt x="1" y="965"/>
                  </a:cubicBezTo>
                  <a:cubicBezTo>
                    <a:pt x="12" y="965"/>
                    <a:pt x="36" y="989"/>
                    <a:pt x="60" y="989"/>
                  </a:cubicBezTo>
                  <a:lnTo>
                    <a:pt x="9097" y="346"/>
                  </a:lnTo>
                  <a:lnTo>
                    <a:pt x="972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6011150" y="3652075"/>
              <a:ext cx="80100" cy="97650"/>
            </a:xfrm>
            <a:custGeom>
              <a:avLst/>
              <a:gdLst/>
              <a:ahLst/>
              <a:cxnLst/>
              <a:rect l="l" t="t" r="r" b="b"/>
              <a:pathLst>
                <a:path w="3204" h="3906" extrusionOk="0">
                  <a:moveTo>
                    <a:pt x="251" y="0"/>
                  </a:moveTo>
                  <a:lnTo>
                    <a:pt x="1" y="155"/>
                  </a:lnTo>
                  <a:lnTo>
                    <a:pt x="3013" y="3905"/>
                  </a:lnTo>
                  <a:lnTo>
                    <a:pt x="3204" y="3667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6091225" y="3749700"/>
              <a:ext cx="73550" cy="93200"/>
            </a:xfrm>
            <a:custGeom>
              <a:avLst/>
              <a:gdLst/>
              <a:ahLst/>
              <a:cxnLst/>
              <a:rect l="l" t="t" r="r" b="b"/>
              <a:pathLst>
                <a:path w="2942" h="3728" extrusionOk="0">
                  <a:moveTo>
                    <a:pt x="191" y="0"/>
                  </a:moveTo>
                  <a:lnTo>
                    <a:pt x="1" y="239"/>
                  </a:lnTo>
                  <a:lnTo>
                    <a:pt x="2810" y="3727"/>
                  </a:lnTo>
                  <a:cubicBezTo>
                    <a:pt x="2798" y="3691"/>
                    <a:pt x="2798" y="3656"/>
                    <a:pt x="2810" y="3608"/>
                  </a:cubicBezTo>
                  <a:cubicBezTo>
                    <a:pt x="2822" y="3525"/>
                    <a:pt x="2870" y="3465"/>
                    <a:pt x="2941" y="341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6167125" y="3845850"/>
              <a:ext cx="108675" cy="131575"/>
            </a:xfrm>
            <a:custGeom>
              <a:avLst/>
              <a:gdLst/>
              <a:ahLst/>
              <a:cxnLst/>
              <a:rect l="l" t="t" r="r" b="b"/>
              <a:pathLst>
                <a:path w="4347" h="5263" extrusionOk="0">
                  <a:moveTo>
                    <a:pt x="263" y="0"/>
                  </a:moveTo>
                  <a:lnTo>
                    <a:pt x="215" y="36"/>
                  </a:lnTo>
                  <a:cubicBezTo>
                    <a:pt x="191" y="48"/>
                    <a:pt x="155" y="60"/>
                    <a:pt x="120" y="72"/>
                  </a:cubicBezTo>
                  <a:lnTo>
                    <a:pt x="1" y="131"/>
                  </a:lnTo>
                  <a:lnTo>
                    <a:pt x="4108" y="5263"/>
                  </a:lnTo>
                  <a:cubicBezTo>
                    <a:pt x="4168" y="5179"/>
                    <a:pt x="4251" y="5120"/>
                    <a:pt x="4346" y="5084"/>
                  </a:cubicBezTo>
                  <a:lnTo>
                    <a:pt x="26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5539375" y="3610700"/>
              <a:ext cx="553650" cy="299750"/>
            </a:xfrm>
            <a:custGeom>
              <a:avLst/>
              <a:gdLst/>
              <a:ahLst/>
              <a:cxnLst/>
              <a:rect l="l" t="t" r="r" b="b"/>
              <a:pathLst>
                <a:path w="22146" h="11990" extrusionOk="0">
                  <a:moveTo>
                    <a:pt x="21539" y="0"/>
                  </a:moveTo>
                  <a:lnTo>
                    <a:pt x="18848" y="1477"/>
                  </a:lnTo>
                  <a:lnTo>
                    <a:pt x="18217" y="1822"/>
                  </a:lnTo>
                  <a:lnTo>
                    <a:pt x="10859" y="5834"/>
                  </a:lnTo>
                  <a:lnTo>
                    <a:pt x="10609" y="5989"/>
                  </a:lnTo>
                  <a:lnTo>
                    <a:pt x="6239" y="8382"/>
                  </a:lnTo>
                  <a:lnTo>
                    <a:pt x="5942" y="8549"/>
                  </a:lnTo>
                  <a:lnTo>
                    <a:pt x="369" y="11597"/>
                  </a:lnTo>
                  <a:lnTo>
                    <a:pt x="72" y="11764"/>
                  </a:lnTo>
                  <a:cubicBezTo>
                    <a:pt x="24" y="11787"/>
                    <a:pt x="0" y="11835"/>
                    <a:pt x="0" y="11895"/>
                  </a:cubicBezTo>
                  <a:lnTo>
                    <a:pt x="84" y="11895"/>
                  </a:lnTo>
                  <a:cubicBezTo>
                    <a:pt x="167" y="11906"/>
                    <a:pt x="238" y="11942"/>
                    <a:pt x="298" y="11990"/>
                  </a:cubicBezTo>
                  <a:lnTo>
                    <a:pt x="6251" y="8727"/>
                  </a:lnTo>
                  <a:lnTo>
                    <a:pt x="6549" y="8561"/>
                  </a:lnTo>
                  <a:lnTo>
                    <a:pt x="7073" y="8263"/>
                  </a:lnTo>
                  <a:lnTo>
                    <a:pt x="7073" y="8239"/>
                  </a:lnTo>
                  <a:cubicBezTo>
                    <a:pt x="7093" y="8105"/>
                    <a:pt x="7213" y="8006"/>
                    <a:pt x="7330" y="8006"/>
                  </a:cubicBezTo>
                  <a:cubicBezTo>
                    <a:pt x="7348" y="8006"/>
                    <a:pt x="7365" y="8008"/>
                    <a:pt x="7382" y="8013"/>
                  </a:cubicBezTo>
                  <a:cubicBezTo>
                    <a:pt x="7418" y="8013"/>
                    <a:pt x="7442" y="8025"/>
                    <a:pt x="7454" y="8037"/>
                  </a:cubicBezTo>
                  <a:lnTo>
                    <a:pt x="10537" y="6358"/>
                  </a:lnTo>
                  <a:cubicBezTo>
                    <a:pt x="10579" y="6244"/>
                    <a:pt x="10684" y="6175"/>
                    <a:pt x="10797" y="6175"/>
                  </a:cubicBezTo>
                  <a:cubicBezTo>
                    <a:pt x="10813" y="6175"/>
                    <a:pt x="10830" y="6176"/>
                    <a:pt x="10847" y="6180"/>
                  </a:cubicBezTo>
                  <a:lnTo>
                    <a:pt x="10859" y="6180"/>
                  </a:lnTo>
                  <a:lnTo>
                    <a:pt x="11002" y="6108"/>
                  </a:lnTo>
                  <a:lnTo>
                    <a:pt x="18860" y="1810"/>
                  </a:lnTo>
                  <a:lnTo>
                    <a:pt x="19122" y="1655"/>
                  </a:lnTo>
                  <a:lnTo>
                    <a:pt x="2214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5910250" y="3967875"/>
              <a:ext cx="8650" cy="4525"/>
            </a:xfrm>
            <a:custGeom>
              <a:avLst/>
              <a:gdLst/>
              <a:ahLst/>
              <a:cxnLst/>
              <a:rect l="l" t="t" r="r" b="b"/>
              <a:pathLst>
                <a:path w="346" h="181" extrusionOk="0">
                  <a:moveTo>
                    <a:pt x="24" y="1"/>
                  </a:moveTo>
                  <a:lnTo>
                    <a:pt x="24" y="1"/>
                  </a:lnTo>
                  <a:cubicBezTo>
                    <a:pt x="1" y="60"/>
                    <a:pt x="24" y="120"/>
                    <a:pt x="60" y="155"/>
                  </a:cubicBezTo>
                  <a:cubicBezTo>
                    <a:pt x="82" y="173"/>
                    <a:pt x="109" y="181"/>
                    <a:pt x="136" y="181"/>
                  </a:cubicBezTo>
                  <a:cubicBezTo>
                    <a:pt x="185" y="181"/>
                    <a:pt x="237" y="157"/>
                    <a:pt x="274" y="120"/>
                  </a:cubicBezTo>
                  <a:lnTo>
                    <a:pt x="346" y="24"/>
                  </a:lnTo>
                  <a:lnTo>
                    <a:pt x="346" y="24"/>
                  </a:lnTo>
                  <a:cubicBezTo>
                    <a:pt x="311" y="42"/>
                    <a:pt x="263" y="53"/>
                    <a:pt x="212" y="53"/>
                  </a:cubicBezTo>
                  <a:cubicBezTo>
                    <a:pt x="194" y="53"/>
                    <a:pt x="174" y="51"/>
                    <a:pt x="155" y="48"/>
                  </a:cubicBezTo>
                  <a:lnTo>
                    <a:pt x="2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5925125" y="3610700"/>
              <a:ext cx="282500" cy="339050"/>
            </a:xfrm>
            <a:custGeom>
              <a:avLst/>
              <a:gdLst/>
              <a:ahLst/>
              <a:cxnLst/>
              <a:rect l="l" t="t" r="r" b="b"/>
              <a:pathLst>
                <a:path w="11300" h="13562" extrusionOk="0">
                  <a:moveTo>
                    <a:pt x="10931" y="0"/>
                  </a:moveTo>
                  <a:lnTo>
                    <a:pt x="6645" y="5322"/>
                  </a:lnTo>
                  <a:lnTo>
                    <a:pt x="6454" y="5560"/>
                  </a:lnTo>
                  <a:lnTo>
                    <a:pt x="1" y="13561"/>
                  </a:lnTo>
                  <a:lnTo>
                    <a:pt x="584" y="13311"/>
                  </a:lnTo>
                  <a:lnTo>
                    <a:pt x="6645" y="5799"/>
                  </a:lnTo>
                  <a:lnTo>
                    <a:pt x="6835" y="5560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6413300" y="3610700"/>
              <a:ext cx="111625" cy="99125"/>
            </a:xfrm>
            <a:custGeom>
              <a:avLst/>
              <a:gdLst/>
              <a:ahLst/>
              <a:cxnLst/>
              <a:rect l="l" t="t" r="r" b="b"/>
              <a:pathLst>
                <a:path w="4465" h="3965" extrusionOk="0">
                  <a:moveTo>
                    <a:pt x="0" y="0"/>
                  </a:moveTo>
                  <a:lnTo>
                    <a:pt x="4263" y="3965"/>
                  </a:lnTo>
                  <a:cubicBezTo>
                    <a:pt x="4310" y="3894"/>
                    <a:pt x="4382" y="3810"/>
                    <a:pt x="4465" y="3774"/>
                  </a:cubicBezTo>
                  <a:lnTo>
                    <a:pt x="44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6404950" y="3728850"/>
              <a:ext cx="119975" cy="132500"/>
            </a:xfrm>
            <a:custGeom>
              <a:avLst/>
              <a:gdLst/>
              <a:ahLst/>
              <a:cxnLst/>
              <a:rect l="l" t="t" r="r" b="b"/>
              <a:pathLst>
                <a:path w="4799" h="5300" extrusionOk="0">
                  <a:moveTo>
                    <a:pt x="4585" y="1"/>
                  </a:moveTo>
                  <a:lnTo>
                    <a:pt x="1" y="4918"/>
                  </a:lnTo>
                  <a:lnTo>
                    <a:pt x="36" y="5299"/>
                  </a:lnTo>
                  <a:lnTo>
                    <a:pt x="4799" y="191"/>
                  </a:lnTo>
                  <a:cubicBezTo>
                    <a:pt x="4716" y="144"/>
                    <a:pt x="4644" y="72"/>
                    <a:pt x="458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6291250" y="3858950"/>
              <a:ext cx="108375" cy="119975"/>
            </a:xfrm>
            <a:custGeom>
              <a:avLst/>
              <a:gdLst/>
              <a:ahLst/>
              <a:cxnLst/>
              <a:rect l="l" t="t" r="r" b="b"/>
              <a:pathLst>
                <a:path w="4335" h="4799" extrusionOk="0">
                  <a:moveTo>
                    <a:pt x="4287" y="0"/>
                  </a:moveTo>
                  <a:lnTo>
                    <a:pt x="1" y="4596"/>
                  </a:lnTo>
                  <a:cubicBezTo>
                    <a:pt x="84" y="4643"/>
                    <a:pt x="155" y="4715"/>
                    <a:pt x="203" y="4798"/>
                  </a:cubicBezTo>
                  <a:lnTo>
                    <a:pt x="262" y="4762"/>
                  </a:lnTo>
                  <a:lnTo>
                    <a:pt x="4334" y="369"/>
                  </a:lnTo>
                  <a:lnTo>
                    <a:pt x="428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6172200" y="3745825"/>
              <a:ext cx="206875" cy="100625"/>
            </a:xfrm>
            <a:custGeom>
              <a:avLst/>
              <a:gdLst/>
              <a:ahLst/>
              <a:cxnLst/>
              <a:rect l="l" t="t" r="r" b="b"/>
              <a:pathLst>
                <a:path w="8275" h="4025" extrusionOk="0">
                  <a:moveTo>
                    <a:pt x="8168" y="1"/>
                  </a:moveTo>
                  <a:lnTo>
                    <a:pt x="4893" y="1477"/>
                  </a:lnTo>
                  <a:cubicBezTo>
                    <a:pt x="4917" y="1525"/>
                    <a:pt x="4917" y="1548"/>
                    <a:pt x="4893" y="1596"/>
                  </a:cubicBezTo>
                  <a:cubicBezTo>
                    <a:pt x="4871" y="1731"/>
                    <a:pt x="4753" y="1823"/>
                    <a:pt x="4610" y="1823"/>
                  </a:cubicBezTo>
                  <a:cubicBezTo>
                    <a:pt x="4601" y="1823"/>
                    <a:pt x="4593" y="1823"/>
                    <a:pt x="4584" y="1822"/>
                  </a:cubicBezTo>
                  <a:cubicBezTo>
                    <a:pt x="4512" y="1798"/>
                    <a:pt x="4441" y="1763"/>
                    <a:pt x="4405" y="1703"/>
                  </a:cubicBezTo>
                  <a:lnTo>
                    <a:pt x="60" y="3668"/>
                  </a:lnTo>
                  <a:cubicBezTo>
                    <a:pt x="95" y="3727"/>
                    <a:pt x="107" y="3787"/>
                    <a:pt x="107" y="3858"/>
                  </a:cubicBezTo>
                  <a:cubicBezTo>
                    <a:pt x="98" y="3914"/>
                    <a:pt x="74" y="3963"/>
                    <a:pt x="36" y="3998"/>
                  </a:cubicBezTo>
                  <a:lnTo>
                    <a:pt x="36" y="3998"/>
                  </a:lnTo>
                  <a:lnTo>
                    <a:pt x="48" y="3989"/>
                  </a:lnTo>
                  <a:lnTo>
                    <a:pt x="8275" y="274"/>
                  </a:lnTo>
                  <a:cubicBezTo>
                    <a:pt x="8215" y="191"/>
                    <a:pt x="8168" y="96"/>
                    <a:pt x="8168" y="1"/>
                  </a:cubicBezTo>
                  <a:close/>
                  <a:moveTo>
                    <a:pt x="36" y="3998"/>
                  </a:moveTo>
                  <a:lnTo>
                    <a:pt x="0" y="4025"/>
                  </a:lnTo>
                  <a:cubicBezTo>
                    <a:pt x="13" y="4017"/>
                    <a:pt x="25" y="4008"/>
                    <a:pt x="36" y="3998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5924825" y="3842875"/>
              <a:ext cx="244400" cy="112525"/>
            </a:xfrm>
            <a:custGeom>
              <a:avLst/>
              <a:gdLst/>
              <a:ahLst/>
              <a:cxnLst/>
              <a:rect l="l" t="t" r="r" b="b"/>
              <a:pathLst>
                <a:path w="9776" h="4501" extrusionOk="0">
                  <a:moveTo>
                    <a:pt x="9776" y="179"/>
                  </a:moveTo>
                  <a:lnTo>
                    <a:pt x="9744" y="195"/>
                  </a:lnTo>
                  <a:lnTo>
                    <a:pt x="9744" y="195"/>
                  </a:lnTo>
                  <a:cubicBezTo>
                    <a:pt x="9757" y="192"/>
                    <a:pt x="9768" y="187"/>
                    <a:pt x="9776" y="179"/>
                  </a:cubicBezTo>
                  <a:close/>
                  <a:moveTo>
                    <a:pt x="9454" y="0"/>
                  </a:moveTo>
                  <a:lnTo>
                    <a:pt x="584" y="4024"/>
                  </a:lnTo>
                  <a:lnTo>
                    <a:pt x="1" y="4274"/>
                  </a:lnTo>
                  <a:cubicBezTo>
                    <a:pt x="49" y="4334"/>
                    <a:pt x="84" y="4405"/>
                    <a:pt x="108" y="4489"/>
                  </a:cubicBezTo>
                  <a:lnTo>
                    <a:pt x="227" y="4501"/>
                  </a:lnTo>
                  <a:lnTo>
                    <a:pt x="9657" y="238"/>
                  </a:lnTo>
                  <a:lnTo>
                    <a:pt x="9744" y="195"/>
                  </a:lnTo>
                  <a:lnTo>
                    <a:pt x="9744" y="195"/>
                  </a:lnTo>
                  <a:cubicBezTo>
                    <a:pt x="9738" y="196"/>
                    <a:pt x="9732" y="197"/>
                    <a:pt x="9725" y="197"/>
                  </a:cubicBezTo>
                  <a:cubicBezTo>
                    <a:pt x="9705" y="197"/>
                    <a:pt x="9681" y="191"/>
                    <a:pt x="9657" y="179"/>
                  </a:cubicBezTo>
                  <a:cubicBezTo>
                    <a:pt x="9562" y="167"/>
                    <a:pt x="9478" y="95"/>
                    <a:pt x="945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5926625" y="3955375"/>
              <a:ext cx="339650" cy="35450"/>
            </a:xfrm>
            <a:custGeom>
              <a:avLst/>
              <a:gdLst/>
              <a:ahLst/>
              <a:cxnLst/>
              <a:rect l="l" t="t" r="r" b="b"/>
              <a:pathLst>
                <a:path w="13586" h="1418" extrusionOk="0">
                  <a:moveTo>
                    <a:pt x="48" y="1"/>
                  </a:moveTo>
                  <a:lnTo>
                    <a:pt x="48" y="1"/>
                  </a:lnTo>
                  <a:cubicBezTo>
                    <a:pt x="60" y="60"/>
                    <a:pt x="60" y="108"/>
                    <a:pt x="48" y="167"/>
                  </a:cubicBezTo>
                  <a:lnTo>
                    <a:pt x="0" y="298"/>
                  </a:lnTo>
                  <a:lnTo>
                    <a:pt x="13573" y="1417"/>
                  </a:lnTo>
                  <a:cubicBezTo>
                    <a:pt x="13562" y="1334"/>
                    <a:pt x="13562" y="1263"/>
                    <a:pt x="13573" y="1191"/>
                  </a:cubicBezTo>
                  <a:cubicBezTo>
                    <a:pt x="13573" y="1156"/>
                    <a:pt x="13585" y="1144"/>
                    <a:pt x="13585" y="1120"/>
                  </a:cubicBezTo>
                  <a:lnTo>
                    <a:pt x="167" y="13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5920375" y="3963425"/>
              <a:ext cx="554850" cy="615875"/>
            </a:xfrm>
            <a:custGeom>
              <a:avLst/>
              <a:gdLst/>
              <a:ahLst/>
              <a:cxnLst/>
              <a:rect l="l" t="t" r="r" b="b"/>
              <a:pathLst>
                <a:path w="22194" h="24635" extrusionOk="0">
                  <a:moveTo>
                    <a:pt x="227" y="0"/>
                  </a:moveTo>
                  <a:cubicBezTo>
                    <a:pt x="167" y="95"/>
                    <a:pt x="96" y="155"/>
                    <a:pt x="0" y="202"/>
                  </a:cubicBezTo>
                  <a:lnTo>
                    <a:pt x="21967" y="24634"/>
                  </a:lnTo>
                  <a:cubicBezTo>
                    <a:pt x="22027" y="24563"/>
                    <a:pt x="22098" y="24491"/>
                    <a:pt x="22194" y="24444"/>
                  </a:cubicBezTo>
                  <a:lnTo>
                    <a:pt x="22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6287975" y="3999125"/>
              <a:ext cx="141700" cy="223275"/>
            </a:xfrm>
            <a:custGeom>
              <a:avLst/>
              <a:gdLst/>
              <a:ahLst/>
              <a:cxnLst/>
              <a:rect l="l" t="t" r="r" b="b"/>
              <a:pathLst>
                <a:path w="5668" h="8931" extrusionOk="0">
                  <a:moveTo>
                    <a:pt x="251" y="1"/>
                  </a:moveTo>
                  <a:cubicBezTo>
                    <a:pt x="179" y="84"/>
                    <a:pt x="108" y="120"/>
                    <a:pt x="1" y="168"/>
                  </a:cubicBezTo>
                  <a:lnTo>
                    <a:pt x="5418" y="8931"/>
                  </a:lnTo>
                  <a:cubicBezTo>
                    <a:pt x="5489" y="8871"/>
                    <a:pt x="5585" y="8811"/>
                    <a:pt x="5668" y="8788"/>
                  </a:cubicBezTo>
                  <a:lnTo>
                    <a:pt x="25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6385000" y="3756250"/>
              <a:ext cx="29800" cy="175050"/>
            </a:xfrm>
            <a:custGeom>
              <a:avLst/>
              <a:gdLst/>
              <a:ahLst/>
              <a:cxnLst/>
              <a:rect l="l" t="t" r="r" b="b"/>
              <a:pathLst>
                <a:path w="1192" h="7002" extrusionOk="0">
                  <a:moveTo>
                    <a:pt x="287" y="0"/>
                  </a:moveTo>
                  <a:cubicBezTo>
                    <a:pt x="233" y="27"/>
                    <a:pt x="180" y="41"/>
                    <a:pt x="116" y="41"/>
                  </a:cubicBezTo>
                  <a:cubicBezTo>
                    <a:pt x="95" y="41"/>
                    <a:pt x="72" y="39"/>
                    <a:pt x="49" y="36"/>
                  </a:cubicBezTo>
                  <a:cubicBezTo>
                    <a:pt x="37" y="36"/>
                    <a:pt x="25" y="12"/>
                    <a:pt x="1" y="12"/>
                  </a:cubicBezTo>
                  <a:lnTo>
                    <a:pt x="537" y="4108"/>
                  </a:lnTo>
                  <a:lnTo>
                    <a:pt x="584" y="4477"/>
                  </a:lnTo>
                  <a:lnTo>
                    <a:pt x="918" y="7001"/>
                  </a:lnTo>
                  <a:lnTo>
                    <a:pt x="1192" y="6882"/>
                  </a:lnTo>
                  <a:lnTo>
                    <a:pt x="834" y="4203"/>
                  </a:lnTo>
                  <a:lnTo>
                    <a:pt x="799" y="3822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6414775" y="3936025"/>
              <a:ext cx="1525" cy="1825"/>
            </a:xfrm>
            <a:custGeom>
              <a:avLst/>
              <a:gdLst/>
              <a:ahLst/>
              <a:cxnLst/>
              <a:rect l="l" t="t" r="r" b="b"/>
              <a:pathLst>
                <a:path w="61" h="73" extrusionOk="0">
                  <a:moveTo>
                    <a:pt x="48" y="1"/>
                  </a:moveTo>
                  <a:lnTo>
                    <a:pt x="1" y="13"/>
                  </a:lnTo>
                  <a:cubicBezTo>
                    <a:pt x="24" y="25"/>
                    <a:pt x="48" y="48"/>
                    <a:pt x="60" y="72"/>
                  </a:cubicBezTo>
                  <a:lnTo>
                    <a:pt x="4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6410025" y="3943775"/>
              <a:ext cx="42875" cy="272675"/>
            </a:xfrm>
            <a:custGeom>
              <a:avLst/>
              <a:gdLst/>
              <a:ahLst/>
              <a:cxnLst/>
              <a:rect l="l" t="t" r="r" b="b"/>
              <a:pathLst>
                <a:path w="1715" h="10907" extrusionOk="0">
                  <a:moveTo>
                    <a:pt x="298" y="0"/>
                  </a:moveTo>
                  <a:cubicBezTo>
                    <a:pt x="243" y="111"/>
                    <a:pt x="146" y="180"/>
                    <a:pt x="28" y="180"/>
                  </a:cubicBezTo>
                  <a:cubicBezTo>
                    <a:pt x="19" y="180"/>
                    <a:pt x="10" y="180"/>
                    <a:pt x="0" y="179"/>
                  </a:cubicBezTo>
                  <a:lnTo>
                    <a:pt x="0" y="179"/>
                  </a:lnTo>
                  <a:lnTo>
                    <a:pt x="1405" y="10871"/>
                  </a:lnTo>
                  <a:cubicBezTo>
                    <a:pt x="1465" y="10871"/>
                    <a:pt x="1524" y="10871"/>
                    <a:pt x="1596" y="10883"/>
                  </a:cubicBezTo>
                  <a:cubicBezTo>
                    <a:pt x="1619" y="10883"/>
                    <a:pt x="1655" y="10894"/>
                    <a:pt x="1703" y="10906"/>
                  </a:cubicBezTo>
                  <a:cubicBezTo>
                    <a:pt x="1715" y="10894"/>
                    <a:pt x="1715" y="10871"/>
                    <a:pt x="1715" y="10835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6296300" y="3868175"/>
              <a:ext cx="262875" cy="117600"/>
            </a:xfrm>
            <a:custGeom>
              <a:avLst/>
              <a:gdLst/>
              <a:ahLst/>
              <a:cxnLst/>
              <a:rect l="l" t="t" r="r" b="b"/>
              <a:pathLst>
                <a:path w="10515" h="4704" extrusionOk="0">
                  <a:moveTo>
                    <a:pt x="10395" y="0"/>
                  </a:moveTo>
                  <a:lnTo>
                    <a:pt x="4763" y="2381"/>
                  </a:lnTo>
                  <a:lnTo>
                    <a:pt x="4478" y="2500"/>
                  </a:lnTo>
                  <a:lnTo>
                    <a:pt x="60" y="4382"/>
                  </a:lnTo>
                  <a:lnTo>
                    <a:pt x="1" y="4429"/>
                  </a:lnTo>
                  <a:cubicBezTo>
                    <a:pt x="60" y="4513"/>
                    <a:pt x="84" y="4608"/>
                    <a:pt x="96" y="4703"/>
                  </a:cubicBezTo>
                  <a:lnTo>
                    <a:pt x="4299" y="2917"/>
                  </a:lnTo>
                  <a:lnTo>
                    <a:pt x="4299" y="2893"/>
                  </a:lnTo>
                  <a:cubicBezTo>
                    <a:pt x="4321" y="2748"/>
                    <a:pt x="4459" y="2666"/>
                    <a:pt x="4584" y="2666"/>
                  </a:cubicBezTo>
                  <a:cubicBezTo>
                    <a:pt x="4592" y="2666"/>
                    <a:pt x="4600" y="2666"/>
                    <a:pt x="4609" y="2667"/>
                  </a:cubicBezTo>
                  <a:cubicBezTo>
                    <a:pt x="4656" y="2679"/>
                    <a:pt x="4704" y="2703"/>
                    <a:pt x="4728" y="2727"/>
                  </a:cubicBezTo>
                  <a:lnTo>
                    <a:pt x="4775" y="2715"/>
                  </a:lnTo>
                  <a:lnTo>
                    <a:pt x="10514" y="274"/>
                  </a:lnTo>
                  <a:lnTo>
                    <a:pt x="10443" y="226"/>
                  </a:lnTo>
                  <a:cubicBezTo>
                    <a:pt x="10431" y="226"/>
                    <a:pt x="10431" y="214"/>
                    <a:pt x="10431" y="214"/>
                  </a:cubicBezTo>
                  <a:lnTo>
                    <a:pt x="10431" y="191"/>
                  </a:lnTo>
                  <a:cubicBezTo>
                    <a:pt x="10431" y="191"/>
                    <a:pt x="10431" y="179"/>
                    <a:pt x="10419" y="179"/>
                  </a:cubicBezTo>
                  <a:lnTo>
                    <a:pt x="10419" y="167"/>
                  </a:lnTo>
                  <a:lnTo>
                    <a:pt x="10419" y="155"/>
                  </a:lnTo>
                  <a:lnTo>
                    <a:pt x="10419" y="131"/>
                  </a:lnTo>
                  <a:lnTo>
                    <a:pt x="10419" y="119"/>
                  </a:lnTo>
                  <a:lnTo>
                    <a:pt x="1039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6562125" y="3681225"/>
              <a:ext cx="131575" cy="189050"/>
            </a:xfrm>
            <a:custGeom>
              <a:avLst/>
              <a:gdLst/>
              <a:ahLst/>
              <a:cxnLst/>
              <a:rect l="l" t="t" r="r" b="b"/>
              <a:pathLst>
                <a:path w="5263" h="7562" extrusionOk="0">
                  <a:moveTo>
                    <a:pt x="5263" y="1"/>
                  </a:moveTo>
                  <a:lnTo>
                    <a:pt x="0" y="7216"/>
                  </a:lnTo>
                  <a:lnTo>
                    <a:pt x="48" y="7502"/>
                  </a:lnTo>
                  <a:lnTo>
                    <a:pt x="119" y="7561"/>
                  </a:lnTo>
                  <a:lnTo>
                    <a:pt x="5263" y="501"/>
                  </a:lnTo>
                  <a:lnTo>
                    <a:pt x="526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6533550" y="3734225"/>
              <a:ext cx="29775" cy="137825"/>
            </a:xfrm>
            <a:custGeom>
              <a:avLst/>
              <a:gdLst/>
              <a:ahLst/>
              <a:cxnLst/>
              <a:rect l="l" t="t" r="r" b="b"/>
              <a:pathLst>
                <a:path w="1191" h="5513" extrusionOk="0">
                  <a:moveTo>
                    <a:pt x="286" y="0"/>
                  </a:moveTo>
                  <a:cubicBezTo>
                    <a:pt x="191" y="48"/>
                    <a:pt x="107" y="84"/>
                    <a:pt x="0" y="84"/>
                  </a:cubicBezTo>
                  <a:lnTo>
                    <a:pt x="893" y="5382"/>
                  </a:lnTo>
                  <a:lnTo>
                    <a:pt x="901" y="5464"/>
                  </a:lnTo>
                  <a:lnTo>
                    <a:pt x="901" y="5464"/>
                  </a:lnTo>
                  <a:cubicBezTo>
                    <a:pt x="904" y="5435"/>
                    <a:pt x="918" y="5409"/>
                    <a:pt x="941" y="5394"/>
                  </a:cubicBezTo>
                  <a:cubicBezTo>
                    <a:pt x="971" y="5356"/>
                    <a:pt x="1016" y="5327"/>
                    <a:pt x="1063" y="5327"/>
                  </a:cubicBezTo>
                  <a:cubicBezTo>
                    <a:pt x="1090" y="5327"/>
                    <a:pt x="1117" y="5337"/>
                    <a:pt x="1143" y="5358"/>
                  </a:cubicBezTo>
                  <a:lnTo>
                    <a:pt x="1191" y="5394"/>
                  </a:lnTo>
                  <a:lnTo>
                    <a:pt x="1143" y="5108"/>
                  </a:lnTo>
                  <a:lnTo>
                    <a:pt x="286" y="0"/>
                  </a:lnTo>
                  <a:close/>
                  <a:moveTo>
                    <a:pt x="901" y="5464"/>
                  </a:moveTo>
                  <a:lnTo>
                    <a:pt x="901" y="5464"/>
                  </a:lnTo>
                  <a:cubicBezTo>
                    <a:pt x="900" y="5479"/>
                    <a:pt x="901" y="5496"/>
                    <a:pt x="905" y="5513"/>
                  </a:cubicBezTo>
                  <a:lnTo>
                    <a:pt x="905" y="5501"/>
                  </a:lnTo>
                  <a:lnTo>
                    <a:pt x="901" y="5464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6557650" y="38738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6679700" y="3952700"/>
              <a:ext cx="14000" cy="17300"/>
            </a:xfrm>
            <a:custGeom>
              <a:avLst/>
              <a:gdLst/>
              <a:ahLst/>
              <a:cxnLst/>
              <a:rect l="l" t="t" r="r" b="b"/>
              <a:pathLst>
                <a:path w="560" h="692" extrusionOk="0">
                  <a:moveTo>
                    <a:pt x="84" y="0"/>
                  </a:moveTo>
                  <a:lnTo>
                    <a:pt x="0" y="298"/>
                  </a:lnTo>
                  <a:lnTo>
                    <a:pt x="560" y="691"/>
                  </a:lnTo>
                  <a:lnTo>
                    <a:pt x="560" y="334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6555875" y="3867675"/>
              <a:ext cx="119375" cy="88025"/>
            </a:xfrm>
            <a:custGeom>
              <a:avLst/>
              <a:gdLst/>
              <a:ahLst/>
              <a:cxnLst/>
              <a:rect l="l" t="t" r="r" b="b"/>
              <a:pathLst>
                <a:path w="4775" h="3521" extrusionOk="0">
                  <a:moveTo>
                    <a:pt x="157" y="0"/>
                  </a:moveTo>
                  <a:cubicBezTo>
                    <a:pt x="107" y="0"/>
                    <a:pt x="54" y="19"/>
                    <a:pt x="24" y="56"/>
                  </a:cubicBezTo>
                  <a:cubicBezTo>
                    <a:pt x="0" y="80"/>
                    <a:pt x="0" y="127"/>
                    <a:pt x="0" y="175"/>
                  </a:cubicBezTo>
                  <a:cubicBezTo>
                    <a:pt x="4" y="171"/>
                    <a:pt x="6" y="170"/>
                    <a:pt x="8" y="170"/>
                  </a:cubicBezTo>
                  <a:cubicBezTo>
                    <a:pt x="12" y="170"/>
                    <a:pt x="12" y="178"/>
                    <a:pt x="12" y="187"/>
                  </a:cubicBezTo>
                  <a:cubicBezTo>
                    <a:pt x="24" y="199"/>
                    <a:pt x="24" y="199"/>
                    <a:pt x="24" y="222"/>
                  </a:cubicBezTo>
                  <a:cubicBezTo>
                    <a:pt x="24" y="222"/>
                    <a:pt x="24" y="234"/>
                    <a:pt x="48" y="234"/>
                  </a:cubicBezTo>
                  <a:lnTo>
                    <a:pt x="48" y="246"/>
                  </a:lnTo>
                  <a:lnTo>
                    <a:pt x="60" y="258"/>
                  </a:lnTo>
                  <a:lnTo>
                    <a:pt x="131" y="306"/>
                  </a:lnTo>
                  <a:lnTo>
                    <a:pt x="4691" y="3521"/>
                  </a:lnTo>
                  <a:lnTo>
                    <a:pt x="4775" y="3223"/>
                  </a:lnTo>
                  <a:lnTo>
                    <a:pt x="357" y="103"/>
                  </a:lnTo>
                  <a:lnTo>
                    <a:pt x="286" y="56"/>
                  </a:lnTo>
                  <a:lnTo>
                    <a:pt x="238" y="20"/>
                  </a:lnTo>
                  <a:cubicBezTo>
                    <a:pt x="216" y="7"/>
                    <a:pt x="187" y="0"/>
                    <a:pt x="15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6604375" y="4211350"/>
              <a:ext cx="3600" cy="2725"/>
            </a:xfrm>
            <a:custGeom>
              <a:avLst/>
              <a:gdLst/>
              <a:ahLst/>
              <a:cxnLst/>
              <a:rect l="l" t="t" r="r" b="b"/>
              <a:pathLst>
                <a:path w="144" h="109" extrusionOk="0">
                  <a:moveTo>
                    <a:pt x="25" y="1"/>
                  </a:moveTo>
                  <a:lnTo>
                    <a:pt x="1" y="108"/>
                  </a:lnTo>
                  <a:cubicBezTo>
                    <a:pt x="60" y="108"/>
                    <a:pt x="120" y="72"/>
                    <a:pt x="144" y="13"/>
                  </a:cubicBezTo>
                  <a:cubicBezTo>
                    <a:pt x="96" y="1"/>
                    <a:pt x="72" y="1"/>
                    <a:pt x="2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6613600" y="3885425"/>
              <a:ext cx="80400" cy="282800"/>
            </a:xfrm>
            <a:custGeom>
              <a:avLst/>
              <a:gdLst/>
              <a:ahLst/>
              <a:cxnLst/>
              <a:rect l="l" t="t" r="r" b="b"/>
              <a:pathLst>
                <a:path w="3216" h="11312" extrusionOk="0">
                  <a:moveTo>
                    <a:pt x="3216" y="1"/>
                  </a:moveTo>
                  <a:lnTo>
                    <a:pt x="2489" y="2525"/>
                  </a:lnTo>
                  <a:lnTo>
                    <a:pt x="2394" y="2811"/>
                  </a:lnTo>
                  <a:lnTo>
                    <a:pt x="1" y="11204"/>
                  </a:lnTo>
                  <a:cubicBezTo>
                    <a:pt x="108" y="11216"/>
                    <a:pt x="191" y="11252"/>
                    <a:pt x="287" y="11312"/>
                  </a:cubicBezTo>
                  <a:lnTo>
                    <a:pt x="2644" y="3001"/>
                  </a:lnTo>
                  <a:lnTo>
                    <a:pt x="2739" y="2703"/>
                  </a:lnTo>
                  <a:lnTo>
                    <a:pt x="3216" y="1072"/>
                  </a:lnTo>
                  <a:lnTo>
                    <a:pt x="3216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6443950" y="4280425"/>
              <a:ext cx="42875" cy="292625"/>
            </a:xfrm>
            <a:custGeom>
              <a:avLst/>
              <a:gdLst/>
              <a:ahLst/>
              <a:cxnLst/>
              <a:rect l="l" t="t" r="r" b="b"/>
              <a:pathLst>
                <a:path w="1715" h="11705" extrusionOk="0">
                  <a:moveTo>
                    <a:pt x="298" y="0"/>
                  </a:moveTo>
                  <a:cubicBezTo>
                    <a:pt x="191" y="36"/>
                    <a:pt x="108" y="48"/>
                    <a:pt x="0" y="48"/>
                  </a:cubicBezTo>
                  <a:lnTo>
                    <a:pt x="1417" y="11704"/>
                  </a:lnTo>
                  <a:cubicBezTo>
                    <a:pt x="1475" y="11696"/>
                    <a:pt x="1538" y="11682"/>
                    <a:pt x="1599" y="11682"/>
                  </a:cubicBezTo>
                  <a:cubicBezTo>
                    <a:pt x="1626" y="11682"/>
                    <a:pt x="1653" y="11685"/>
                    <a:pt x="1679" y="11692"/>
                  </a:cubicBezTo>
                  <a:lnTo>
                    <a:pt x="1715" y="1169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6486800" y="4208675"/>
              <a:ext cx="118200" cy="365250"/>
            </a:xfrm>
            <a:custGeom>
              <a:avLst/>
              <a:gdLst/>
              <a:ahLst/>
              <a:cxnLst/>
              <a:rect l="l" t="t" r="r" b="b"/>
              <a:pathLst>
                <a:path w="4728" h="14610" extrusionOk="0">
                  <a:moveTo>
                    <a:pt x="4442" y="1"/>
                  </a:moveTo>
                  <a:lnTo>
                    <a:pt x="1" y="14574"/>
                  </a:lnTo>
                  <a:cubicBezTo>
                    <a:pt x="37" y="14586"/>
                    <a:pt x="84" y="14586"/>
                    <a:pt x="108" y="14610"/>
                  </a:cubicBezTo>
                  <a:lnTo>
                    <a:pt x="430" y="14181"/>
                  </a:lnTo>
                  <a:lnTo>
                    <a:pt x="4704" y="215"/>
                  </a:lnTo>
                  <a:lnTo>
                    <a:pt x="4728" y="108"/>
                  </a:lnTo>
                  <a:cubicBezTo>
                    <a:pt x="4621" y="96"/>
                    <a:pt x="4537" y="48"/>
                    <a:pt x="4442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6475500" y="4189625"/>
              <a:ext cx="112550" cy="56575"/>
            </a:xfrm>
            <a:custGeom>
              <a:avLst/>
              <a:gdLst/>
              <a:ahLst/>
              <a:cxnLst/>
              <a:rect l="l" t="t" r="r" b="b"/>
              <a:pathLst>
                <a:path w="4502" h="2263" extrusionOk="0">
                  <a:moveTo>
                    <a:pt x="4418" y="1"/>
                  </a:moveTo>
                  <a:lnTo>
                    <a:pt x="0" y="1965"/>
                  </a:lnTo>
                  <a:cubicBezTo>
                    <a:pt x="36" y="2061"/>
                    <a:pt x="48" y="2168"/>
                    <a:pt x="60" y="2263"/>
                  </a:cubicBezTo>
                  <a:lnTo>
                    <a:pt x="4501" y="298"/>
                  </a:lnTo>
                  <a:cubicBezTo>
                    <a:pt x="4453" y="215"/>
                    <a:pt x="4442" y="108"/>
                    <a:pt x="4418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6626125" y="4142000"/>
              <a:ext cx="67575" cy="36350"/>
            </a:xfrm>
            <a:custGeom>
              <a:avLst/>
              <a:gdLst/>
              <a:ahLst/>
              <a:cxnLst/>
              <a:rect l="l" t="t" r="r" b="b"/>
              <a:pathLst>
                <a:path w="2703" h="1454" extrusionOk="0">
                  <a:moveTo>
                    <a:pt x="2703" y="1"/>
                  </a:moveTo>
                  <a:lnTo>
                    <a:pt x="0" y="1191"/>
                  </a:lnTo>
                  <a:cubicBezTo>
                    <a:pt x="60" y="1287"/>
                    <a:pt x="119" y="1358"/>
                    <a:pt x="167" y="1453"/>
                  </a:cubicBezTo>
                  <a:lnTo>
                    <a:pt x="2703" y="33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6489775" y="4289950"/>
              <a:ext cx="203925" cy="288750"/>
            </a:xfrm>
            <a:custGeom>
              <a:avLst/>
              <a:gdLst/>
              <a:ahLst/>
              <a:cxnLst/>
              <a:rect l="l" t="t" r="r" b="b"/>
              <a:pathLst>
                <a:path w="8157" h="11550" extrusionOk="0">
                  <a:moveTo>
                    <a:pt x="8157" y="0"/>
                  </a:moveTo>
                  <a:lnTo>
                    <a:pt x="311" y="10930"/>
                  </a:lnTo>
                  <a:lnTo>
                    <a:pt x="1" y="11371"/>
                  </a:lnTo>
                  <a:cubicBezTo>
                    <a:pt x="84" y="11406"/>
                    <a:pt x="180" y="11466"/>
                    <a:pt x="239" y="11549"/>
                  </a:cubicBezTo>
                  <a:lnTo>
                    <a:pt x="8157" y="50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6585925" y="4164825"/>
              <a:ext cx="47350" cy="46925"/>
            </a:xfrm>
            <a:custGeom>
              <a:avLst/>
              <a:gdLst/>
              <a:ahLst/>
              <a:cxnLst/>
              <a:rect l="l" t="t" r="r" b="b"/>
              <a:pathLst>
                <a:path w="1894" h="1877" extrusionOk="0">
                  <a:moveTo>
                    <a:pt x="941" y="0"/>
                  </a:moveTo>
                  <a:cubicBezTo>
                    <a:pt x="489" y="0"/>
                    <a:pt x="98" y="315"/>
                    <a:pt x="25" y="779"/>
                  </a:cubicBezTo>
                  <a:cubicBezTo>
                    <a:pt x="1" y="850"/>
                    <a:pt x="1" y="921"/>
                    <a:pt x="1" y="993"/>
                  </a:cubicBezTo>
                  <a:cubicBezTo>
                    <a:pt x="1" y="1100"/>
                    <a:pt x="36" y="1195"/>
                    <a:pt x="84" y="1290"/>
                  </a:cubicBezTo>
                  <a:cubicBezTo>
                    <a:pt x="155" y="1493"/>
                    <a:pt x="298" y="1648"/>
                    <a:pt x="501" y="1755"/>
                  </a:cubicBezTo>
                  <a:cubicBezTo>
                    <a:pt x="584" y="1802"/>
                    <a:pt x="679" y="1826"/>
                    <a:pt x="775" y="1862"/>
                  </a:cubicBezTo>
                  <a:cubicBezTo>
                    <a:pt x="810" y="1862"/>
                    <a:pt x="858" y="1874"/>
                    <a:pt x="882" y="1874"/>
                  </a:cubicBezTo>
                  <a:cubicBezTo>
                    <a:pt x="905" y="1876"/>
                    <a:pt x="927" y="1876"/>
                    <a:pt x="950" y="1876"/>
                  </a:cubicBezTo>
                  <a:cubicBezTo>
                    <a:pt x="1387" y="1876"/>
                    <a:pt x="1779" y="1553"/>
                    <a:pt x="1870" y="1112"/>
                  </a:cubicBezTo>
                  <a:cubicBezTo>
                    <a:pt x="1894" y="921"/>
                    <a:pt x="1870" y="719"/>
                    <a:pt x="1787" y="552"/>
                  </a:cubicBezTo>
                  <a:cubicBezTo>
                    <a:pt x="1751" y="457"/>
                    <a:pt x="1691" y="374"/>
                    <a:pt x="1632" y="302"/>
                  </a:cubicBezTo>
                  <a:cubicBezTo>
                    <a:pt x="1572" y="219"/>
                    <a:pt x="1477" y="159"/>
                    <a:pt x="1406" y="124"/>
                  </a:cubicBezTo>
                  <a:cubicBezTo>
                    <a:pt x="1310" y="76"/>
                    <a:pt x="1227" y="40"/>
                    <a:pt x="1120" y="17"/>
                  </a:cubicBezTo>
                  <a:cubicBezTo>
                    <a:pt x="1060" y="6"/>
                    <a:pt x="1000" y="0"/>
                    <a:pt x="94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6407925" y="4215525"/>
              <a:ext cx="69375" cy="65800"/>
            </a:xfrm>
            <a:custGeom>
              <a:avLst/>
              <a:gdLst/>
              <a:ahLst/>
              <a:cxnLst/>
              <a:rect l="l" t="t" r="r" b="b"/>
              <a:pathLst>
                <a:path w="2775" h="2632" extrusionOk="0">
                  <a:moveTo>
                    <a:pt x="1489" y="1"/>
                  </a:moveTo>
                  <a:cubicBezTo>
                    <a:pt x="1263" y="1"/>
                    <a:pt x="1049" y="36"/>
                    <a:pt x="870" y="120"/>
                  </a:cubicBezTo>
                  <a:cubicBezTo>
                    <a:pt x="787" y="155"/>
                    <a:pt x="691" y="203"/>
                    <a:pt x="620" y="263"/>
                  </a:cubicBezTo>
                  <a:cubicBezTo>
                    <a:pt x="370" y="453"/>
                    <a:pt x="191" y="739"/>
                    <a:pt x="132" y="1060"/>
                  </a:cubicBezTo>
                  <a:cubicBezTo>
                    <a:pt x="1" y="1775"/>
                    <a:pt x="477" y="2477"/>
                    <a:pt x="1203" y="2608"/>
                  </a:cubicBezTo>
                  <a:cubicBezTo>
                    <a:pt x="1275" y="2632"/>
                    <a:pt x="1370" y="2632"/>
                    <a:pt x="1441" y="2632"/>
                  </a:cubicBezTo>
                  <a:cubicBezTo>
                    <a:pt x="1549" y="2632"/>
                    <a:pt x="1632" y="2608"/>
                    <a:pt x="1739" y="2596"/>
                  </a:cubicBezTo>
                  <a:cubicBezTo>
                    <a:pt x="2239" y="2477"/>
                    <a:pt x="2644" y="2072"/>
                    <a:pt x="2751" y="1537"/>
                  </a:cubicBezTo>
                  <a:cubicBezTo>
                    <a:pt x="2763" y="1441"/>
                    <a:pt x="2775" y="1322"/>
                    <a:pt x="2763" y="1215"/>
                  </a:cubicBezTo>
                  <a:cubicBezTo>
                    <a:pt x="2763" y="1108"/>
                    <a:pt x="2739" y="1001"/>
                    <a:pt x="2703" y="917"/>
                  </a:cubicBezTo>
                  <a:cubicBezTo>
                    <a:pt x="2573" y="501"/>
                    <a:pt x="2227" y="155"/>
                    <a:pt x="1787" y="36"/>
                  </a:cubicBezTo>
                  <a:cubicBezTo>
                    <a:pt x="1751" y="24"/>
                    <a:pt x="1727" y="24"/>
                    <a:pt x="1680" y="13"/>
                  </a:cubicBezTo>
                  <a:cubicBezTo>
                    <a:pt x="1620" y="1"/>
                    <a:pt x="1560" y="1"/>
                    <a:pt x="1489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4666950" y="3657525"/>
              <a:ext cx="11925" cy="12150"/>
            </a:xfrm>
            <a:custGeom>
              <a:avLst/>
              <a:gdLst/>
              <a:ahLst/>
              <a:cxnLst/>
              <a:rect l="l" t="t" r="r" b="b"/>
              <a:pathLst>
                <a:path w="477" h="486" extrusionOk="0">
                  <a:moveTo>
                    <a:pt x="233" y="1"/>
                  </a:moveTo>
                  <a:cubicBezTo>
                    <a:pt x="128" y="1"/>
                    <a:pt x="22" y="87"/>
                    <a:pt x="12" y="199"/>
                  </a:cubicBezTo>
                  <a:cubicBezTo>
                    <a:pt x="0" y="247"/>
                    <a:pt x="12" y="306"/>
                    <a:pt x="24" y="354"/>
                  </a:cubicBezTo>
                  <a:cubicBezTo>
                    <a:pt x="60" y="413"/>
                    <a:pt x="119" y="461"/>
                    <a:pt x="203" y="485"/>
                  </a:cubicBezTo>
                  <a:cubicBezTo>
                    <a:pt x="213" y="486"/>
                    <a:pt x="223" y="486"/>
                    <a:pt x="233" y="486"/>
                  </a:cubicBezTo>
                  <a:cubicBezTo>
                    <a:pt x="362" y="486"/>
                    <a:pt x="465" y="416"/>
                    <a:pt x="476" y="294"/>
                  </a:cubicBezTo>
                  <a:lnTo>
                    <a:pt x="476" y="187"/>
                  </a:lnTo>
                  <a:cubicBezTo>
                    <a:pt x="429" y="92"/>
                    <a:pt x="369" y="20"/>
                    <a:pt x="286" y="8"/>
                  </a:cubicBezTo>
                  <a:cubicBezTo>
                    <a:pt x="269" y="3"/>
                    <a:pt x="251" y="1"/>
                    <a:pt x="23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5526275" y="3907750"/>
              <a:ext cx="25325" cy="23650"/>
            </a:xfrm>
            <a:custGeom>
              <a:avLst/>
              <a:gdLst/>
              <a:ahLst/>
              <a:cxnLst/>
              <a:rect l="l" t="t" r="r" b="b"/>
              <a:pathLst>
                <a:path w="1013" h="946" extrusionOk="0">
                  <a:moveTo>
                    <a:pt x="512" y="1"/>
                  </a:moveTo>
                  <a:cubicBezTo>
                    <a:pt x="286" y="13"/>
                    <a:pt x="84" y="167"/>
                    <a:pt x="48" y="382"/>
                  </a:cubicBezTo>
                  <a:cubicBezTo>
                    <a:pt x="0" y="644"/>
                    <a:pt x="179" y="894"/>
                    <a:pt x="441" y="941"/>
                  </a:cubicBezTo>
                  <a:cubicBezTo>
                    <a:pt x="462" y="944"/>
                    <a:pt x="484" y="946"/>
                    <a:pt x="505" y="946"/>
                  </a:cubicBezTo>
                  <a:cubicBezTo>
                    <a:pt x="732" y="946"/>
                    <a:pt x="945" y="777"/>
                    <a:pt x="989" y="548"/>
                  </a:cubicBezTo>
                  <a:cubicBezTo>
                    <a:pt x="1012" y="370"/>
                    <a:pt x="941" y="191"/>
                    <a:pt x="798" y="84"/>
                  </a:cubicBezTo>
                  <a:cubicBezTo>
                    <a:pt x="739" y="48"/>
                    <a:pt x="679" y="13"/>
                    <a:pt x="58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6515675" y="3702325"/>
              <a:ext cx="35450" cy="33100"/>
            </a:xfrm>
            <a:custGeom>
              <a:avLst/>
              <a:gdLst/>
              <a:ahLst/>
              <a:cxnLst/>
              <a:rect l="l" t="t" r="r" b="b"/>
              <a:pathLst>
                <a:path w="1418" h="1324" extrusionOk="0">
                  <a:moveTo>
                    <a:pt x="679" y="0"/>
                  </a:moveTo>
                  <a:cubicBezTo>
                    <a:pt x="563" y="0"/>
                    <a:pt x="454" y="33"/>
                    <a:pt x="358" y="86"/>
                  </a:cubicBezTo>
                  <a:cubicBezTo>
                    <a:pt x="275" y="133"/>
                    <a:pt x="191" y="205"/>
                    <a:pt x="132" y="276"/>
                  </a:cubicBezTo>
                  <a:cubicBezTo>
                    <a:pt x="96" y="360"/>
                    <a:pt x="48" y="443"/>
                    <a:pt x="37" y="538"/>
                  </a:cubicBezTo>
                  <a:cubicBezTo>
                    <a:pt x="1" y="717"/>
                    <a:pt x="48" y="907"/>
                    <a:pt x="156" y="1038"/>
                  </a:cubicBezTo>
                  <a:cubicBezTo>
                    <a:pt x="215" y="1145"/>
                    <a:pt x="287" y="1205"/>
                    <a:pt x="370" y="1252"/>
                  </a:cubicBezTo>
                  <a:cubicBezTo>
                    <a:pt x="429" y="1276"/>
                    <a:pt x="513" y="1312"/>
                    <a:pt x="572" y="1312"/>
                  </a:cubicBezTo>
                  <a:cubicBezTo>
                    <a:pt x="608" y="1324"/>
                    <a:pt x="656" y="1324"/>
                    <a:pt x="703" y="1324"/>
                  </a:cubicBezTo>
                  <a:cubicBezTo>
                    <a:pt x="810" y="1324"/>
                    <a:pt x="894" y="1300"/>
                    <a:pt x="989" y="1252"/>
                  </a:cubicBezTo>
                  <a:cubicBezTo>
                    <a:pt x="1168" y="1157"/>
                    <a:pt x="1299" y="979"/>
                    <a:pt x="1346" y="776"/>
                  </a:cubicBezTo>
                  <a:cubicBezTo>
                    <a:pt x="1418" y="419"/>
                    <a:pt x="1168" y="62"/>
                    <a:pt x="810" y="14"/>
                  </a:cubicBezTo>
                  <a:cubicBezTo>
                    <a:pt x="766" y="5"/>
                    <a:pt x="722" y="0"/>
                    <a:pt x="679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6265350" y="3971075"/>
              <a:ext cx="33375" cy="33075"/>
            </a:xfrm>
            <a:custGeom>
              <a:avLst/>
              <a:gdLst/>
              <a:ahLst/>
              <a:cxnLst/>
              <a:rect l="l" t="t" r="r" b="b"/>
              <a:pathLst>
                <a:path w="1335" h="1323" extrusionOk="0">
                  <a:moveTo>
                    <a:pt x="652" y="1"/>
                  </a:moveTo>
                  <a:cubicBezTo>
                    <a:pt x="556" y="1"/>
                    <a:pt x="466" y="26"/>
                    <a:pt x="382" y="51"/>
                  </a:cubicBezTo>
                  <a:cubicBezTo>
                    <a:pt x="298" y="99"/>
                    <a:pt x="227" y="158"/>
                    <a:pt x="144" y="230"/>
                  </a:cubicBezTo>
                  <a:cubicBezTo>
                    <a:pt x="84" y="289"/>
                    <a:pt x="48" y="385"/>
                    <a:pt x="24" y="468"/>
                  </a:cubicBezTo>
                  <a:cubicBezTo>
                    <a:pt x="24" y="504"/>
                    <a:pt x="13" y="516"/>
                    <a:pt x="13" y="551"/>
                  </a:cubicBezTo>
                  <a:cubicBezTo>
                    <a:pt x="1" y="623"/>
                    <a:pt x="1" y="694"/>
                    <a:pt x="13" y="766"/>
                  </a:cubicBezTo>
                  <a:cubicBezTo>
                    <a:pt x="60" y="1039"/>
                    <a:pt x="263" y="1278"/>
                    <a:pt x="548" y="1301"/>
                  </a:cubicBezTo>
                  <a:cubicBezTo>
                    <a:pt x="595" y="1316"/>
                    <a:pt x="642" y="1322"/>
                    <a:pt x="689" y="1322"/>
                  </a:cubicBezTo>
                  <a:cubicBezTo>
                    <a:pt x="759" y="1322"/>
                    <a:pt x="829" y="1306"/>
                    <a:pt x="894" y="1278"/>
                  </a:cubicBezTo>
                  <a:cubicBezTo>
                    <a:pt x="977" y="1242"/>
                    <a:pt x="1072" y="1182"/>
                    <a:pt x="1144" y="1111"/>
                  </a:cubicBezTo>
                  <a:cubicBezTo>
                    <a:pt x="1251" y="1039"/>
                    <a:pt x="1310" y="920"/>
                    <a:pt x="1322" y="789"/>
                  </a:cubicBezTo>
                  <a:cubicBezTo>
                    <a:pt x="1334" y="706"/>
                    <a:pt x="1334" y="647"/>
                    <a:pt x="1322" y="575"/>
                  </a:cubicBezTo>
                  <a:cubicBezTo>
                    <a:pt x="1310" y="468"/>
                    <a:pt x="1275" y="385"/>
                    <a:pt x="1215" y="289"/>
                  </a:cubicBezTo>
                  <a:cubicBezTo>
                    <a:pt x="1179" y="218"/>
                    <a:pt x="1096" y="147"/>
                    <a:pt x="1025" y="99"/>
                  </a:cubicBezTo>
                  <a:cubicBezTo>
                    <a:pt x="953" y="51"/>
                    <a:pt x="858" y="27"/>
                    <a:pt x="775" y="16"/>
                  </a:cubicBezTo>
                  <a:cubicBezTo>
                    <a:pt x="733" y="5"/>
                    <a:pt x="692" y="1"/>
                    <a:pt x="65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6376075" y="3733725"/>
              <a:ext cx="25025" cy="23625"/>
            </a:xfrm>
            <a:custGeom>
              <a:avLst/>
              <a:gdLst/>
              <a:ahLst/>
              <a:cxnLst/>
              <a:rect l="l" t="t" r="r" b="b"/>
              <a:pathLst>
                <a:path w="1001" h="945" extrusionOk="0">
                  <a:moveTo>
                    <a:pt x="490" y="1"/>
                  </a:moveTo>
                  <a:cubicBezTo>
                    <a:pt x="268" y="1"/>
                    <a:pt x="56" y="168"/>
                    <a:pt x="25" y="401"/>
                  </a:cubicBezTo>
                  <a:cubicBezTo>
                    <a:pt x="25" y="425"/>
                    <a:pt x="1" y="473"/>
                    <a:pt x="1" y="497"/>
                  </a:cubicBezTo>
                  <a:cubicBezTo>
                    <a:pt x="1" y="604"/>
                    <a:pt x="48" y="699"/>
                    <a:pt x="108" y="770"/>
                  </a:cubicBezTo>
                  <a:cubicBezTo>
                    <a:pt x="179" y="830"/>
                    <a:pt x="263" y="889"/>
                    <a:pt x="358" y="913"/>
                  </a:cubicBezTo>
                  <a:cubicBezTo>
                    <a:pt x="370" y="913"/>
                    <a:pt x="394" y="937"/>
                    <a:pt x="406" y="937"/>
                  </a:cubicBezTo>
                  <a:cubicBezTo>
                    <a:pt x="436" y="941"/>
                    <a:pt x="467" y="944"/>
                    <a:pt x="497" y="944"/>
                  </a:cubicBezTo>
                  <a:cubicBezTo>
                    <a:pt x="550" y="944"/>
                    <a:pt x="603" y="936"/>
                    <a:pt x="656" y="913"/>
                  </a:cubicBezTo>
                  <a:cubicBezTo>
                    <a:pt x="810" y="854"/>
                    <a:pt x="929" y="723"/>
                    <a:pt x="953" y="556"/>
                  </a:cubicBezTo>
                  <a:cubicBezTo>
                    <a:pt x="1001" y="306"/>
                    <a:pt x="834" y="56"/>
                    <a:pt x="572" y="8"/>
                  </a:cubicBezTo>
                  <a:cubicBezTo>
                    <a:pt x="545" y="3"/>
                    <a:pt x="518" y="1"/>
                    <a:pt x="49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6507050" y="3935025"/>
              <a:ext cx="26225" cy="23850"/>
            </a:xfrm>
            <a:custGeom>
              <a:avLst/>
              <a:gdLst/>
              <a:ahLst/>
              <a:cxnLst/>
              <a:rect l="l" t="t" r="r" b="b"/>
              <a:pathLst>
                <a:path w="1049" h="954" extrusionOk="0">
                  <a:moveTo>
                    <a:pt x="532" y="0"/>
                  </a:moveTo>
                  <a:cubicBezTo>
                    <a:pt x="306" y="0"/>
                    <a:pt x="103" y="169"/>
                    <a:pt x="48" y="398"/>
                  </a:cubicBezTo>
                  <a:cubicBezTo>
                    <a:pt x="1" y="648"/>
                    <a:pt x="167" y="898"/>
                    <a:pt x="441" y="946"/>
                  </a:cubicBezTo>
                  <a:cubicBezTo>
                    <a:pt x="470" y="951"/>
                    <a:pt x="498" y="954"/>
                    <a:pt x="527" y="954"/>
                  </a:cubicBezTo>
                  <a:cubicBezTo>
                    <a:pt x="746" y="954"/>
                    <a:pt x="947" y="796"/>
                    <a:pt x="989" y="565"/>
                  </a:cubicBezTo>
                  <a:cubicBezTo>
                    <a:pt x="1048" y="291"/>
                    <a:pt x="870" y="53"/>
                    <a:pt x="596" y="5"/>
                  </a:cubicBezTo>
                  <a:cubicBezTo>
                    <a:pt x="574" y="2"/>
                    <a:pt x="553" y="0"/>
                    <a:pt x="53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5903100" y="3945425"/>
              <a:ext cx="25025" cy="23875"/>
            </a:xfrm>
            <a:custGeom>
              <a:avLst/>
              <a:gdLst/>
              <a:ahLst/>
              <a:cxnLst/>
              <a:rect l="l" t="t" r="r" b="b"/>
              <a:pathLst>
                <a:path w="1001" h="955" extrusionOk="0">
                  <a:moveTo>
                    <a:pt x="537" y="0"/>
                  </a:moveTo>
                  <a:cubicBezTo>
                    <a:pt x="497" y="0"/>
                    <a:pt x="457" y="6"/>
                    <a:pt x="417" y="6"/>
                  </a:cubicBezTo>
                  <a:cubicBezTo>
                    <a:pt x="322" y="30"/>
                    <a:pt x="227" y="89"/>
                    <a:pt x="167" y="160"/>
                  </a:cubicBezTo>
                  <a:cubicBezTo>
                    <a:pt x="108" y="220"/>
                    <a:pt x="60" y="303"/>
                    <a:pt x="48" y="399"/>
                  </a:cubicBezTo>
                  <a:cubicBezTo>
                    <a:pt x="1" y="601"/>
                    <a:pt x="120" y="815"/>
                    <a:pt x="298" y="899"/>
                  </a:cubicBezTo>
                  <a:cubicBezTo>
                    <a:pt x="346" y="922"/>
                    <a:pt x="382" y="934"/>
                    <a:pt x="441" y="946"/>
                  </a:cubicBezTo>
                  <a:cubicBezTo>
                    <a:pt x="471" y="951"/>
                    <a:pt x="500" y="954"/>
                    <a:pt x="529" y="954"/>
                  </a:cubicBezTo>
                  <a:cubicBezTo>
                    <a:pt x="570" y="954"/>
                    <a:pt x="609" y="948"/>
                    <a:pt x="644" y="934"/>
                  </a:cubicBezTo>
                  <a:cubicBezTo>
                    <a:pt x="656" y="934"/>
                    <a:pt x="679" y="922"/>
                    <a:pt x="691" y="922"/>
                  </a:cubicBezTo>
                  <a:cubicBezTo>
                    <a:pt x="798" y="887"/>
                    <a:pt x="870" y="815"/>
                    <a:pt x="929" y="720"/>
                  </a:cubicBezTo>
                  <a:cubicBezTo>
                    <a:pt x="929" y="708"/>
                    <a:pt x="941" y="696"/>
                    <a:pt x="941" y="684"/>
                  </a:cubicBezTo>
                  <a:cubicBezTo>
                    <a:pt x="953" y="637"/>
                    <a:pt x="977" y="601"/>
                    <a:pt x="989" y="541"/>
                  </a:cubicBezTo>
                  <a:cubicBezTo>
                    <a:pt x="1001" y="482"/>
                    <a:pt x="1001" y="446"/>
                    <a:pt x="989" y="387"/>
                  </a:cubicBezTo>
                  <a:cubicBezTo>
                    <a:pt x="977" y="303"/>
                    <a:pt x="941" y="232"/>
                    <a:pt x="882" y="172"/>
                  </a:cubicBezTo>
                  <a:cubicBezTo>
                    <a:pt x="810" y="101"/>
                    <a:pt x="727" y="41"/>
                    <a:pt x="596" y="6"/>
                  </a:cubicBezTo>
                  <a:cubicBezTo>
                    <a:pt x="576" y="2"/>
                    <a:pt x="556" y="0"/>
                    <a:pt x="53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5745650" y="3654300"/>
              <a:ext cx="23825" cy="23825"/>
            </a:xfrm>
            <a:custGeom>
              <a:avLst/>
              <a:gdLst/>
              <a:ahLst/>
              <a:cxnLst/>
              <a:rect l="l" t="t" r="r" b="b"/>
              <a:pathLst>
                <a:path w="953" h="953" extrusionOk="0">
                  <a:moveTo>
                    <a:pt x="471" y="0"/>
                  </a:moveTo>
                  <a:cubicBezTo>
                    <a:pt x="444" y="0"/>
                    <a:pt x="417" y="6"/>
                    <a:pt x="393" y="18"/>
                  </a:cubicBezTo>
                  <a:cubicBezTo>
                    <a:pt x="298" y="30"/>
                    <a:pt x="203" y="78"/>
                    <a:pt x="131" y="149"/>
                  </a:cubicBezTo>
                  <a:cubicBezTo>
                    <a:pt x="72" y="209"/>
                    <a:pt x="24" y="292"/>
                    <a:pt x="0" y="387"/>
                  </a:cubicBezTo>
                  <a:lnTo>
                    <a:pt x="0" y="423"/>
                  </a:lnTo>
                  <a:cubicBezTo>
                    <a:pt x="0" y="518"/>
                    <a:pt x="12" y="626"/>
                    <a:pt x="60" y="721"/>
                  </a:cubicBezTo>
                  <a:cubicBezTo>
                    <a:pt x="131" y="840"/>
                    <a:pt x="238" y="923"/>
                    <a:pt x="381" y="935"/>
                  </a:cubicBezTo>
                  <a:cubicBezTo>
                    <a:pt x="411" y="947"/>
                    <a:pt x="441" y="953"/>
                    <a:pt x="471" y="953"/>
                  </a:cubicBezTo>
                  <a:cubicBezTo>
                    <a:pt x="500" y="953"/>
                    <a:pt x="530" y="947"/>
                    <a:pt x="560" y="935"/>
                  </a:cubicBezTo>
                  <a:cubicBezTo>
                    <a:pt x="667" y="923"/>
                    <a:pt x="750" y="864"/>
                    <a:pt x="810" y="792"/>
                  </a:cubicBezTo>
                  <a:cubicBezTo>
                    <a:pt x="846" y="757"/>
                    <a:pt x="858" y="733"/>
                    <a:pt x="870" y="697"/>
                  </a:cubicBezTo>
                  <a:cubicBezTo>
                    <a:pt x="905" y="661"/>
                    <a:pt x="917" y="614"/>
                    <a:pt x="929" y="554"/>
                  </a:cubicBezTo>
                  <a:cubicBezTo>
                    <a:pt x="953" y="506"/>
                    <a:pt x="953" y="459"/>
                    <a:pt x="929" y="423"/>
                  </a:cubicBezTo>
                  <a:cubicBezTo>
                    <a:pt x="905" y="221"/>
                    <a:pt x="750" y="42"/>
                    <a:pt x="548" y="18"/>
                  </a:cubicBezTo>
                  <a:cubicBezTo>
                    <a:pt x="524" y="6"/>
                    <a:pt x="497" y="0"/>
                    <a:pt x="47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4724975" y="3627350"/>
              <a:ext cx="23850" cy="23175"/>
            </a:xfrm>
            <a:custGeom>
              <a:avLst/>
              <a:gdLst/>
              <a:ahLst/>
              <a:cxnLst/>
              <a:rect l="l" t="t" r="r" b="b"/>
              <a:pathLst>
                <a:path w="954" h="927" extrusionOk="0">
                  <a:moveTo>
                    <a:pt x="446" y="1"/>
                  </a:moveTo>
                  <a:cubicBezTo>
                    <a:pt x="336" y="1"/>
                    <a:pt x="241" y="44"/>
                    <a:pt x="168" y="108"/>
                  </a:cubicBezTo>
                  <a:cubicBezTo>
                    <a:pt x="120" y="144"/>
                    <a:pt x="84" y="191"/>
                    <a:pt x="60" y="251"/>
                  </a:cubicBezTo>
                  <a:cubicBezTo>
                    <a:pt x="48" y="287"/>
                    <a:pt x="13" y="334"/>
                    <a:pt x="13" y="382"/>
                  </a:cubicBezTo>
                  <a:cubicBezTo>
                    <a:pt x="1" y="453"/>
                    <a:pt x="1" y="513"/>
                    <a:pt x="13" y="572"/>
                  </a:cubicBezTo>
                  <a:cubicBezTo>
                    <a:pt x="60" y="751"/>
                    <a:pt x="191" y="882"/>
                    <a:pt x="382" y="918"/>
                  </a:cubicBezTo>
                  <a:cubicBezTo>
                    <a:pt x="416" y="924"/>
                    <a:pt x="450" y="926"/>
                    <a:pt x="482" y="926"/>
                  </a:cubicBezTo>
                  <a:cubicBezTo>
                    <a:pt x="581" y="926"/>
                    <a:pt x="667" y="898"/>
                    <a:pt x="739" y="834"/>
                  </a:cubicBezTo>
                  <a:cubicBezTo>
                    <a:pt x="822" y="811"/>
                    <a:pt x="882" y="739"/>
                    <a:pt x="906" y="632"/>
                  </a:cubicBezTo>
                  <a:cubicBezTo>
                    <a:pt x="918" y="608"/>
                    <a:pt x="918" y="584"/>
                    <a:pt x="918" y="561"/>
                  </a:cubicBezTo>
                  <a:cubicBezTo>
                    <a:pt x="953" y="441"/>
                    <a:pt x="918" y="334"/>
                    <a:pt x="858" y="227"/>
                  </a:cubicBezTo>
                  <a:cubicBezTo>
                    <a:pt x="799" y="132"/>
                    <a:pt x="715" y="49"/>
                    <a:pt x="596" y="25"/>
                  </a:cubicBezTo>
                  <a:cubicBezTo>
                    <a:pt x="584" y="25"/>
                    <a:pt x="560" y="13"/>
                    <a:pt x="549" y="13"/>
                  </a:cubicBezTo>
                  <a:cubicBezTo>
                    <a:pt x="513" y="5"/>
                    <a:pt x="479" y="1"/>
                    <a:pt x="44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5094675" y="3924725"/>
              <a:ext cx="25325" cy="23725"/>
            </a:xfrm>
            <a:custGeom>
              <a:avLst/>
              <a:gdLst/>
              <a:ahLst/>
              <a:cxnLst/>
              <a:rect l="l" t="t" r="r" b="b"/>
              <a:pathLst>
                <a:path w="1013" h="949" extrusionOk="0">
                  <a:moveTo>
                    <a:pt x="524" y="0"/>
                  </a:moveTo>
                  <a:cubicBezTo>
                    <a:pt x="417" y="0"/>
                    <a:pt x="334" y="36"/>
                    <a:pt x="239" y="96"/>
                  </a:cubicBezTo>
                  <a:cubicBezTo>
                    <a:pt x="131" y="167"/>
                    <a:pt x="60" y="274"/>
                    <a:pt x="48" y="393"/>
                  </a:cubicBezTo>
                  <a:cubicBezTo>
                    <a:pt x="0" y="643"/>
                    <a:pt x="167" y="893"/>
                    <a:pt x="429" y="941"/>
                  </a:cubicBezTo>
                  <a:cubicBezTo>
                    <a:pt x="459" y="946"/>
                    <a:pt x="489" y="949"/>
                    <a:pt x="518" y="949"/>
                  </a:cubicBezTo>
                  <a:cubicBezTo>
                    <a:pt x="746" y="949"/>
                    <a:pt x="946" y="792"/>
                    <a:pt x="989" y="560"/>
                  </a:cubicBezTo>
                  <a:cubicBezTo>
                    <a:pt x="1012" y="405"/>
                    <a:pt x="977" y="238"/>
                    <a:pt x="870" y="143"/>
                  </a:cubicBezTo>
                  <a:cubicBezTo>
                    <a:pt x="774" y="84"/>
                    <a:pt x="691" y="24"/>
                    <a:pt x="584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6464775" y="4572300"/>
              <a:ext cx="35450" cy="32975"/>
            </a:xfrm>
            <a:custGeom>
              <a:avLst/>
              <a:gdLst/>
              <a:ahLst/>
              <a:cxnLst/>
              <a:rect l="l" t="t" r="r" b="b"/>
              <a:pathLst>
                <a:path w="1418" h="1319" extrusionOk="0">
                  <a:moveTo>
                    <a:pt x="729" y="1"/>
                  </a:moveTo>
                  <a:cubicBezTo>
                    <a:pt x="680" y="1"/>
                    <a:pt x="630" y="9"/>
                    <a:pt x="584" y="29"/>
                  </a:cubicBezTo>
                  <a:cubicBezTo>
                    <a:pt x="525" y="41"/>
                    <a:pt x="477" y="53"/>
                    <a:pt x="418" y="89"/>
                  </a:cubicBezTo>
                  <a:cubicBezTo>
                    <a:pt x="322" y="136"/>
                    <a:pt x="251" y="208"/>
                    <a:pt x="191" y="279"/>
                  </a:cubicBezTo>
                  <a:cubicBezTo>
                    <a:pt x="132" y="351"/>
                    <a:pt x="84" y="446"/>
                    <a:pt x="72" y="553"/>
                  </a:cubicBezTo>
                  <a:cubicBezTo>
                    <a:pt x="1" y="910"/>
                    <a:pt x="251" y="1267"/>
                    <a:pt x="608" y="1303"/>
                  </a:cubicBezTo>
                  <a:cubicBezTo>
                    <a:pt x="653" y="1314"/>
                    <a:pt x="698" y="1319"/>
                    <a:pt x="743" y="1319"/>
                  </a:cubicBezTo>
                  <a:cubicBezTo>
                    <a:pt x="1051" y="1319"/>
                    <a:pt x="1328" y="1079"/>
                    <a:pt x="1370" y="767"/>
                  </a:cubicBezTo>
                  <a:cubicBezTo>
                    <a:pt x="1418" y="565"/>
                    <a:pt x="1358" y="374"/>
                    <a:pt x="1215" y="220"/>
                  </a:cubicBezTo>
                  <a:cubicBezTo>
                    <a:pt x="1180" y="160"/>
                    <a:pt x="1096" y="100"/>
                    <a:pt x="1001" y="53"/>
                  </a:cubicBezTo>
                  <a:cubicBezTo>
                    <a:pt x="953" y="41"/>
                    <a:pt x="918" y="29"/>
                    <a:pt x="882" y="17"/>
                  </a:cubicBezTo>
                  <a:lnTo>
                    <a:pt x="846" y="17"/>
                  </a:lnTo>
                  <a:cubicBezTo>
                    <a:pt x="809" y="6"/>
                    <a:pt x="769" y="1"/>
                    <a:pt x="729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6403775" y="3934525"/>
              <a:ext cx="13700" cy="13725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95" y="0"/>
                  </a:moveTo>
                  <a:cubicBezTo>
                    <a:pt x="163" y="0"/>
                    <a:pt x="45" y="82"/>
                    <a:pt x="12" y="227"/>
                  </a:cubicBezTo>
                  <a:lnTo>
                    <a:pt x="12" y="251"/>
                  </a:lnTo>
                  <a:cubicBezTo>
                    <a:pt x="0" y="406"/>
                    <a:pt x="72" y="537"/>
                    <a:pt x="226" y="549"/>
                  </a:cubicBezTo>
                  <a:lnTo>
                    <a:pt x="250" y="549"/>
                  </a:lnTo>
                  <a:cubicBezTo>
                    <a:pt x="369" y="549"/>
                    <a:pt x="488" y="489"/>
                    <a:pt x="524" y="370"/>
                  </a:cubicBezTo>
                  <a:cubicBezTo>
                    <a:pt x="524" y="358"/>
                    <a:pt x="536" y="346"/>
                    <a:pt x="536" y="323"/>
                  </a:cubicBezTo>
                  <a:cubicBezTo>
                    <a:pt x="548" y="251"/>
                    <a:pt x="536" y="180"/>
                    <a:pt x="488" y="120"/>
                  </a:cubicBezTo>
                  <a:cubicBezTo>
                    <a:pt x="476" y="108"/>
                    <a:pt x="453" y="73"/>
                    <a:pt x="441" y="61"/>
                  </a:cubicBezTo>
                  <a:cubicBezTo>
                    <a:pt x="417" y="25"/>
                    <a:pt x="369" y="13"/>
                    <a:pt x="322" y="1"/>
                  </a:cubicBezTo>
                  <a:cubicBezTo>
                    <a:pt x="313" y="0"/>
                    <a:pt x="304" y="0"/>
                    <a:pt x="295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6161475" y="3834275"/>
              <a:ext cx="13725" cy="13075"/>
            </a:xfrm>
            <a:custGeom>
              <a:avLst/>
              <a:gdLst/>
              <a:ahLst/>
              <a:cxnLst/>
              <a:rect l="l" t="t" r="r" b="b"/>
              <a:pathLst>
                <a:path w="549" h="523" extrusionOk="0">
                  <a:moveTo>
                    <a:pt x="255" y="1"/>
                  </a:moveTo>
                  <a:cubicBezTo>
                    <a:pt x="211" y="1"/>
                    <a:pt x="165" y="18"/>
                    <a:pt x="131" y="35"/>
                  </a:cubicBezTo>
                  <a:cubicBezTo>
                    <a:pt x="60" y="70"/>
                    <a:pt x="0" y="142"/>
                    <a:pt x="0" y="213"/>
                  </a:cubicBezTo>
                  <a:lnTo>
                    <a:pt x="0" y="332"/>
                  </a:lnTo>
                  <a:lnTo>
                    <a:pt x="0" y="344"/>
                  </a:lnTo>
                  <a:cubicBezTo>
                    <a:pt x="36" y="439"/>
                    <a:pt x="108" y="511"/>
                    <a:pt x="215" y="523"/>
                  </a:cubicBezTo>
                  <a:lnTo>
                    <a:pt x="334" y="523"/>
                  </a:lnTo>
                  <a:cubicBezTo>
                    <a:pt x="358" y="511"/>
                    <a:pt x="405" y="499"/>
                    <a:pt x="429" y="487"/>
                  </a:cubicBezTo>
                  <a:cubicBezTo>
                    <a:pt x="489" y="439"/>
                    <a:pt x="524" y="380"/>
                    <a:pt x="536" y="320"/>
                  </a:cubicBezTo>
                  <a:cubicBezTo>
                    <a:pt x="548" y="249"/>
                    <a:pt x="536" y="189"/>
                    <a:pt x="512" y="142"/>
                  </a:cubicBezTo>
                  <a:cubicBezTo>
                    <a:pt x="465" y="70"/>
                    <a:pt x="405" y="23"/>
                    <a:pt x="310" y="11"/>
                  </a:cubicBezTo>
                  <a:cubicBezTo>
                    <a:pt x="293" y="4"/>
                    <a:pt x="274" y="1"/>
                    <a:pt x="25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6281425" y="3778100"/>
              <a:ext cx="13425" cy="13675"/>
            </a:xfrm>
            <a:custGeom>
              <a:avLst/>
              <a:gdLst/>
              <a:ahLst/>
              <a:cxnLst/>
              <a:rect l="l" t="t" r="r" b="b"/>
              <a:pathLst>
                <a:path w="537" h="547" extrusionOk="0">
                  <a:moveTo>
                    <a:pt x="266" y="1"/>
                  </a:moveTo>
                  <a:cubicBezTo>
                    <a:pt x="144" y="1"/>
                    <a:pt x="33" y="99"/>
                    <a:pt x="13" y="234"/>
                  </a:cubicBezTo>
                  <a:cubicBezTo>
                    <a:pt x="1" y="305"/>
                    <a:pt x="13" y="365"/>
                    <a:pt x="60" y="424"/>
                  </a:cubicBezTo>
                  <a:cubicBezTo>
                    <a:pt x="84" y="484"/>
                    <a:pt x="143" y="531"/>
                    <a:pt x="215" y="543"/>
                  </a:cubicBezTo>
                  <a:cubicBezTo>
                    <a:pt x="231" y="546"/>
                    <a:pt x="247" y="547"/>
                    <a:pt x="262" y="547"/>
                  </a:cubicBezTo>
                  <a:cubicBezTo>
                    <a:pt x="398" y="547"/>
                    <a:pt x="515" y="456"/>
                    <a:pt x="536" y="317"/>
                  </a:cubicBezTo>
                  <a:lnTo>
                    <a:pt x="536" y="198"/>
                  </a:lnTo>
                  <a:cubicBezTo>
                    <a:pt x="501" y="91"/>
                    <a:pt x="429" y="19"/>
                    <a:pt x="322" y="7"/>
                  </a:cubicBezTo>
                  <a:cubicBezTo>
                    <a:pt x="303" y="3"/>
                    <a:pt x="285" y="1"/>
                    <a:pt x="26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5725700" y="3689500"/>
              <a:ext cx="14625" cy="13575"/>
            </a:xfrm>
            <a:custGeom>
              <a:avLst/>
              <a:gdLst/>
              <a:ahLst/>
              <a:cxnLst/>
              <a:rect l="l" t="t" r="r" b="b"/>
              <a:pathLst>
                <a:path w="585" h="543" extrusionOk="0">
                  <a:moveTo>
                    <a:pt x="305" y="0"/>
                  </a:moveTo>
                  <a:cubicBezTo>
                    <a:pt x="175" y="0"/>
                    <a:pt x="47" y="100"/>
                    <a:pt x="36" y="230"/>
                  </a:cubicBezTo>
                  <a:cubicBezTo>
                    <a:pt x="1" y="384"/>
                    <a:pt x="108" y="527"/>
                    <a:pt x="263" y="539"/>
                  </a:cubicBezTo>
                  <a:cubicBezTo>
                    <a:pt x="277" y="542"/>
                    <a:pt x="292" y="543"/>
                    <a:pt x="307" y="543"/>
                  </a:cubicBezTo>
                  <a:cubicBezTo>
                    <a:pt x="436" y="543"/>
                    <a:pt x="561" y="453"/>
                    <a:pt x="572" y="325"/>
                  </a:cubicBezTo>
                  <a:cubicBezTo>
                    <a:pt x="584" y="182"/>
                    <a:pt x="501" y="39"/>
                    <a:pt x="346" y="3"/>
                  </a:cubicBezTo>
                  <a:cubicBezTo>
                    <a:pt x="332" y="1"/>
                    <a:pt x="319" y="0"/>
                    <a:pt x="305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5008050" y="3646000"/>
              <a:ext cx="14325" cy="13600"/>
            </a:xfrm>
            <a:custGeom>
              <a:avLst/>
              <a:gdLst/>
              <a:ahLst/>
              <a:cxnLst/>
              <a:rect l="l" t="t" r="r" b="b"/>
              <a:pathLst>
                <a:path w="573" h="544" extrusionOk="0">
                  <a:moveTo>
                    <a:pt x="295" y="1"/>
                  </a:moveTo>
                  <a:cubicBezTo>
                    <a:pt x="233" y="1"/>
                    <a:pt x="166" y="18"/>
                    <a:pt x="120" y="65"/>
                  </a:cubicBezTo>
                  <a:cubicBezTo>
                    <a:pt x="96" y="88"/>
                    <a:pt x="60" y="124"/>
                    <a:pt x="48" y="148"/>
                  </a:cubicBezTo>
                  <a:cubicBezTo>
                    <a:pt x="36" y="172"/>
                    <a:pt x="36" y="196"/>
                    <a:pt x="13" y="231"/>
                  </a:cubicBezTo>
                  <a:cubicBezTo>
                    <a:pt x="1" y="315"/>
                    <a:pt x="36" y="386"/>
                    <a:pt x="72" y="446"/>
                  </a:cubicBezTo>
                  <a:cubicBezTo>
                    <a:pt x="120" y="493"/>
                    <a:pt x="167" y="529"/>
                    <a:pt x="239" y="541"/>
                  </a:cubicBezTo>
                  <a:lnTo>
                    <a:pt x="275" y="541"/>
                  </a:lnTo>
                  <a:cubicBezTo>
                    <a:pt x="286" y="542"/>
                    <a:pt x="298" y="543"/>
                    <a:pt x="310" y="543"/>
                  </a:cubicBezTo>
                  <a:cubicBezTo>
                    <a:pt x="393" y="543"/>
                    <a:pt x="471" y="507"/>
                    <a:pt x="513" y="434"/>
                  </a:cubicBezTo>
                  <a:cubicBezTo>
                    <a:pt x="536" y="410"/>
                    <a:pt x="548" y="362"/>
                    <a:pt x="548" y="327"/>
                  </a:cubicBezTo>
                  <a:cubicBezTo>
                    <a:pt x="572" y="291"/>
                    <a:pt x="548" y="231"/>
                    <a:pt x="536" y="184"/>
                  </a:cubicBezTo>
                  <a:cubicBezTo>
                    <a:pt x="525" y="124"/>
                    <a:pt x="477" y="65"/>
                    <a:pt x="417" y="29"/>
                  </a:cubicBezTo>
                  <a:cubicBezTo>
                    <a:pt x="394" y="17"/>
                    <a:pt x="370" y="5"/>
                    <a:pt x="346" y="5"/>
                  </a:cubicBezTo>
                  <a:cubicBezTo>
                    <a:pt x="330" y="2"/>
                    <a:pt x="313" y="1"/>
                    <a:pt x="29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5802500" y="3765075"/>
              <a:ext cx="14600" cy="13325"/>
            </a:xfrm>
            <a:custGeom>
              <a:avLst/>
              <a:gdLst/>
              <a:ahLst/>
              <a:cxnLst/>
              <a:rect l="l" t="t" r="r" b="b"/>
              <a:pathLst>
                <a:path w="584" h="533" extrusionOk="0">
                  <a:moveTo>
                    <a:pt x="272" y="0"/>
                  </a:moveTo>
                  <a:cubicBezTo>
                    <a:pt x="159" y="0"/>
                    <a:pt x="54" y="69"/>
                    <a:pt x="12" y="183"/>
                  </a:cubicBezTo>
                  <a:cubicBezTo>
                    <a:pt x="12" y="195"/>
                    <a:pt x="0" y="219"/>
                    <a:pt x="0" y="219"/>
                  </a:cubicBezTo>
                  <a:cubicBezTo>
                    <a:pt x="0" y="362"/>
                    <a:pt x="84" y="517"/>
                    <a:pt x="239" y="528"/>
                  </a:cubicBezTo>
                  <a:cubicBezTo>
                    <a:pt x="255" y="531"/>
                    <a:pt x="273" y="533"/>
                    <a:pt x="291" y="533"/>
                  </a:cubicBezTo>
                  <a:cubicBezTo>
                    <a:pt x="347" y="533"/>
                    <a:pt x="405" y="517"/>
                    <a:pt x="441" y="481"/>
                  </a:cubicBezTo>
                  <a:cubicBezTo>
                    <a:pt x="489" y="433"/>
                    <a:pt x="536" y="397"/>
                    <a:pt x="548" y="314"/>
                  </a:cubicBezTo>
                  <a:cubicBezTo>
                    <a:pt x="584" y="171"/>
                    <a:pt x="489" y="40"/>
                    <a:pt x="346" y="5"/>
                  </a:cubicBezTo>
                  <a:lnTo>
                    <a:pt x="322" y="5"/>
                  </a:lnTo>
                  <a:cubicBezTo>
                    <a:pt x="305" y="1"/>
                    <a:pt x="288" y="0"/>
                    <a:pt x="27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6023950" y="3621525"/>
              <a:ext cx="14325" cy="13675"/>
            </a:xfrm>
            <a:custGeom>
              <a:avLst/>
              <a:gdLst/>
              <a:ahLst/>
              <a:cxnLst/>
              <a:rect l="l" t="t" r="r" b="b"/>
              <a:pathLst>
                <a:path w="573" h="547" extrusionOk="0">
                  <a:moveTo>
                    <a:pt x="262" y="1"/>
                  </a:moveTo>
                  <a:cubicBezTo>
                    <a:pt x="132" y="1"/>
                    <a:pt x="23" y="98"/>
                    <a:pt x="13" y="222"/>
                  </a:cubicBezTo>
                  <a:cubicBezTo>
                    <a:pt x="1" y="377"/>
                    <a:pt x="72" y="520"/>
                    <a:pt x="239" y="544"/>
                  </a:cubicBezTo>
                  <a:cubicBezTo>
                    <a:pt x="252" y="546"/>
                    <a:pt x="266" y="547"/>
                    <a:pt x="279" y="547"/>
                  </a:cubicBezTo>
                  <a:cubicBezTo>
                    <a:pt x="410" y="547"/>
                    <a:pt x="538" y="447"/>
                    <a:pt x="548" y="317"/>
                  </a:cubicBezTo>
                  <a:cubicBezTo>
                    <a:pt x="572" y="163"/>
                    <a:pt x="465" y="20"/>
                    <a:pt x="322" y="8"/>
                  </a:cubicBezTo>
                  <a:cubicBezTo>
                    <a:pt x="302" y="3"/>
                    <a:pt x="282" y="1"/>
                    <a:pt x="26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5716175" y="3810850"/>
              <a:ext cx="13725" cy="13675"/>
            </a:xfrm>
            <a:custGeom>
              <a:avLst/>
              <a:gdLst/>
              <a:ahLst/>
              <a:cxnLst/>
              <a:rect l="l" t="t" r="r" b="b"/>
              <a:pathLst>
                <a:path w="549" h="547" extrusionOk="0">
                  <a:moveTo>
                    <a:pt x="266" y="0"/>
                  </a:moveTo>
                  <a:cubicBezTo>
                    <a:pt x="141" y="0"/>
                    <a:pt x="23" y="99"/>
                    <a:pt x="13" y="233"/>
                  </a:cubicBezTo>
                  <a:lnTo>
                    <a:pt x="13" y="257"/>
                  </a:lnTo>
                  <a:cubicBezTo>
                    <a:pt x="1" y="388"/>
                    <a:pt x="84" y="507"/>
                    <a:pt x="227" y="543"/>
                  </a:cubicBezTo>
                  <a:cubicBezTo>
                    <a:pt x="242" y="545"/>
                    <a:pt x="256" y="547"/>
                    <a:pt x="271" y="547"/>
                  </a:cubicBezTo>
                  <a:cubicBezTo>
                    <a:pt x="400" y="547"/>
                    <a:pt x="526" y="456"/>
                    <a:pt x="536" y="317"/>
                  </a:cubicBezTo>
                  <a:cubicBezTo>
                    <a:pt x="548" y="198"/>
                    <a:pt x="501" y="79"/>
                    <a:pt x="394" y="31"/>
                  </a:cubicBezTo>
                  <a:cubicBezTo>
                    <a:pt x="370" y="19"/>
                    <a:pt x="358" y="7"/>
                    <a:pt x="322" y="7"/>
                  </a:cubicBezTo>
                  <a:cubicBezTo>
                    <a:pt x="303" y="2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" name="Google Shape;378;p5"/>
          <p:cNvGrpSpPr/>
          <p:nvPr/>
        </p:nvGrpSpPr>
        <p:grpSpPr>
          <a:xfrm>
            <a:off x="-4" y="-2"/>
            <a:ext cx="1262493" cy="697985"/>
            <a:chOff x="3729625" y="3808325"/>
            <a:chExt cx="470325" cy="260025"/>
          </a:xfrm>
        </p:grpSpPr>
        <p:sp>
          <p:nvSpPr>
            <p:cNvPr id="379" name="Google Shape;379;p5"/>
            <p:cNvSpPr/>
            <p:nvPr/>
          </p:nvSpPr>
          <p:spPr>
            <a:xfrm>
              <a:off x="4184725" y="3808325"/>
              <a:ext cx="15225" cy="20575"/>
            </a:xfrm>
            <a:custGeom>
              <a:avLst/>
              <a:gdLst/>
              <a:ahLst/>
              <a:cxnLst/>
              <a:rect l="l" t="t" r="r" b="b"/>
              <a:pathLst>
                <a:path w="609" h="823" extrusionOk="0">
                  <a:moveTo>
                    <a:pt x="346" y="1"/>
                  </a:moveTo>
                  <a:lnTo>
                    <a:pt x="1" y="727"/>
                  </a:lnTo>
                  <a:lnTo>
                    <a:pt x="227" y="822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5"/>
            <p:cNvSpPr/>
            <p:nvPr/>
          </p:nvSpPr>
          <p:spPr>
            <a:xfrm>
              <a:off x="4053475" y="38779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5"/>
            <p:cNvSpPr/>
            <p:nvPr/>
          </p:nvSpPr>
          <p:spPr>
            <a:xfrm>
              <a:off x="4054075" y="38779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4052575" y="38779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4052575" y="38779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4052875" y="3817575"/>
              <a:ext cx="75325" cy="60150"/>
            </a:xfrm>
            <a:custGeom>
              <a:avLst/>
              <a:gdLst/>
              <a:ahLst/>
              <a:cxnLst/>
              <a:rect l="l" t="t" r="r" b="b"/>
              <a:pathLst>
                <a:path w="3013" h="2406" extrusionOk="0">
                  <a:moveTo>
                    <a:pt x="2870" y="0"/>
                  </a:moveTo>
                  <a:lnTo>
                    <a:pt x="1" y="2179"/>
                  </a:lnTo>
                  <a:lnTo>
                    <a:pt x="60" y="2191"/>
                  </a:lnTo>
                  <a:cubicBezTo>
                    <a:pt x="120" y="2203"/>
                    <a:pt x="155" y="2286"/>
                    <a:pt x="143" y="2346"/>
                  </a:cubicBezTo>
                  <a:cubicBezTo>
                    <a:pt x="120" y="2369"/>
                    <a:pt x="108" y="2381"/>
                    <a:pt x="96" y="2405"/>
                  </a:cubicBezTo>
                  <a:lnTo>
                    <a:pt x="3013" y="202"/>
                  </a:lnTo>
                  <a:cubicBezTo>
                    <a:pt x="2953" y="143"/>
                    <a:pt x="2906" y="83"/>
                    <a:pt x="287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4054375" y="3877700"/>
              <a:ext cx="900" cy="300"/>
            </a:xfrm>
            <a:custGeom>
              <a:avLst/>
              <a:gdLst/>
              <a:ahLst/>
              <a:cxnLst/>
              <a:rect l="l" t="t" r="r" b="b"/>
              <a:pathLst>
                <a:path w="36" h="12" extrusionOk="0">
                  <a:moveTo>
                    <a:pt x="36" y="0"/>
                  </a:moveTo>
                  <a:cubicBezTo>
                    <a:pt x="36" y="0"/>
                    <a:pt x="24" y="0"/>
                    <a:pt x="0" y="12"/>
                  </a:cubicBezTo>
                  <a:cubicBezTo>
                    <a:pt x="24" y="12"/>
                    <a:pt x="36" y="0"/>
                    <a:pt x="3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5"/>
            <p:cNvSpPr/>
            <p:nvPr/>
          </p:nvSpPr>
          <p:spPr>
            <a:xfrm>
              <a:off x="3913575" y="3827100"/>
              <a:ext cx="143200" cy="50900"/>
            </a:xfrm>
            <a:custGeom>
              <a:avLst/>
              <a:gdLst/>
              <a:ahLst/>
              <a:cxnLst/>
              <a:rect l="l" t="t" r="r" b="b"/>
              <a:pathLst>
                <a:path w="5728" h="2036" extrusionOk="0">
                  <a:moveTo>
                    <a:pt x="12" y="0"/>
                  </a:moveTo>
                  <a:lnTo>
                    <a:pt x="12" y="0"/>
                  </a:lnTo>
                  <a:cubicBezTo>
                    <a:pt x="24" y="12"/>
                    <a:pt x="24" y="24"/>
                    <a:pt x="36" y="60"/>
                  </a:cubicBezTo>
                  <a:cubicBezTo>
                    <a:pt x="60" y="131"/>
                    <a:pt x="36" y="191"/>
                    <a:pt x="0" y="238"/>
                  </a:cubicBezTo>
                  <a:lnTo>
                    <a:pt x="5561" y="2036"/>
                  </a:lnTo>
                  <a:lnTo>
                    <a:pt x="5644" y="2036"/>
                  </a:lnTo>
                  <a:cubicBezTo>
                    <a:pt x="5668" y="2036"/>
                    <a:pt x="5668" y="2024"/>
                    <a:pt x="5680" y="2024"/>
                  </a:cubicBezTo>
                  <a:cubicBezTo>
                    <a:pt x="5692" y="2000"/>
                    <a:pt x="5703" y="1988"/>
                    <a:pt x="5727" y="1965"/>
                  </a:cubicBezTo>
                  <a:cubicBezTo>
                    <a:pt x="5727" y="1905"/>
                    <a:pt x="5692" y="1822"/>
                    <a:pt x="5632" y="1810"/>
                  </a:cubicBezTo>
                  <a:lnTo>
                    <a:pt x="5573" y="1798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5"/>
            <p:cNvSpPr/>
            <p:nvPr/>
          </p:nvSpPr>
          <p:spPr>
            <a:xfrm>
              <a:off x="4141275" y="3808325"/>
              <a:ext cx="5975" cy="2725"/>
            </a:xfrm>
            <a:custGeom>
              <a:avLst/>
              <a:gdLst/>
              <a:ahLst/>
              <a:cxnLst/>
              <a:rect l="l" t="t" r="r" b="b"/>
              <a:pathLst>
                <a:path w="239" h="109" extrusionOk="0">
                  <a:moveTo>
                    <a:pt x="1" y="1"/>
                  </a:moveTo>
                  <a:lnTo>
                    <a:pt x="1" y="13"/>
                  </a:lnTo>
                  <a:lnTo>
                    <a:pt x="10" y="13"/>
                  </a:lnTo>
                  <a:cubicBezTo>
                    <a:pt x="7" y="8"/>
                    <a:pt x="4" y="4"/>
                    <a:pt x="1" y="1"/>
                  </a:cubicBezTo>
                  <a:close/>
                  <a:moveTo>
                    <a:pt x="10" y="13"/>
                  </a:moveTo>
                  <a:lnTo>
                    <a:pt x="10" y="13"/>
                  </a:lnTo>
                  <a:cubicBezTo>
                    <a:pt x="18" y="26"/>
                    <a:pt x="24" y="43"/>
                    <a:pt x="24" y="60"/>
                  </a:cubicBezTo>
                  <a:lnTo>
                    <a:pt x="132" y="108"/>
                  </a:lnTo>
                  <a:lnTo>
                    <a:pt x="239" y="13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4141875" y="3809525"/>
              <a:ext cx="51525" cy="25325"/>
            </a:xfrm>
            <a:custGeom>
              <a:avLst/>
              <a:gdLst/>
              <a:ahLst/>
              <a:cxnLst/>
              <a:rect l="l" t="t" r="r" b="b"/>
              <a:pathLst>
                <a:path w="2061" h="1013" extrusionOk="0">
                  <a:moveTo>
                    <a:pt x="0" y="1"/>
                  </a:moveTo>
                  <a:lnTo>
                    <a:pt x="0" y="1"/>
                  </a:lnTo>
                  <a:cubicBezTo>
                    <a:pt x="12" y="24"/>
                    <a:pt x="36" y="72"/>
                    <a:pt x="48" y="108"/>
                  </a:cubicBezTo>
                  <a:cubicBezTo>
                    <a:pt x="60" y="167"/>
                    <a:pt x="60" y="203"/>
                    <a:pt x="48" y="263"/>
                  </a:cubicBezTo>
                  <a:lnTo>
                    <a:pt x="1560" y="882"/>
                  </a:lnTo>
                  <a:cubicBezTo>
                    <a:pt x="1584" y="798"/>
                    <a:pt x="1644" y="763"/>
                    <a:pt x="1715" y="739"/>
                  </a:cubicBezTo>
                  <a:cubicBezTo>
                    <a:pt x="1729" y="736"/>
                    <a:pt x="1743" y="734"/>
                    <a:pt x="1756" y="734"/>
                  </a:cubicBezTo>
                  <a:cubicBezTo>
                    <a:pt x="1846" y="734"/>
                    <a:pt x="1920" y="800"/>
                    <a:pt x="1941" y="894"/>
                  </a:cubicBezTo>
                  <a:cubicBezTo>
                    <a:pt x="1953" y="941"/>
                    <a:pt x="1941" y="965"/>
                    <a:pt x="1917" y="1013"/>
                  </a:cubicBezTo>
                  <a:cubicBezTo>
                    <a:pt x="1953" y="1013"/>
                    <a:pt x="1965" y="1001"/>
                    <a:pt x="1977" y="977"/>
                  </a:cubicBezTo>
                  <a:lnTo>
                    <a:pt x="2025" y="941"/>
                  </a:lnTo>
                  <a:cubicBezTo>
                    <a:pt x="2060" y="882"/>
                    <a:pt x="2025" y="798"/>
                    <a:pt x="1965" y="786"/>
                  </a:cubicBezTo>
                  <a:lnTo>
                    <a:pt x="1953" y="786"/>
                  </a:lnTo>
                  <a:lnTo>
                    <a:pt x="1727" y="703"/>
                  </a:lnTo>
                  <a:lnTo>
                    <a:pt x="108" y="4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4122525" y="3808325"/>
              <a:ext cx="3900" cy="1225"/>
            </a:xfrm>
            <a:custGeom>
              <a:avLst/>
              <a:gdLst/>
              <a:ahLst/>
              <a:cxnLst/>
              <a:rect l="l" t="t" r="r" b="b"/>
              <a:pathLst>
                <a:path w="156" h="49" extrusionOk="0">
                  <a:moveTo>
                    <a:pt x="1" y="1"/>
                  </a:moveTo>
                  <a:lnTo>
                    <a:pt x="120" y="49"/>
                  </a:lnTo>
                  <a:cubicBezTo>
                    <a:pt x="132" y="37"/>
                    <a:pt x="132" y="13"/>
                    <a:pt x="15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3906425" y="3808325"/>
              <a:ext cx="10750" cy="16400"/>
            </a:xfrm>
            <a:custGeom>
              <a:avLst/>
              <a:gdLst/>
              <a:ahLst/>
              <a:cxnLst/>
              <a:rect l="l" t="t" r="r" b="b"/>
              <a:pathLst>
                <a:path w="430" h="656" extrusionOk="0">
                  <a:moveTo>
                    <a:pt x="191" y="1"/>
                  </a:moveTo>
                  <a:lnTo>
                    <a:pt x="1" y="644"/>
                  </a:lnTo>
                  <a:cubicBezTo>
                    <a:pt x="13" y="632"/>
                    <a:pt x="48" y="632"/>
                    <a:pt x="60" y="608"/>
                  </a:cubicBezTo>
                  <a:cubicBezTo>
                    <a:pt x="74" y="605"/>
                    <a:pt x="89" y="604"/>
                    <a:pt x="104" y="604"/>
                  </a:cubicBezTo>
                  <a:cubicBezTo>
                    <a:pt x="152" y="604"/>
                    <a:pt x="202" y="619"/>
                    <a:pt x="239" y="656"/>
                  </a:cubicBezTo>
                  <a:lnTo>
                    <a:pt x="42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3838275" y="3832450"/>
              <a:ext cx="71150" cy="218800"/>
            </a:xfrm>
            <a:custGeom>
              <a:avLst/>
              <a:gdLst/>
              <a:ahLst/>
              <a:cxnLst/>
              <a:rect l="l" t="t" r="r" b="b"/>
              <a:pathLst>
                <a:path w="2846" h="8752" extrusionOk="0">
                  <a:moveTo>
                    <a:pt x="2655" y="0"/>
                  </a:moveTo>
                  <a:cubicBezTo>
                    <a:pt x="2631" y="24"/>
                    <a:pt x="2619" y="24"/>
                    <a:pt x="2619" y="24"/>
                  </a:cubicBezTo>
                  <a:lnTo>
                    <a:pt x="0" y="8692"/>
                  </a:lnTo>
                  <a:cubicBezTo>
                    <a:pt x="95" y="8692"/>
                    <a:pt x="167" y="8716"/>
                    <a:pt x="226" y="8751"/>
                  </a:cubicBezTo>
                  <a:lnTo>
                    <a:pt x="2846" y="84"/>
                  </a:lnTo>
                  <a:lnTo>
                    <a:pt x="2846" y="84"/>
                  </a:lnTo>
                  <a:cubicBezTo>
                    <a:pt x="2836" y="85"/>
                    <a:pt x="2827" y="86"/>
                    <a:pt x="2818" y="86"/>
                  </a:cubicBezTo>
                  <a:cubicBezTo>
                    <a:pt x="2754" y="86"/>
                    <a:pt x="2686" y="52"/>
                    <a:pt x="265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3813250" y="3808325"/>
              <a:ext cx="91425" cy="24750"/>
            </a:xfrm>
            <a:custGeom>
              <a:avLst/>
              <a:gdLst/>
              <a:ahLst/>
              <a:cxnLst/>
              <a:rect l="l" t="t" r="r" b="b"/>
              <a:pathLst>
                <a:path w="3657" h="990" extrusionOk="0">
                  <a:moveTo>
                    <a:pt x="1" y="1"/>
                  </a:moveTo>
                  <a:lnTo>
                    <a:pt x="3549" y="989"/>
                  </a:lnTo>
                  <a:lnTo>
                    <a:pt x="3620" y="989"/>
                  </a:lnTo>
                  <a:cubicBezTo>
                    <a:pt x="3632" y="989"/>
                    <a:pt x="3656" y="965"/>
                    <a:pt x="3656" y="965"/>
                  </a:cubicBezTo>
                  <a:lnTo>
                    <a:pt x="3609" y="882"/>
                  </a:lnTo>
                  <a:cubicBezTo>
                    <a:pt x="3597" y="834"/>
                    <a:pt x="3609" y="811"/>
                    <a:pt x="3620" y="763"/>
                  </a:cubicBezTo>
                  <a:lnTo>
                    <a:pt x="3609" y="763"/>
                  </a:lnTo>
                  <a:lnTo>
                    <a:pt x="89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5"/>
            <p:cNvSpPr/>
            <p:nvPr/>
          </p:nvSpPr>
          <p:spPr>
            <a:xfrm>
              <a:off x="3729625" y="3808325"/>
              <a:ext cx="107475" cy="244125"/>
            </a:xfrm>
            <a:custGeom>
              <a:avLst/>
              <a:gdLst/>
              <a:ahLst/>
              <a:cxnLst/>
              <a:rect l="l" t="t" r="r" b="b"/>
              <a:pathLst>
                <a:path w="4299" h="9765" extrusionOk="0">
                  <a:moveTo>
                    <a:pt x="0" y="1"/>
                  </a:moveTo>
                  <a:lnTo>
                    <a:pt x="4108" y="9764"/>
                  </a:lnTo>
                  <a:cubicBezTo>
                    <a:pt x="4156" y="9716"/>
                    <a:pt x="4215" y="9681"/>
                    <a:pt x="4298" y="9657"/>
                  </a:cubicBezTo>
                  <a:lnTo>
                    <a:pt x="25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5"/>
            <p:cNvSpPr/>
            <p:nvPr/>
          </p:nvSpPr>
          <p:spPr>
            <a:xfrm>
              <a:off x="4180275" y="3827875"/>
              <a:ext cx="10150" cy="9700"/>
            </a:xfrm>
            <a:custGeom>
              <a:avLst/>
              <a:gdLst/>
              <a:ahLst/>
              <a:cxnLst/>
              <a:rect l="l" t="t" r="r" b="b"/>
              <a:pathLst>
                <a:path w="406" h="388" extrusionOk="0">
                  <a:moveTo>
                    <a:pt x="197" y="0"/>
                  </a:moveTo>
                  <a:cubicBezTo>
                    <a:pt x="183" y="0"/>
                    <a:pt x="169" y="2"/>
                    <a:pt x="155" y="5"/>
                  </a:cubicBezTo>
                  <a:cubicBezTo>
                    <a:pt x="84" y="29"/>
                    <a:pt x="24" y="88"/>
                    <a:pt x="12" y="148"/>
                  </a:cubicBezTo>
                  <a:cubicBezTo>
                    <a:pt x="12" y="171"/>
                    <a:pt x="0" y="195"/>
                    <a:pt x="12" y="231"/>
                  </a:cubicBezTo>
                  <a:cubicBezTo>
                    <a:pt x="23" y="329"/>
                    <a:pt x="114" y="387"/>
                    <a:pt x="211" y="387"/>
                  </a:cubicBezTo>
                  <a:cubicBezTo>
                    <a:pt x="220" y="387"/>
                    <a:pt x="229" y="387"/>
                    <a:pt x="239" y="386"/>
                  </a:cubicBezTo>
                  <a:cubicBezTo>
                    <a:pt x="298" y="362"/>
                    <a:pt x="358" y="326"/>
                    <a:pt x="369" y="279"/>
                  </a:cubicBezTo>
                  <a:cubicBezTo>
                    <a:pt x="405" y="243"/>
                    <a:pt x="405" y="207"/>
                    <a:pt x="381" y="160"/>
                  </a:cubicBezTo>
                  <a:cubicBezTo>
                    <a:pt x="371" y="66"/>
                    <a:pt x="289" y="0"/>
                    <a:pt x="19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4124025" y="3808325"/>
              <a:ext cx="19075" cy="15750"/>
            </a:xfrm>
            <a:custGeom>
              <a:avLst/>
              <a:gdLst/>
              <a:ahLst/>
              <a:cxnLst/>
              <a:rect l="l" t="t" r="r" b="b"/>
              <a:pathLst>
                <a:path w="763" h="630" extrusionOk="0">
                  <a:moveTo>
                    <a:pt x="95" y="1"/>
                  </a:moveTo>
                  <a:cubicBezTo>
                    <a:pt x="72" y="13"/>
                    <a:pt x="60" y="37"/>
                    <a:pt x="60" y="49"/>
                  </a:cubicBezTo>
                  <a:cubicBezTo>
                    <a:pt x="12" y="120"/>
                    <a:pt x="0" y="215"/>
                    <a:pt x="12" y="311"/>
                  </a:cubicBezTo>
                  <a:cubicBezTo>
                    <a:pt x="12" y="334"/>
                    <a:pt x="24" y="358"/>
                    <a:pt x="24" y="370"/>
                  </a:cubicBezTo>
                  <a:cubicBezTo>
                    <a:pt x="60" y="441"/>
                    <a:pt x="107" y="525"/>
                    <a:pt x="179" y="561"/>
                  </a:cubicBezTo>
                  <a:cubicBezTo>
                    <a:pt x="232" y="605"/>
                    <a:pt x="304" y="629"/>
                    <a:pt x="382" y="629"/>
                  </a:cubicBezTo>
                  <a:cubicBezTo>
                    <a:pt x="409" y="629"/>
                    <a:pt x="437" y="626"/>
                    <a:pt x="464" y="620"/>
                  </a:cubicBezTo>
                  <a:cubicBezTo>
                    <a:pt x="607" y="596"/>
                    <a:pt x="726" y="477"/>
                    <a:pt x="762" y="346"/>
                  </a:cubicBezTo>
                  <a:lnTo>
                    <a:pt x="762" y="168"/>
                  </a:lnTo>
                  <a:cubicBezTo>
                    <a:pt x="762" y="120"/>
                    <a:pt x="750" y="96"/>
                    <a:pt x="714" y="60"/>
                  </a:cubicBezTo>
                  <a:cubicBezTo>
                    <a:pt x="703" y="49"/>
                    <a:pt x="691" y="37"/>
                    <a:pt x="691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828750" y="4049725"/>
              <a:ext cx="20250" cy="18625"/>
            </a:xfrm>
            <a:custGeom>
              <a:avLst/>
              <a:gdLst/>
              <a:ahLst/>
              <a:cxnLst/>
              <a:rect l="l" t="t" r="r" b="b"/>
              <a:pathLst>
                <a:path w="810" h="745" extrusionOk="0">
                  <a:moveTo>
                    <a:pt x="322" y="1"/>
                  </a:moveTo>
                  <a:cubicBezTo>
                    <a:pt x="250" y="25"/>
                    <a:pt x="179" y="60"/>
                    <a:pt x="119" y="108"/>
                  </a:cubicBezTo>
                  <a:cubicBezTo>
                    <a:pt x="24" y="203"/>
                    <a:pt x="0" y="322"/>
                    <a:pt x="24" y="441"/>
                  </a:cubicBezTo>
                  <a:cubicBezTo>
                    <a:pt x="66" y="621"/>
                    <a:pt x="222" y="745"/>
                    <a:pt x="406" y="745"/>
                  </a:cubicBezTo>
                  <a:cubicBezTo>
                    <a:pt x="429" y="745"/>
                    <a:pt x="453" y="743"/>
                    <a:pt x="476" y="739"/>
                  </a:cubicBezTo>
                  <a:cubicBezTo>
                    <a:pt x="679" y="691"/>
                    <a:pt x="810" y="501"/>
                    <a:pt x="774" y="287"/>
                  </a:cubicBezTo>
                  <a:cubicBezTo>
                    <a:pt x="750" y="179"/>
                    <a:pt x="679" y="108"/>
                    <a:pt x="607" y="49"/>
                  </a:cubicBezTo>
                  <a:cubicBezTo>
                    <a:pt x="548" y="25"/>
                    <a:pt x="476" y="1"/>
                    <a:pt x="381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3903450" y="3823400"/>
              <a:ext cx="11625" cy="11450"/>
            </a:xfrm>
            <a:custGeom>
              <a:avLst/>
              <a:gdLst/>
              <a:ahLst/>
              <a:cxnLst/>
              <a:rect l="l" t="t" r="r" b="b"/>
              <a:pathLst>
                <a:path w="465" h="458" extrusionOk="0">
                  <a:moveTo>
                    <a:pt x="223" y="1"/>
                  </a:moveTo>
                  <a:cubicBezTo>
                    <a:pt x="208" y="1"/>
                    <a:pt x="193" y="2"/>
                    <a:pt x="179" y="5"/>
                  </a:cubicBezTo>
                  <a:cubicBezTo>
                    <a:pt x="143" y="5"/>
                    <a:pt x="132" y="29"/>
                    <a:pt x="120" y="41"/>
                  </a:cubicBezTo>
                  <a:cubicBezTo>
                    <a:pt x="72" y="65"/>
                    <a:pt x="24" y="112"/>
                    <a:pt x="12" y="160"/>
                  </a:cubicBezTo>
                  <a:cubicBezTo>
                    <a:pt x="1" y="184"/>
                    <a:pt x="1" y="231"/>
                    <a:pt x="1" y="279"/>
                  </a:cubicBezTo>
                  <a:cubicBezTo>
                    <a:pt x="1" y="303"/>
                    <a:pt x="12" y="339"/>
                    <a:pt x="36" y="362"/>
                  </a:cubicBezTo>
                  <a:cubicBezTo>
                    <a:pt x="84" y="422"/>
                    <a:pt x="155" y="458"/>
                    <a:pt x="239" y="458"/>
                  </a:cubicBezTo>
                  <a:lnTo>
                    <a:pt x="263" y="458"/>
                  </a:lnTo>
                  <a:cubicBezTo>
                    <a:pt x="310" y="446"/>
                    <a:pt x="358" y="422"/>
                    <a:pt x="382" y="386"/>
                  </a:cubicBezTo>
                  <a:cubicBezTo>
                    <a:pt x="429" y="327"/>
                    <a:pt x="465" y="267"/>
                    <a:pt x="441" y="184"/>
                  </a:cubicBezTo>
                  <a:cubicBezTo>
                    <a:pt x="441" y="172"/>
                    <a:pt x="429" y="148"/>
                    <a:pt x="417" y="124"/>
                  </a:cubicBezTo>
                  <a:cubicBezTo>
                    <a:pt x="405" y="100"/>
                    <a:pt x="382" y="89"/>
                    <a:pt x="358" y="53"/>
                  </a:cubicBezTo>
                  <a:cubicBezTo>
                    <a:pt x="321" y="16"/>
                    <a:pt x="271" y="1"/>
                    <a:pt x="22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8" name="Google Shape;398;p5"/>
          <p:cNvGrpSpPr/>
          <p:nvPr/>
        </p:nvGrpSpPr>
        <p:grpSpPr>
          <a:xfrm flipH="1">
            <a:off x="7881496" y="-2"/>
            <a:ext cx="1262493" cy="697985"/>
            <a:chOff x="3729625" y="3808325"/>
            <a:chExt cx="470325" cy="260025"/>
          </a:xfrm>
        </p:grpSpPr>
        <p:sp>
          <p:nvSpPr>
            <p:cNvPr id="399" name="Google Shape;399;p5"/>
            <p:cNvSpPr/>
            <p:nvPr/>
          </p:nvSpPr>
          <p:spPr>
            <a:xfrm>
              <a:off x="4184725" y="3808325"/>
              <a:ext cx="15225" cy="20575"/>
            </a:xfrm>
            <a:custGeom>
              <a:avLst/>
              <a:gdLst/>
              <a:ahLst/>
              <a:cxnLst/>
              <a:rect l="l" t="t" r="r" b="b"/>
              <a:pathLst>
                <a:path w="609" h="823" extrusionOk="0">
                  <a:moveTo>
                    <a:pt x="346" y="1"/>
                  </a:moveTo>
                  <a:lnTo>
                    <a:pt x="1" y="727"/>
                  </a:lnTo>
                  <a:lnTo>
                    <a:pt x="227" y="822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5"/>
            <p:cNvSpPr/>
            <p:nvPr/>
          </p:nvSpPr>
          <p:spPr>
            <a:xfrm>
              <a:off x="4053475" y="38779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5"/>
            <p:cNvSpPr/>
            <p:nvPr/>
          </p:nvSpPr>
          <p:spPr>
            <a:xfrm>
              <a:off x="4054075" y="38779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5"/>
            <p:cNvSpPr/>
            <p:nvPr/>
          </p:nvSpPr>
          <p:spPr>
            <a:xfrm>
              <a:off x="4052575" y="38779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4052575" y="38779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4052875" y="3817575"/>
              <a:ext cx="75325" cy="60150"/>
            </a:xfrm>
            <a:custGeom>
              <a:avLst/>
              <a:gdLst/>
              <a:ahLst/>
              <a:cxnLst/>
              <a:rect l="l" t="t" r="r" b="b"/>
              <a:pathLst>
                <a:path w="3013" h="2406" extrusionOk="0">
                  <a:moveTo>
                    <a:pt x="2870" y="0"/>
                  </a:moveTo>
                  <a:lnTo>
                    <a:pt x="1" y="2179"/>
                  </a:lnTo>
                  <a:lnTo>
                    <a:pt x="60" y="2191"/>
                  </a:lnTo>
                  <a:cubicBezTo>
                    <a:pt x="120" y="2203"/>
                    <a:pt x="155" y="2286"/>
                    <a:pt x="143" y="2346"/>
                  </a:cubicBezTo>
                  <a:cubicBezTo>
                    <a:pt x="120" y="2369"/>
                    <a:pt x="108" y="2381"/>
                    <a:pt x="96" y="2405"/>
                  </a:cubicBezTo>
                  <a:lnTo>
                    <a:pt x="3013" y="202"/>
                  </a:lnTo>
                  <a:cubicBezTo>
                    <a:pt x="2953" y="143"/>
                    <a:pt x="2906" y="83"/>
                    <a:pt x="287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4054375" y="3877700"/>
              <a:ext cx="900" cy="300"/>
            </a:xfrm>
            <a:custGeom>
              <a:avLst/>
              <a:gdLst/>
              <a:ahLst/>
              <a:cxnLst/>
              <a:rect l="l" t="t" r="r" b="b"/>
              <a:pathLst>
                <a:path w="36" h="12" extrusionOk="0">
                  <a:moveTo>
                    <a:pt x="36" y="0"/>
                  </a:moveTo>
                  <a:cubicBezTo>
                    <a:pt x="36" y="0"/>
                    <a:pt x="24" y="0"/>
                    <a:pt x="0" y="12"/>
                  </a:cubicBezTo>
                  <a:cubicBezTo>
                    <a:pt x="24" y="12"/>
                    <a:pt x="36" y="0"/>
                    <a:pt x="3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3913575" y="3827100"/>
              <a:ext cx="143200" cy="50900"/>
            </a:xfrm>
            <a:custGeom>
              <a:avLst/>
              <a:gdLst/>
              <a:ahLst/>
              <a:cxnLst/>
              <a:rect l="l" t="t" r="r" b="b"/>
              <a:pathLst>
                <a:path w="5728" h="2036" extrusionOk="0">
                  <a:moveTo>
                    <a:pt x="12" y="0"/>
                  </a:moveTo>
                  <a:lnTo>
                    <a:pt x="12" y="0"/>
                  </a:lnTo>
                  <a:cubicBezTo>
                    <a:pt x="24" y="12"/>
                    <a:pt x="24" y="24"/>
                    <a:pt x="36" y="60"/>
                  </a:cubicBezTo>
                  <a:cubicBezTo>
                    <a:pt x="60" y="131"/>
                    <a:pt x="36" y="191"/>
                    <a:pt x="0" y="238"/>
                  </a:cubicBezTo>
                  <a:lnTo>
                    <a:pt x="5561" y="2036"/>
                  </a:lnTo>
                  <a:lnTo>
                    <a:pt x="5644" y="2036"/>
                  </a:lnTo>
                  <a:cubicBezTo>
                    <a:pt x="5668" y="2036"/>
                    <a:pt x="5668" y="2024"/>
                    <a:pt x="5680" y="2024"/>
                  </a:cubicBezTo>
                  <a:cubicBezTo>
                    <a:pt x="5692" y="2000"/>
                    <a:pt x="5703" y="1988"/>
                    <a:pt x="5727" y="1965"/>
                  </a:cubicBezTo>
                  <a:cubicBezTo>
                    <a:pt x="5727" y="1905"/>
                    <a:pt x="5692" y="1822"/>
                    <a:pt x="5632" y="1810"/>
                  </a:cubicBezTo>
                  <a:lnTo>
                    <a:pt x="5573" y="1798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4141275" y="3808325"/>
              <a:ext cx="5975" cy="2725"/>
            </a:xfrm>
            <a:custGeom>
              <a:avLst/>
              <a:gdLst/>
              <a:ahLst/>
              <a:cxnLst/>
              <a:rect l="l" t="t" r="r" b="b"/>
              <a:pathLst>
                <a:path w="239" h="109" extrusionOk="0">
                  <a:moveTo>
                    <a:pt x="1" y="1"/>
                  </a:moveTo>
                  <a:lnTo>
                    <a:pt x="1" y="13"/>
                  </a:lnTo>
                  <a:lnTo>
                    <a:pt x="10" y="13"/>
                  </a:lnTo>
                  <a:cubicBezTo>
                    <a:pt x="7" y="8"/>
                    <a:pt x="4" y="4"/>
                    <a:pt x="1" y="1"/>
                  </a:cubicBezTo>
                  <a:close/>
                  <a:moveTo>
                    <a:pt x="10" y="13"/>
                  </a:moveTo>
                  <a:lnTo>
                    <a:pt x="10" y="13"/>
                  </a:lnTo>
                  <a:cubicBezTo>
                    <a:pt x="18" y="26"/>
                    <a:pt x="24" y="43"/>
                    <a:pt x="24" y="60"/>
                  </a:cubicBezTo>
                  <a:lnTo>
                    <a:pt x="132" y="108"/>
                  </a:lnTo>
                  <a:lnTo>
                    <a:pt x="239" y="13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5"/>
            <p:cNvSpPr/>
            <p:nvPr/>
          </p:nvSpPr>
          <p:spPr>
            <a:xfrm>
              <a:off x="4141875" y="3809525"/>
              <a:ext cx="51525" cy="25325"/>
            </a:xfrm>
            <a:custGeom>
              <a:avLst/>
              <a:gdLst/>
              <a:ahLst/>
              <a:cxnLst/>
              <a:rect l="l" t="t" r="r" b="b"/>
              <a:pathLst>
                <a:path w="2061" h="1013" extrusionOk="0">
                  <a:moveTo>
                    <a:pt x="0" y="1"/>
                  </a:moveTo>
                  <a:lnTo>
                    <a:pt x="0" y="1"/>
                  </a:lnTo>
                  <a:cubicBezTo>
                    <a:pt x="12" y="24"/>
                    <a:pt x="36" y="72"/>
                    <a:pt x="48" y="108"/>
                  </a:cubicBezTo>
                  <a:cubicBezTo>
                    <a:pt x="60" y="167"/>
                    <a:pt x="60" y="203"/>
                    <a:pt x="48" y="263"/>
                  </a:cubicBezTo>
                  <a:lnTo>
                    <a:pt x="1560" y="882"/>
                  </a:lnTo>
                  <a:cubicBezTo>
                    <a:pt x="1584" y="798"/>
                    <a:pt x="1644" y="763"/>
                    <a:pt x="1715" y="739"/>
                  </a:cubicBezTo>
                  <a:cubicBezTo>
                    <a:pt x="1729" y="736"/>
                    <a:pt x="1743" y="734"/>
                    <a:pt x="1756" y="734"/>
                  </a:cubicBezTo>
                  <a:cubicBezTo>
                    <a:pt x="1846" y="734"/>
                    <a:pt x="1920" y="800"/>
                    <a:pt x="1941" y="894"/>
                  </a:cubicBezTo>
                  <a:cubicBezTo>
                    <a:pt x="1953" y="941"/>
                    <a:pt x="1941" y="965"/>
                    <a:pt x="1917" y="1013"/>
                  </a:cubicBezTo>
                  <a:cubicBezTo>
                    <a:pt x="1953" y="1013"/>
                    <a:pt x="1965" y="1001"/>
                    <a:pt x="1977" y="977"/>
                  </a:cubicBezTo>
                  <a:lnTo>
                    <a:pt x="2025" y="941"/>
                  </a:lnTo>
                  <a:cubicBezTo>
                    <a:pt x="2060" y="882"/>
                    <a:pt x="2025" y="798"/>
                    <a:pt x="1965" y="786"/>
                  </a:cubicBezTo>
                  <a:lnTo>
                    <a:pt x="1953" y="786"/>
                  </a:lnTo>
                  <a:lnTo>
                    <a:pt x="1727" y="703"/>
                  </a:lnTo>
                  <a:lnTo>
                    <a:pt x="108" y="4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5"/>
            <p:cNvSpPr/>
            <p:nvPr/>
          </p:nvSpPr>
          <p:spPr>
            <a:xfrm>
              <a:off x="4122525" y="3808325"/>
              <a:ext cx="3900" cy="1225"/>
            </a:xfrm>
            <a:custGeom>
              <a:avLst/>
              <a:gdLst/>
              <a:ahLst/>
              <a:cxnLst/>
              <a:rect l="l" t="t" r="r" b="b"/>
              <a:pathLst>
                <a:path w="156" h="49" extrusionOk="0">
                  <a:moveTo>
                    <a:pt x="1" y="1"/>
                  </a:moveTo>
                  <a:lnTo>
                    <a:pt x="120" y="49"/>
                  </a:lnTo>
                  <a:cubicBezTo>
                    <a:pt x="132" y="37"/>
                    <a:pt x="132" y="13"/>
                    <a:pt x="15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5"/>
            <p:cNvSpPr/>
            <p:nvPr/>
          </p:nvSpPr>
          <p:spPr>
            <a:xfrm>
              <a:off x="3906425" y="3808325"/>
              <a:ext cx="10750" cy="16400"/>
            </a:xfrm>
            <a:custGeom>
              <a:avLst/>
              <a:gdLst/>
              <a:ahLst/>
              <a:cxnLst/>
              <a:rect l="l" t="t" r="r" b="b"/>
              <a:pathLst>
                <a:path w="430" h="656" extrusionOk="0">
                  <a:moveTo>
                    <a:pt x="191" y="1"/>
                  </a:moveTo>
                  <a:lnTo>
                    <a:pt x="1" y="644"/>
                  </a:lnTo>
                  <a:cubicBezTo>
                    <a:pt x="13" y="632"/>
                    <a:pt x="48" y="632"/>
                    <a:pt x="60" y="608"/>
                  </a:cubicBezTo>
                  <a:cubicBezTo>
                    <a:pt x="74" y="605"/>
                    <a:pt x="89" y="604"/>
                    <a:pt x="104" y="604"/>
                  </a:cubicBezTo>
                  <a:cubicBezTo>
                    <a:pt x="152" y="604"/>
                    <a:pt x="202" y="619"/>
                    <a:pt x="239" y="656"/>
                  </a:cubicBezTo>
                  <a:lnTo>
                    <a:pt x="42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5"/>
            <p:cNvSpPr/>
            <p:nvPr/>
          </p:nvSpPr>
          <p:spPr>
            <a:xfrm>
              <a:off x="3838275" y="3832450"/>
              <a:ext cx="71150" cy="218800"/>
            </a:xfrm>
            <a:custGeom>
              <a:avLst/>
              <a:gdLst/>
              <a:ahLst/>
              <a:cxnLst/>
              <a:rect l="l" t="t" r="r" b="b"/>
              <a:pathLst>
                <a:path w="2846" h="8752" extrusionOk="0">
                  <a:moveTo>
                    <a:pt x="2655" y="0"/>
                  </a:moveTo>
                  <a:cubicBezTo>
                    <a:pt x="2631" y="24"/>
                    <a:pt x="2619" y="24"/>
                    <a:pt x="2619" y="24"/>
                  </a:cubicBezTo>
                  <a:lnTo>
                    <a:pt x="0" y="8692"/>
                  </a:lnTo>
                  <a:cubicBezTo>
                    <a:pt x="95" y="8692"/>
                    <a:pt x="167" y="8716"/>
                    <a:pt x="226" y="8751"/>
                  </a:cubicBezTo>
                  <a:lnTo>
                    <a:pt x="2846" y="84"/>
                  </a:lnTo>
                  <a:lnTo>
                    <a:pt x="2846" y="84"/>
                  </a:lnTo>
                  <a:cubicBezTo>
                    <a:pt x="2836" y="85"/>
                    <a:pt x="2827" y="86"/>
                    <a:pt x="2818" y="86"/>
                  </a:cubicBezTo>
                  <a:cubicBezTo>
                    <a:pt x="2754" y="86"/>
                    <a:pt x="2686" y="52"/>
                    <a:pt x="265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5"/>
            <p:cNvSpPr/>
            <p:nvPr/>
          </p:nvSpPr>
          <p:spPr>
            <a:xfrm>
              <a:off x="3813250" y="3808325"/>
              <a:ext cx="91425" cy="24750"/>
            </a:xfrm>
            <a:custGeom>
              <a:avLst/>
              <a:gdLst/>
              <a:ahLst/>
              <a:cxnLst/>
              <a:rect l="l" t="t" r="r" b="b"/>
              <a:pathLst>
                <a:path w="3657" h="990" extrusionOk="0">
                  <a:moveTo>
                    <a:pt x="1" y="1"/>
                  </a:moveTo>
                  <a:lnTo>
                    <a:pt x="3549" y="989"/>
                  </a:lnTo>
                  <a:lnTo>
                    <a:pt x="3620" y="989"/>
                  </a:lnTo>
                  <a:cubicBezTo>
                    <a:pt x="3632" y="989"/>
                    <a:pt x="3656" y="965"/>
                    <a:pt x="3656" y="965"/>
                  </a:cubicBezTo>
                  <a:lnTo>
                    <a:pt x="3609" y="882"/>
                  </a:lnTo>
                  <a:cubicBezTo>
                    <a:pt x="3597" y="834"/>
                    <a:pt x="3609" y="811"/>
                    <a:pt x="3620" y="763"/>
                  </a:cubicBezTo>
                  <a:lnTo>
                    <a:pt x="3609" y="763"/>
                  </a:lnTo>
                  <a:lnTo>
                    <a:pt x="89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5"/>
            <p:cNvSpPr/>
            <p:nvPr/>
          </p:nvSpPr>
          <p:spPr>
            <a:xfrm>
              <a:off x="3729625" y="3808325"/>
              <a:ext cx="107475" cy="244125"/>
            </a:xfrm>
            <a:custGeom>
              <a:avLst/>
              <a:gdLst/>
              <a:ahLst/>
              <a:cxnLst/>
              <a:rect l="l" t="t" r="r" b="b"/>
              <a:pathLst>
                <a:path w="4299" h="9765" extrusionOk="0">
                  <a:moveTo>
                    <a:pt x="0" y="1"/>
                  </a:moveTo>
                  <a:lnTo>
                    <a:pt x="4108" y="9764"/>
                  </a:lnTo>
                  <a:cubicBezTo>
                    <a:pt x="4156" y="9716"/>
                    <a:pt x="4215" y="9681"/>
                    <a:pt x="4298" y="9657"/>
                  </a:cubicBezTo>
                  <a:lnTo>
                    <a:pt x="25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5"/>
            <p:cNvSpPr/>
            <p:nvPr/>
          </p:nvSpPr>
          <p:spPr>
            <a:xfrm>
              <a:off x="4180275" y="3827875"/>
              <a:ext cx="10150" cy="9700"/>
            </a:xfrm>
            <a:custGeom>
              <a:avLst/>
              <a:gdLst/>
              <a:ahLst/>
              <a:cxnLst/>
              <a:rect l="l" t="t" r="r" b="b"/>
              <a:pathLst>
                <a:path w="406" h="388" extrusionOk="0">
                  <a:moveTo>
                    <a:pt x="197" y="0"/>
                  </a:moveTo>
                  <a:cubicBezTo>
                    <a:pt x="183" y="0"/>
                    <a:pt x="169" y="2"/>
                    <a:pt x="155" y="5"/>
                  </a:cubicBezTo>
                  <a:cubicBezTo>
                    <a:pt x="84" y="29"/>
                    <a:pt x="24" y="88"/>
                    <a:pt x="12" y="148"/>
                  </a:cubicBezTo>
                  <a:cubicBezTo>
                    <a:pt x="12" y="171"/>
                    <a:pt x="0" y="195"/>
                    <a:pt x="12" y="231"/>
                  </a:cubicBezTo>
                  <a:cubicBezTo>
                    <a:pt x="23" y="329"/>
                    <a:pt x="114" y="387"/>
                    <a:pt x="211" y="387"/>
                  </a:cubicBezTo>
                  <a:cubicBezTo>
                    <a:pt x="220" y="387"/>
                    <a:pt x="229" y="387"/>
                    <a:pt x="239" y="386"/>
                  </a:cubicBezTo>
                  <a:cubicBezTo>
                    <a:pt x="298" y="362"/>
                    <a:pt x="358" y="326"/>
                    <a:pt x="369" y="279"/>
                  </a:cubicBezTo>
                  <a:cubicBezTo>
                    <a:pt x="405" y="243"/>
                    <a:pt x="405" y="207"/>
                    <a:pt x="381" y="160"/>
                  </a:cubicBezTo>
                  <a:cubicBezTo>
                    <a:pt x="371" y="66"/>
                    <a:pt x="289" y="0"/>
                    <a:pt x="19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5"/>
            <p:cNvSpPr/>
            <p:nvPr/>
          </p:nvSpPr>
          <p:spPr>
            <a:xfrm>
              <a:off x="4124025" y="3808325"/>
              <a:ext cx="19075" cy="15750"/>
            </a:xfrm>
            <a:custGeom>
              <a:avLst/>
              <a:gdLst/>
              <a:ahLst/>
              <a:cxnLst/>
              <a:rect l="l" t="t" r="r" b="b"/>
              <a:pathLst>
                <a:path w="763" h="630" extrusionOk="0">
                  <a:moveTo>
                    <a:pt x="95" y="1"/>
                  </a:moveTo>
                  <a:cubicBezTo>
                    <a:pt x="72" y="13"/>
                    <a:pt x="60" y="37"/>
                    <a:pt x="60" y="49"/>
                  </a:cubicBezTo>
                  <a:cubicBezTo>
                    <a:pt x="12" y="120"/>
                    <a:pt x="0" y="215"/>
                    <a:pt x="12" y="311"/>
                  </a:cubicBezTo>
                  <a:cubicBezTo>
                    <a:pt x="12" y="334"/>
                    <a:pt x="24" y="358"/>
                    <a:pt x="24" y="370"/>
                  </a:cubicBezTo>
                  <a:cubicBezTo>
                    <a:pt x="60" y="441"/>
                    <a:pt x="107" y="525"/>
                    <a:pt x="179" y="561"/>
                  </a:cubicBezTo>
                  <a:cubicBezTo>
                    <a:pt x="232" y="605"/>
                    <a:pt x="304" y="629"/>
                    <a:pt x="382" y="629"/>
                  </a:cubicBezTo>
                  <a:cubicBezTo>
                    <a:pt x="409" y="629"/>
                    <a:pt x="437" y="626"/>
                    <a:pt x="464" y="620"/>
                  </a:cubicBezTo>
                  <a:cubicBezTo>
                    <a:pt x="607" y="596"/>
                    <a:pt x="726" y="477"/>
                    <a:pt x="762" y="346"/>
                  </a:cubicBezTo>
                  <a:lnTo>
                    <a:pt x="762" y="168"/>
                  </a:lnTo>
                  <a:cubicBezTo>
                    <a:pt x="762" y="120"/>
                    <a:pt x="750" y="96"/>
                    <a:pt x="714" y="60"/>
                  </a:cubicBezTo>
                  <a:cubicBezTo>
                    <a:pt x="703" y="49"/>
                    <a:pt x="691" y="37"/>
                    <a:pt x="691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5"/>
            <p:cNvSpPr/>
            <p:nvPr/>
          </p:nvSpPr>
          <p:spPr>
            <a:xfrm>
              <a:off x="3828750" y="4049725"/>
              <a:ext cx="20250" cy="18625"/>
            </a:xfrm>
            <a:custGeom>
              <a:avLst/>
              <a:gdLst/>
              <a:ahLst/>
              <a:cxnLst/>
              <a:rect l="l" t="t" r="r" b="b"/>
              <a:pathLst>
                <a:path w="810" h="745" extrusionOk="0">
                  <a:moveTo>
                    <a:pt x="322" y="1"/>
                  </a:moveTo>
                  <a:cubicBezTo>
                    <a:pt x="250" y="25"/>
                    <a:pt x="179" y="60"/>
                    <a:pt x="119" y="108"/>
                  </a:cubicBezTo>
                  <a:cubicBezTo>
                    <a:pt x="24" y="203"/>
                    <a:pt x="0" y="322"/>
                    <a:pt x="24" y="441"/>
                  </a:cubicBezTo>
                  <a:cubicBezTo>
                    <a:pt x="66" y="621"/>
                    <a:pt x="222" y="745"/>
                    <a:pt x="406" y="745"/>
                  </a:cubicBezTo>
                  <a:cubicBezTo>
                    <a:pt x="429" y="745"/>
                    <a:pt x="453" y="743"/>
                    <a:pt x="476" y="739"/>
                  </a:cubicBezTo>
                  <a:cubicBezTo>
                    <a:pt x="679" y="691"/>
                    <a:pt x="810" y="501"/>
                    <a:pt x="774" y="287"/>
                  </a:cubicBezTo>
                  <a:cubicBezTo>
                    <a:pt x="750" y="179"/>
                    <a:pt x="679" y="108"/>
                    <a:pt x="607" y="49"/>
                  </a:cubicBezTo>
                  <a:cubicBezTo>
                    <a:pt x="548" y="25"/>
                    <a:pt x="476" y="1"/>
                    <a:pt x="381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5"/>
            <p:cNvSpPr/>
            <p:nvPr/>
          </p:nvSpPr>
          <p:spPr>
            <a:xfrm>
              <a:off x="3903450" y="3823400"/>
              <a:ext cx="11625" cy="11450"/>
            </a:xfrm>
            <a:custGeom>
              <a:avLst/>
              <a:gdLst/>
              <a:ahLst/>
              <a:cxnLst/>
              <a:rect l="l" t="t" r="r" b="b"/>
              <a:pathLst>
                <a:path w="465" h="458" extrusionOk="0">
                  <a:moveTo>
                    <a:pt x="223" y="1"/>
                  </a:moveTo>
                  <a:cubicBezTo>
                    <a:pt x="208" y="1"/>
                    <a:pt x="193" y="2"/>
                    <a:pt x="179" y="5"/>
                  </a:cubicBezTo>
                  <a:cubicBezTo>
                    <a:pt x="143" y="5"/>
                    <a:pt x="132" y="29"/>
                    <a:pt x="120" y="41"/>
                  </a:cubicBezTo>
                  <a:cubicBezTo>
                    <a:pt x="72" y="65"/>
                    <a:pt x="24" y="112"/>
                    <a:pt x="12" y="160"/>
                  </a:cubicBezTo>
                  <a:cubicBezTo>
                    <a:pt x="1" y="184"/>
                    <a:pt x="1" y="231"/>
                    <a:pt x="1" y="279"/>
                  </a:cubicBezTo>
                  <a:cubicBezTo>
                    <a:pt x="1" y="303"/>
                    <a:pt x="12" y="339"/>
                    <a:pt x="36" y="362"/>
                  </a:cubicBezTo>
                  <a:cubicBezTo>
                    <a:pt x="84" y="422"/>
                    <a:pt x="155" y="458"/>
                    <a:pt x="239" y="458"/>
                  </a:cubicBezTo>
                  <a:lnTo>
                    <a:pt x="263" y="458"/>
                  </a:lnTo>
                  <a:cubicBezTo>
                    <a:pt x="310" y="446"/>
                    <a:pt x="358" y="422"/>
                    <a:pt x="382" y="386"/>
                  </a:cubicBezTo>
                  <a:cubicBezTo>
                    <a:pt x="429" y="327"/>
                    <a:pt x="465" y="267"/>
                    <a:pt x="441" y="184"/>
                  </a:cubicBezTo>
                  <a:cubicBezTo>
                    <a:pt x="441" y="172"/>
                    <a:pt x="429" y="148"/>
                    <a:pt x="417" y="124"/>
                  </a:cubicBezTo>
                  <a:cubicBezTo>
                    <a:pt x="405" y="100"/>
                    <a:pt x="382" y="89"/>
                    <a:pt x="358" y="53"/>
                  </a:cubicBezTo>
                  <a:cubicBezTo>
                    <a:pt x="321" y="16"/>
                    <a:pt x="271" y="1"/>
                    <a:pt x="22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8" name="Google Shape;418;p5"/>
          <p:cNvGrpSpPr/>
          <p:nvPr/>
        </p:nvGrpSpPr>
        <p:grpSpPr>
          <a:xfrm rot="10800000" flipH="1">
            <a:off x="-5825" y="2616294"/>
            <a:ext cx="1451646" cy="2527204"/>
            <a:chOff x="1083450" y="1318750"/>
            <a:chExt cx="624525" cy="1087250"/>
          </a:xfrm>
        </p:grpSpPr>
        <p:sp>
          <p:nvSpPr>
            <p:cNvPr id="419" name="Google Shape;419;p5"/>
            <p:cNvSpPr/>
            <p:nvPr/>
          </p:nvSpPr>
          <p:spPr>
            <a:xfrm>
              <a:off x="1083450" y="2340600"/>
              <a:ext cx="215525" cy="50325"/>
            </a:xfrm>
            <a:custGeom>
              <a:avLst/>
              <a:gdLst/>
              <a:ahLst/>
              <a:cxnLst/>
              <a:rect l="l" t="t" r="r" b="b"/>
              <a:pathLst>
                <a:path w="8621" h="2013" extrusionOk="0">
                  <a:moveTo>
                    <a:pt x="1" y="0"/>
                  </a:moveTo>
                  <a:lnTo>
                    <a:pt x="1" y="286"/>
                  </a:lnTo>
                  <a:lnTo>
                    <a:pt x="8561" y="2012"/>
                  </a:lnTo>
                  <a:cubicBezTo>
                    <a:pt x="8561" y="1917"/>
                    <a:pt x="8573" y="1834"/>
                    <a:pt x="8621" y="173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5"/>
            <p:cNvSpPr/>
            <p:nvPr/>
          </p:nvSpPr>
          <p:spPr>
            <a:xfrm>
              <a:off x="1083450" y="21304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5"/>
            <p:cNvSpPr/>
            <p:nvPr/>
          </p:nvSpPr>
          <p:spPr>
            <a:xfrm>
              <a:off x="1083450" y="1806900"/>
              <a:ext cx="20275" cy="7475"/>
            </a:xfrm>
            <a:custGeom>
              <a:avLst/>
              <a:gdLst/>
              <a:ahLst/>
              <a:cxnLst/>
              <a:rect l="l" t="t" r="r" b="b"/>
              <a:pathLst>
                <a:path w="811" h="299" extrusionOk="0">
                  <a:moveTo>
                    <a:pt x="703" y="0"/>
                  </a:moveTo>
                  <a:lnTo>
                    <a:pt x="1" y="24"/>
                  </a:lnTo>
                  <a:lnTo>
                    <a:pt x="1" y="298"/>
                  </a:lnTo>
                  <a:lnTo>
                    <a:pt x="810" y="274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5"/>
            <p:cNvSpPr/>
            <p:nvPr/>
          </p:nvSpPr>
          <p:spPr>
            <a:xfrm>
              <a:off x="1108150" y="1802425"/>
              <a:ext cx="180125" cy="11350"/>
            </a:xfrm>
            <a:custGeom>
              <a:avLst/>
              <a:gdLst/>
              <a:ahLst/>
              <a:cxnLst/>
              <a:rect l="l" t="t" r="r" b="b"/>
              <a:pathLst>
                <a:path w="7205" h="454" extrusionOk="0">
                  <a:moveTo>
                    <a:pt x="7204" y="1"/>
                  </a:moveTo>
                  <a:lnTo>
                    <a:pt x="1" y="179"/>
                  </a:lnTo>
                  <a:lnTo>
                    <a:pt x="96" y="453"/>
                  </a:lnTo>
                  <a:lnTo>
                    <a:pt x="7204" y="275"/>
                  </a:lnTo>
                  <a:cubicBezTo>
                    <a:pt x="7180" y="179"/>
                    <a:pt x="7180" y="96"/>
                    <a:pt x="720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5"/>
            <p:cNvSpPr/>
            <p:nvPr/>
          </p:nvSpPr>
          <p:spPr>
            <a:xfrm>
              <a:off x="1194475" y="2040550"/>
              <a:ext cx="2425" cy="3600"/>
            </a:xfrm>
            <a:custGeom>
              <a:avLst/>
              <a:gdLst/>
              <a:ahLst/>
              <a:cxnLst/>
              <a:rect l="l" t="t" r="r" b="b"/>
              <a:pathLst>
                <a:path w="97" h="144" extrusionOk="0">
                  <a:moveTo>
                    <a:pt x="84" y="1"/>
                  </a:moveTo>
                  <a:lnTo>
                    <a:pt x="1" y="48"/>
                  </a:lnTo>
                  <a:lnTo>
                    <a:pt x="25" y="144"/>
                  </a:lnTo>
                  <a:cubicBezTo>
                    <a:pt x="72" y="108"/>
                    <a:pt x="96" y="48"/>
                    <a:pt x="8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5"/>
            <p:cNvSpPr/>
            <p:nvPr/>
          </p:nvSpPr>
          <p:spPr>
            <a:xfrm>
              <a:off x="1083450" y="1741425"/>
              <a:ext cx="98250" cy="261650"/>
            </a:xfrm>
            <a:custGeom>
              <a:avLst/>
              <a:gdLst/>
              <a:ahLst/>
              <a:cxnLst/>
              <a:rect l="l" t="t" r="r" b="b"/>
              <a:pathLst>
                <a:path w="3930" h="10466" extrusionOk="0">
                  <a:moveTo>
                    <a:pt x="1" y="0"/>
                  </a:moveTo>
                  <a:lnTo>
                    <a:pt x="1" y="774"/>
                  </a:lnTo>
                  <a:lnTo>
                    <a:pt x="703" y="2619"/>
                  </a:lnTo>
                  <a:lnTo>
                    <a:pt x="810" y="2893"/>
                  </a:lnTo>
                  <a:lnTo>
                    <a:pt x="3668" y="10466"/>
                  </a:lnTo>
                  <a:cubicBezTo>
                    <a:pt x="3751" y="10418"/>
                    <a:pt x="3835" y="10394"/>
                    <a:pt x="3930" y="10394"/>
                  </a:cubicBezTo>
                  <a:lnTo>
                    <a:pt x="1084" y="2893"/>
                  </a:lnTo>
                  <a:lnTo>
                    <a:pt x="989" y="261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5"/>
            <p:cNvSpPr/>
            <p:nvPr/>
          </p:nvSpPr>
          <p:spPr>
            <a:xfrm>
              <a:off x="1113525" y="2178975"/>
              <a:ext cx="193200" cy="201825"/>
            </a:xfrm>
            <a:custGeom>
              <a:avLst/>
              <a:gdLst/>
              <a:ahLst/>
              <a:cxnLst/>
              <a:rect l="l" t="t" r="r" b="b"/>
              <a:pathLst>
                <a:path w="7728" h="8073" extrusionOk="0">
                  <a:moveTo>
                    <a:pt x="203" y="0"/>
                  </a:moveTo>
                  <a:cubicBezTo>
                    <a:pt x="143" y="84"/>
                    <a:pt x="84" y="131"/>
                    <a:pt x="0" y="179"/>
                  </a:cubicBezTo>
                  <a:lnTo>
                    <a:pt x="7501" y="8073"/>
                  </a:lnTo>
                  <a:cubicBezTo>
                    <a:pt x="7549" y="8013"/>
                    <a:pt x="7608" y="7954"/>
                    <a:pt x="7704" y="7918"/>
                  </a:cubicBezTo>
                  <a:cubicBezTo>
                    <a:pt x="7716" y="7918"/>
                    <a:pt x="7716" y="7918"/>
                    <a:pt x="7727" y="7906"/>
                  </a:cubicBezTo>
                  <a:lnTo>
                    <a:pt x="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5"/>
            <p:cNvSpPr/>
            <p:nvPr/>
          </p:nvSpPr>
          <p:spPr>
            <a:xfrm>
              <a:off x="1187625" y="2041750"/>
              <a:ext cx="121175" cy="334600"/>
            </a:xfrm>
            <a:custGeom>
              <a:avLst/>
              <a:gdLst/>
              <a:ahLst/>
              <a:cxnLst/>
              <a:rect l="l" t="t" r="r" b="b"/>
              <a:pathLst>
                <a:path w="4847" h="13384" extrusionOk="0">
                  <a:moveTo>
                    <a:pt x="275" y="0"/>
                  </a:moveTo>
                  <a:lnTo>
                    <a:pt x="275" y="0"/>
                  </a:lnTo>
                  <a:cubicBezTo>
                    <a:pt x="180" y="48"/>
                    <a:pt x="96" y="72"/>
                    <a:pt x="1" y="72"/>
                  </a:cubicBezTo>
                  <a:lnTo>
                    <a:pt x="4752" y="13383"/>
                  </a:lnTo>
                  <a:cubicBezTo>
                    <a:pt x="4775" y="13371"/>
                    <a:pt x="4823" y="13347"/>
                    <a:pt x="4847" y="13335"/>
                  </a:cubicBezTo>
                  <a:lnTo>
                    <a:pt x="4835" y="12847"/>
                  </a:lnTo>
                  <a:lnTo>
                    <a:pt x="263" y="72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5"/>
            <p:cNvSpPr/>
            <p:nvPr/>
          </p:nvSpPr>
          <p:spPr>
            <a:xfrm>
              <a:off x="1188525" y="1816725"/>
              <a:ext cx="109275" cy="186650"/>
            </a:xfrm>
            <a:custGeom>
              <a:avLst/>
              <a:gdLst/>
              <a:ahLst/>
              <a:cxnLst/>
              <a:rect l="l" t="t" r="r" b="b"/>
              <a:pathLst>
                <a:path w="4371" h="7466" extrusionOk="0">
                  <a:moveTo>
                    <a:pt x="4144" y="0"/>
                  </a:moveTo>
                  <a:lnTo>
                    <a:pt x="1" y="7382"/>
                  </a:lnTo>
                  <a:cubicBezTo>
                    <a:pt x="84" y="7394"/>
                    <a:pt x="179" y="7430"/>
                    <a:pt x="251" y="7466"/>
                  </a:cubicBezTo>
                  <a:lnTo>
                    <a:pt x="4370" y="143"/>
                  </a:lnTo>
                  <a:cubicBezTo>
                    <a:pt x="4287" y="119"/>
                    <a:pt x="4204" y="72"/>
                    <a:pt x="414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5"/>
            <p:cNvSpPr/>
            <p:nvPr/>
          </p:nvSpPr>
          <p:spPr>
            <a:xfrm>
              <a:off x="1113225" y="2036700"/>
              <a:ext cx="60750" cy="102100"/>
            </a:xfrm>
            <a:custGeom>
              <a:avLst/>
              <a:gdLst/>
              <a:ahLst/>
              <a:cxnLst/>
              <a:rect l="l" t="t" r="r" b="b"/>
              <a:pathLst>
                <a:path w="2430" h="4084" extrusionOk="0">
                  <a:moveTo>
                    <a:pt x="2215" y="0"/>
                  </a:moveTo>
                  <a:lnTo>
                    <a:pt x="0" y="3893"/>
                  </a:lnTo>
                  <a:cubicBezTo>
                    <a:pt x="72" y="3953"/>
                    <a:pt x="155" y="4012"/>
                    <a:pt x="215" y="4084"/>
                  </a:cubicBezTo>
                  <a:lnTo>
                    <a:pt x="2429" y="179"/>
                  </a:lnTo>
                  <a:cubicBezTo>
                    <a:pt x="2358" y="131"/>
                    <a:pt x="2274" y="72"/>
                    <a:pt x="221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5"/>
            <p:cNvSpPr/>
            <p:nvPr/>
          </p:nvSpPr>
          <p:spPr>
            <a:xfrm>
              <a:off x="1299250" y="1820900"/>
              <a:ext cx="16700" cy="554550"/>
            </a:xfrm>
            <a:custGeom>
              <a:avLst/>
              <a:gdLst/>
              <a:ahLst/>
              <a:cxnLst/>
              <a:rect l="l" t="t" r="r" b="b"/>
              <a:pathLst>
                <a:path w="668" h="22182" extrusionOk="0">
                  <a:moveTo>
                    <a:pt x="1" y="0"/>
                  </a:moveTo>
                  <a:lnTo>
                    <a:pt x="394" y="21693"/>
                  </a:lnTo>
                  <a:lnTo>
                    <a:pt x="406" y="22181"/>
                  </a:lnTo>
                  <a:cubicBezTo>
                    <a:pt x="447" y="22175"/>
                    <a:pt x="492" y="22172"/>
                    <a:pt x="537" y="22172"/>
                  </a:cubicBezTo>
                  <a:cubicBezTo>
                    <a:pt x="581" y="22172"/>
                    <a:pt x="626" y="22175"/>
                    <a:pt x="668" y="22181"/>
                  </a:cubicBezTo>
                  <a:lnTo>
                    <a:pt x="275" y="12"/>
                  </a:lnTo>
                  <a:cubicBezTo>
                    <a:pt x="235" y="17"/>
                    <a:pt x="198" y="20"/>
                    <a:pt x="161" y="20"/>
                  </a:cubicBezTo>
                  <a:cubicBezTo>
                    <a:pt x="108" y="20"/>
                    <a:pt x="57" y="14"/>
                    <a:pt x="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5"/>
            <p:cNvSpPr/>
            <p:nvPr/>
          </p:nvSpPr>
          <p:spPr>
            <a:xfrm>
              <a:off x="1293600" y="1501500"/>
              <a:ext cx="11925" cy="289650"/>
            </a:xfrm>
            <a:custGeom>
              <a:avLst/>
              <a:gdLst/>
              <a:ahLst/>
              <a:cxnLst/>
              <a:rect l="l" t="t" r="r" b="b"/>
              <a:pathLst>
                <a:path w="477" h="11586" extrusionOk="0">
                  <a:moveTo>
                    <a:pt x="1" y="1"/>
                  </a:moveTo>
                  <a:lnTo>
                    <a:pt x="215" y="11585"/>
                  </a:lnTo>
                  <a:cubicBezTo>
                    <a:pt x="268" y="11563"/>
                    <a:pt x="325" y="11555"/>
                    <a:pt x="382" y="11555"/>
                  </a:cubicBezTo>
                  <a:cubicBezTo>
                    <a:pt x="414" y="11555"/>
                    <a:pt x="446" y="11557"/>
                    <a:pt x="477" y="11562"/>
                  </a:cubicBezTo>
                  <a:lnTo>
                    <a:pt x="274" y="36"/>
                  </a:lnTo>
                  <a:cubicBezTo>
                    <a:pt x="239" y="36"/>
                    <a:pt x="215" y="48"/>
                    <a:pt x="179" y="48"/>
                  </a:cubicBezTo>
                  <a:cubicBezTo>
                    <a:pt x="120" y="36"/>
                    <a:pt x="60" y="36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5"/>
            <p:cNvSpPr/>
            <p:nvPr/>
          </p:nvSpPr>
          <p:spPr>
            <a:xfrm>
              <a:off x="1418325" y="1523825"/>
              <a:ext cx="47050" cy="166425"/>
            </a:xfrm>
            <a:custGeom>
              <a:avLst/>
              <a:gdLst/>
              <a:ahLst/>
              <a:cxnLst/>
              <a:rect l="l" t="t" r="r" b="b"/>
              <a:pathLst>
                <a:path w="1882" h="6657" extrusionOk="0">
                  <a:moveTo>
                    <a:pt x="250" y="1"/>
                  </a:moveTo>
                  <a:cubicBezTo>
                    <a:pt x="238" y="1"/>
                    <a:pt x="227" y="13"/>
                    <a:pt x="227" y="13"/>
                  </a:cubicBezTo>
                  <a:cubicBezTo>
                    <a:pt x="155" y="48"/>
                    <a:pt x="72" y="72"/>
                    <a:pt x="0" y="72"/>
                  </a:cubicBezTo>
                  <a:lnTo>
                    <a:pt x="1608" y="6656"/>
                  </a:lnTo>
                  <a:cubicBezTo>
                    <a:pt x="1703" y="6621"/>
                    <a:pt x="1786" y="6597"/>
                    <a:pt x="1881" y="6597"/>
                  </a:cubicBezTo>
                  <a:lnTo>
                    <a:pt x="25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5"/>
            <p:cNvSpPr/>
            <p:nvPr/>
          </p:nvSpPr>
          <p:spPr>
            <a:xfrm>
              <a:off x="1083450" y="1458350"/>
              <a:ext cx="203625" cy="33050"/>
            </a:xfrm>
            <a:custGeom>
              <a:avLst/>
              <a:gdLst/>
              <a:ahLst/>
              <a:cxnLst/>
              <a:rect l="l" t="t" r="r" b="b"/>
              <a:pathLst>
                <a:path w="8145" h="1322" extrusionOk="0">
                  <a:moveTo>
                    <a:pt x="1" y="0"/>
                  </a:moveTo>
                  <a:lnTo>
                    <a:pt x="1" y="286"/>
                  </a:lnTo>
                  <a:lnTo>
                    <a:pt x="8097" y="1322"/>
                  </a:lnTo>
                  <a:lnTo>
                    <a:pt x="8097" y="1298"/>
                  </a:lnTo>
                  <a:cubicBezTo>
                    <a:pt x="8085" y="1191"/>
                    <a:pt x="8109" y="1108"/>
                    <a:pt x="8145" y="104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5"/>
            <p:cNvSpPr/>
            <p:nvPr/>
          </p:nvSpPr>
          <p:spPr>
            <a:xfrm>
              <a:off x="1291825" y="1342550"/>
              <a:ext cx="8050" cy="136050"/>
            </a:xfrm>
            <a:custGeom>
              <a:avLst/>
              <a:gdLst/>
              <a:ahLst/>
              <a:cxnLst/>
              <a:rect l="l" t="t" r="r" b="b"/>
              <a:pathLst>
                <a:path w="322" h="5442" extrusionOk="0">
                  <a:moveTo>
                    <a:pt x="0" y="1"/>
                  </a:moveTo>
                  <a:lnTo>
                    <a:pt x="60" y="5442"/>
                  </a:lnTo>
                  <a:cubicBezTo>
                    <a:pt x="119" y="5406"/>
                    <a:pt x="179" y="5406"/>
                    <a:pt x="238" y="5406"/>
                  </a:cubicBezTo>
                  <a:cubicBezTo>
                    <a:pt x="274" y="5406"/>
                    <a:pt x="298" y="5406"/>
                    <a:pt x="322" y="5418"/>
                  </a:cubicBezTo>
                  <a:lnTo>
                    <a:pt x="274" y="96"/>
                  </a:lnTo>
                  <a:cubicBezTo>
                    <a:pt x="179" y="72"/>
                    <a:pt x="72" y="48"/>
                    <a:pt x="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5"/>
            <p:cNvSpPr/>
            <p:nvPr/>
          </p:nvSpPr>
          <p:spPr>
            <a:xfrm>
              <a:off x="1688000" y="1544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5"/>
            <p:cNvSpPr/>
            <p:nvPr/>
          </p:nvSpPr>
          <p:spPr>
            <a:xfrm>
              <a:off x="1309675" y="1487525"/>
              <a:ext cx="94675" cy="19650"/>
            </a:xfrm>
            <a:custGeom>
              <a:avLst/>
              <a:gdLst/>
              <a:ahLst/>
              <a:cxnLst/>
              <a:rect l="l" t="t" r="r" b="b"/>
              <a:pathLst>
                <a:path w="3787" h="786" extrusionOk="0">
                  <a:moveTo>
                    <a:pt x="12" y="0"/>
                  </a:moveTo>
                  <a:cubicBezTo>
                    <a:pt x="36" y="24"/>
                    <a:pt x="36" y="72"/>
                    <a:pt x="36" y="95"/>
                  </a:cubicBezTo>
                  <a:cubicBezTo>
                    <a:pt x="36" y="155"/>
                    <a:pt x="12" y="214"/>
                    <a:pt x="1" y="262"/>
                  </a:cubicBezTo>
                  <a:lnTo>
                    <a:pt x="3668" y="786"/>
                  </a:lnTo>
                  <a:cubicBezTo>
                    <a:pt x="3680" y="691"/>
                    <a:pt x="3727" y="607"/>
                    <a:pt x="3787" y="536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5"/>
            <p:cNvSpPr/>
            <p:nvPr/>
          </p:nvSpPr>
          <p:spPr>
            <a:xfrm>
              <a:off x="1687700" y="15458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5"/>
            <p:cNvSpPr/>
            <p:nvPr/>
          </p:nvSpPr>
          <p:spPr>
            <a:xfrm>
              <a:off x="1430825" y="1504475"/>
              <a:ext cx="247675" cy="41700"/>
            </a:xfrm>
            <a:custGeom>
              <a:avLst/>
              <a:gdLst/>
              <a:ahLst/>
              <a:cxnLst/>
              <a:rect l="l" t="t" r="r" b="b"/>
              <a:pathLst>
                <a:path w="9907" h="1668" extrusionOk="0">
                  <a:moveTo>
                    <a:pt x="0" y="1"/>
                  </a:moveTo>
                  <a:lnTo>
                    <a:pt x="0" y="1"/>
                  </a:lnTo>
                  <a:cubicBezTo>
                    <a:pt x="48" y="108"/>
                    <a:pt x="72" y="191"/>
                    <a:pt x="48" y="287"/>
                  </a:cubicBezTo>
                  <a:lnTo>
                    <a:pt x="9799" y="1668"/>
                  </a:lnTo>
                  <a:lnTo>
                    <a:pt x="9906" y="1596"/>
                  </a:lnTo>
                  <a:lnTo>
                    <a:pt x="9478" y="13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5"/>
            <p:cNvSpPr/>
            <p:nvPr/>
          </p:nvSpPr>
          <p:spPr>
            <a:xfrm>
              <a:off x="1687100" y="15464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1" y="24"/>
                  </a:moveTo>
                  <a:lnTo>
                    <a:pt x="1" y="24"/>
                  </a:lnTo>
                  <a:cubicBezTo>
                    <a:pt x="1" y="1"/>
                    <a:pt x="1" y="24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5"/>
            <p:cNvSpPr/>
            <p:nvPr/>
          </p:nvSpPr>
          <p:spPr>
            <a:xfrm>
              <a:off x="1687700" y="1545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5"/>
            <p:cNvSpPr/>
            <p:nvPr/>
          </p:nvSpPr>
          <p:spPr>
            <a:xfrm>
              <a:off x="1476075" y="1544675"/>
              <a:ext cx="211050" cy="154800"/>
            </a:xfrm>
            <a:custGeom>
              <a:avLst/>
              <a:gdLst/>
              <a:ahLst/>
              <a:cxnLst/>
              <a:rect l="l" t="t" r="r" b="b"/>
              <a:pathLst>
                <a:path w="8442" h="6192" extrusionOk="0">
                  <a:moveTo>
                    <a:pt x="8096" y="0"/>
                  </a:moveTo>
                  <a:lnTo>
                    <a:pt x="7989" y="72"/>
                  </a:lnTo>
                  <a:lnTo>
                    <a:pt x="0" y="5965"/>
                  </a:lnTo>
                  <a:cubicBezTo>
                    <a:pt x="60" y="6025"/>
                    <a:pt x="119" y="6084"/>
                    <a:pt x="143" y="6179"/>
                  </a:cubicBezTo>
                  <a:cubicBezTo>
                    <a:pt x="143" y="6179"/>
                    <a:pt x="143" y="6191"/>
                    <a:pt x="155" y="6191"/>
                  </a:cubicBezTo>
                  <a:lnTo>
                    <a:pt x="8442" y="95"/>
                  </a:lnTo>
                  <a:lnTo>
                    <a:pt x="8442" y="95"/>
                  </a:lnTo>
                  <a:cubicBezTo>
                    <a:pt x="8418" y="107"/>
                    <a:pt x="8418" y="107"/>
                    <a:pt x="8406" y="107"/>
                  </a:cubicBezTo>
                  <a:lnTo>
                    <a:pt x="8394" y="107"/>
                  </a:lnTo>
                  <a:cubicBezTo>
                    <a:pt x="8370" y="107"/>
                    <a:pt x="8358" y="119"/>
                    <a:pt x="8346" y="119"/>
                  </a:cubicBezTo>
                  <a:lnTo>
                    <a:pt x="8299" y="119"/>
                  </a:lnTo>
                  <a:cubicBezTo>
                    <a:pt x="8287" y="119"/>
                    <a:pt x="8287" y="119"/>
                    <a:pt x="8275" y="107"/>
                  </a:cubicBezTo>
                  <a:lnTo>
                    <a:pt x="809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5"/>
            <p:cNvSpPr/>
            <p:nvPr/>
          </p:nvSpPr>
          <p:spPr>
            <a:xfrm>
              <a:off x="1688000" y="15446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2"/>
                  </a:moveTo>
                  <a:cubicBezTo>
                    <a:pt x="0" y="12"/>
                    <a:pt x="0" y="0"/>
                    <a:pt x="0" y="12"/>
                  </a:cubicBezTo>
                  <a:cubicBezTo>
                    <a:pt x="0" y="0"/>
                    <a:pt x="0" y="0"/>
                    <a:pt x="0" y="12"/>
                  </a:cubicBezTo>
                  <a:cubicBezTo>
                    <a:pt x="0" y="0"/>
                    <a:pt x="0" y="0"/>
                    <a:pt x="0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5"/>
            <p:cNvSpPr/>
            <p:nvPr/>
          </p:nvSpPr>
          <p:spPr>
            <a:xfrm>
              <a:off x="1681750" y="1319350"/>
              <a:ext cx="26225" cy="225050"/>
            </a:xfrm>
            <a:custGeom>
              <a:avLst/>
              <a:gdLst/>
              <a:ahLst/>
              <a:cxnLst/>
              <a:rect l="l" t="t" r="r" b="b"/>
              <a:pathLst>
                <a:path w="1049" h="9002" extrusionOk="0">
                  <a:moveTo>
                    <a:pt x="750" y="0"/>
                  </a:moveTo>
                  <a:lnTo>
                    <a:pt x="0" y="8763"/>
                  </a:lnTo>
                  <a:lnTo>
                    <a:pt x="191" y="8870"/>
                  </a:lnTo>
                  <a:cubicBezTo>
                    <a:pt x="238" y="8894"/>
                    <a:pt x="274" y="8942"/>
                    <a:pt x="274" y="9001"/>
                  </a:cubicBezTo>
                  <a:lnTo>
                    <a:pt x="104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5"/>
            <p:cNvSpPr/>
            <p:nvPr/>
          </p:nvSpPr>
          <p:spPr>
            <a:xfrm>
              <a:off x="1687100" y="15464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1" y="24"/>
                  </a:moveTo>
                  <a:cubicBezTo>
                    <a:pt x="1" y="24"/>
                    <a:pt x="1" y="1"/>
                    <a:pt x="1" y="24"/>
                  </a:cubicBezTo>
                  <a:cubicBezTo>
                    <a:pt x="1" y="1"/>
                    <a:pt x="1" y="1"/>
                    <a:pt x="1" y="24"/>
                  </a:cubicBezTo>
                  <a:cubicBezTo>
                    <a:pt x="1" y="1"/>
                    <a:pt x="1" y="1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5"/>
            <p:cNvSpPr/>
            <p:nvPr/>
          </p:nvSpPr>
          <p:spPr>
            <a:xfrm>
              <a:off x="1684125" y="15476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lnTo>
                    <a:pt x="1" y="0"/>
                  </a:lnTo>
                  <a:lnTo>
                    <a:pt x="24" y="0"/>
                  </a:lnTo>
                  <a:cubicBezTo>
                    <a:pt x="12" y="0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5"/>
            <p:cNvSpPr/>
            <p:nvPr/>
          </p:nvSpPr>
          <p:spPr>
            <a:xfrm>
              <a:off x="1687700" y="15455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13"/>
                  </a:lnTo>
                  <a:lnTo>
                    <a:pt x="0" y="13"/>
                  </a:lnTo>
                  <a:cubicBezTo>
                    <a:pt x="0" y="1"/>
                    <a:pt x="0" y="1"/>
                    <a:pt x="0" y="13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5"/>
            <p:cNvSpPr/>
            <p:nvPr/>
          </p:nvSpPr>
          <p:spPr>
            <a:xfrm>
              <a:off x="1684725" y="15476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5"/>
            <p:cNvSpPr/>
            <p:nvPr/>
          </p:nvSpPr>
          <p:spPr>
            <a:xfrm>
              <a:off x="1323375" y="1333625"/>
              <a:ext cx="364650" cy="214350"/>
            </a:xfrm>
            <a:custGeom>
              <a:avLst/>
              <a:gdLst/>
              <a:ahLst/>
              <a:cxnLst/>
              <a:rect l="l" t="t" r="r" b="b"/>
              <a:pathLst>
                <a:path w="14586" h="8574" extrusionOk="0">
                  <a:moveTo>
                    <a:pt x="203" y="1"/>
                  </a:moveTo>
                  <a:cubicBezTo>
                    <a:pt x="143" y="84"/>
                    <a:pt x="84" y="155"/>
                    <a:pt x="0" y="215"/>
                  </a:cubicBezTo>
                  <a:lnTo>
                    <a:pt x="13752" y="8204"/>
                  </a:lnTo>
                  <a:lnTo>
                    <a:pt x="14192" y="8454"/>
                  </a:lnTo>
                  <a:lnTo>
                    <a:pt x="14371" y="8561"/>
                  </a:lnTo>
                  <a:cubicBezTo>
                    <a:pt x="14383" y="8561"/>
                    <a:pt x="14383" y="8573"/>
                    <a:pt x="14395" y="8573"/>
                  </a:cubicBezTo>
                  <a:lnTo>
                    <a:pt x="14442" y="8573"/>
                  </a:lnTo>
                  <a:cubicBezTo>
                    <a:pt x="14454" y="8573"/>
                    <a:pt x="14466" y="8573"/>
                    <a:pt x="14490" y="8561"/>
                  </a:cubicBezTo>
                  <a:lnTo>
                    <a:pt x="14502" y="8561"/>
                  </a:lnTo>
                  <a:cubicBezTo>
                    <a:pt x="14514" y="8561"/>
                    <a:pt x="14514" y="8549"/>
                    <a:pt x="14526" y="8549"/>
                  </a:cubicBezTo>
                  <a:cubicBezTo>
                    <a:pt x="14550" y="8537"/>
                    <a:pt x="14550" y="8537"/>
                    <a:pt x="14550" y="8514"/>
                  </a:cubicBezTo>
                  <a:lnTo>
                    <a:pt x="14550" y="8502"/>
                  </a:lnTo>
                  <a:lnTo>
                    <a:pt x="14550" y="8490"/>
                  </a:lnTo>
                  <a:lnTo>
                    <a:pt x="14550" y="8478"/>
                  </a:lnTo>
                  <a:cubicBezTo>
                    <a:pt x="14585" y="8383"/>
                    <a:pt x="14573" y="8335"/>
                    <a:pt x="14514" y="8311"/>
                  </a:cubicBezTo>
                  <a:lnTo>
                    <a:pt x="14323" y="820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5"/>
            <p:cNvSpPr/>
            <p:nvPr/>
          </p:nvSpPr>
          <p:spPr>
            <a:xfrm>
              <a:off x="1273950" y="1318750"/>
              <a:ext cx="60750" cy="26600"/>
            </a:xfrm>
            <a:custGeom>
              <a:avLst/>
              <a:gdLst/>
              <a:ahLst/>
              <a:cxnLst/>
              <a:rect l="l" t="t" r="r" b="b"/>
              <a:pathLst>
                <a:path w="2430" h="1064" extrusionOk="0">
                  <a:moveTo>
                    <a:pt x="1" y="0"/>
                  </a:moveTo>
                  <a:cubicBezTo>
                    <a:pt x="13" y="119"/>
                    <a:pt x="60" y="250"/>
                    <a:pt x="120" y="369"/>
                  </a:cubicBezTo>
                  <a:cubicBezTo>
                    <a:pt x="251" y="643"/>
                    <a:pt x="465" y="834"/>
                    <a:pt x="715" y="953"/>
                  </a:cubicBezTo>
                  <a:cubicBezTo>
                    <a:pt x="810" y="1000"/>
                    <a:pt x="894" y="1012"/>
                    <a:pt x="989" y="1048"/>
                  </a:cubicBezTo>
                  <a:cubicBezTo>
                    <a:pt x="1062" y="1058"/>
                    <a:pt x="1135" y="1063"/>
                    <a:pt x="1209" y="1063"/>
                  </a:cubicBezTo>
                  <a:cubicBezTo>
                    <a:pt x="1401" y="1063"/>
                    <a:pt x="1594" y="1027"/>
                    <a:pt x="1775" y="941"/>
                  </a:cubicBezTo>
                  <a:cubicBezTo>
                    <a:pt x="1858" y="893"/>
                    <a:pt x="1941" y="858"/>
                    <a:pt x="2001" y="786"/>
                  </a:cubicBezTo>
                  <a:cubicBezTo>
                    <a:pt x="2072" y="727"/>
                    <a:pt x="2132" y="655"/>
                    <a:pt x="2192" y="584"/>
                  </a:cubicBezTo>
                  <a:cubicBezTo>
                    <a:pt x="2322" y="417"/>
                    <a:pt x="2394" y="215"/>
                    <a:pt x="2430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5"/>
            <p:cNvSpPr/>
            <p:nvPr/>
          </p:nvSpPr>
          <p:spPr>
            <a:xfrm>
              <a:off x="1159350" y="2001350"/>
              <a:ext cx="50050" cy="42850"/>
            </a:xfrm>
            <a:custGeom>
              <a:avLst/>
              <a:gdLst/>
              <a:ahLst/>
              <a:cxnLst/>
              <a:rect l="l" t="t" r="r" b="b"/>
              <a:pathLst>
                <a:path w="2002" h="1714" extrusionOk="0">
                  <a:moveTo>
                    <a:pt x="1013" y="0"/>
                  </a:moveTo>
                  <a:cubicBezTo>
                    <a:pt x="968" y="0"/>
                    <a:pt x="924" y="3"/>
                    <a:pt x="882" y="9"/>
                  </a:cubicBezTo>
                  <a:cubicBezTo>
                    <a:pt x="787" y="21"/>
                    <a:pt x="703" y="57"/>
                    <a:pt x="608" y="81"/>
                  </a:cubicBezTo>
                  <a:cubicBezTo>
                    <a:pt x="179" y="295"/>
                    <a:pt x="1" y="807"/>
                    <a:pt x="227" y="1247"/>
                  </a:cubicBezTo>
                  <a:cubicBezTo>
                    <a:pt x="251" y="1307"/>
                    <a:pt x="299" y="1366"/>
                    <a:pt x="346" y="1426"/>
                  </a:cubicBezTo>
                  <a:cubicBezTo>
                    <a:pt x="406" y="1497"/>
                    <a:pt x="477" y="1557"/>
                    <a:pt x="549" y="1605"/>
                  </a:cubicBezTo>
                  <a:cubicBezTo>
                    <a:pt x="709" y="1669"/>
                    <a:pt x="898" y="1714"/>
                    <a:pt x="1072" y="1714"/>
                  </a:cubicBezTo>
                  <a:cubicBezTo>
                    <a:pt x="1092" y="1714"/>
                    <a:pt x="1112" y="1713"/>
                    <a:pt x="1132" y="1712"/>
                  </a:cubicBezTo>
                  <a:cubicBezTo>
                    <a:pt x="1227" y="1688"/>
                    <a:pt x="1311" y="1664"/>
                    <a:pt x="1406" y="1628"/>
                  </a:cubicBezTo>
                  <a:lnTo>
                    <a:pt x="1489" y="1593"/>
                  </a:lnTo>
                  <a:cubicBezTo>
                    <a:pt x="1846" y="1343"/>
                    <a:pt x="2001" y="878"/>
                    <a:pt x="1787" y="473"/>
                  </a:cubicBezTo>
                  <a:cubicBezTo>
                    <a:pt x="1703" y="307"/>
                    <a:pt x="1561" y="176"/>
                    <a:pt x="1418" y="104"/>
                  </a:cubicBezTo>
                  <a:cubicBezTo>
                    <a:pt x="1322" y="57"/>
                    <a:pt x="1239" y="21"/>
                    <a:pt x="1144" y="9"/>
                  </a:cubicBezTo>
                  <a:cubicBezTo>
                    <a:pt x="1102" y="3"/>
                    <a:pt x="1058" y="0"/>
                    <a:pt x="1013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5"/>
            <p:cNvSpPr/>
            <p:nvPr/>
          </p:nvSpPr>
          <p:spPr>
            <a:xfrm>
              <a:off x="1083450" y="2128475"/>
              <a:ext cx="44675" cy="61325"/>
            </a:xfrm>
            <a:custGeom>
              <a:avLst/>
              <a:gdLst/>
              <a:ahLst/>
              <a:cxnLst/>
              <a:rect l="l" t="t" r="r" b="b"/>
              <a:pathLst>
                <a:path w="1787" h="2453" extrusionOk="0">
                  <a:moveTo>
                    <a:pt x="465" y="1"/>
                  </a:moveTo>
                  <a:cubicBezTo>
                    <a:pt x="309" y="1"/>
                    <a:pt x="151" y="30"/>
                    <a:pt x="1" y="91"/>
                  </a:cubicBezTo>
                  <a:lnTo>
                    <a:pt x="1" y="2366"/>
                  </a:lnTo>
                  <a:cubicBezTo>
                    <a:pt x="148" y="2422"/>
                    <a:pt x="312" y="2452"/>
                    <a:pt x="479" y="2452"/>
                  </a:cubicBezTo>
                  <a:cubicBezTo>
                    <a:pt x="660" y="2452"/>
                    <a:pt x="845" y="2416"/>
                    <a:pt x="1013" y="2342"/>
                  </a:cubicBezTo>
                  <a:cubicBezTo>
                    <a:pt x="1072" y="2306"/>
                    <a:pt x="1144" y="2258"/>
                    <a:pt x="1203" y="2223"/>
                  </a:cubicBezTo>
                  <a:cubicBezTo>
                    <a:pt x="1263" y="2139"/>
                    <a:pt x="1346" y="2080"/>
                    <a:pt x="1406" y="2020"/>
                  </a:cubicBezTo>
                  <a:cubicBezTo>
                    <a:pt x="1715" y="1663"/>
                    <a:pt x="1787" y="1127"/>
                    <a:pt x="1560" y="687"/>
                  </a:cubicBezTo>
                  <a:cubicBezTo>
                    <a:pt x="1513" y="592"/>
                    <a:pt x="1465" y="508"/>
                    <a:pt x="1406" y="437"/>
                  </a:cubicBezTo>
                  <a:cubicBezTo>
                    <a:pt x="1346" y="353"/>
                    <a:pt x="1263" y="294"/>
                    <a:pt x="1191" y="234"/>
                  </a:cubicBezTo>
                  <a:cubicBezTo>
                    <a:pt x="989" y="84"/>
                    <a:pt x="730" y="1"/>
                    <a:pt x="46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5"/>
            <p:cNvSpPr/>
            <p:nvPr/>
          </p:nvSpPr>
          <p:spPr>
            <a:xfrm>
              <a:off x="1288250" y="1790575"/>
              <a:ext cx="32175" cy="31125"/>
            </a:xfrm>
            <a:custGeom>
              <a:avLst/>
              <a:gdLst/>
              <a:ahLst/>
              <a:cxnLst/>
              <a:rect l="l" t="t" r="r" b="b"/>
              <a:pathLst>
                <a:path w="1287" h="1245" extrusionOk="0">
                  <a:moveTo>
                    <a:pt x="577" y="1"/>
                  </a:moveTo>
                  <a:cubicBezTo>
                    <a:pt x="530" y="1"/>
                    <a:pt x="477" y="14"/>
                    <a:pt x="429" y="34"/>
                  </a:cubicBezTo>
                  <a:lnTo>
                    <a:pt x="334" y="82"/>
                  </a:lnTo>
                  <a:cubicBezTo>
                    <a:pt x="167" y="165"/>
                    <a:pt x="60" y="320"/>
                    <a:pt x="12" y="499"/>
                  </a:cubicBezTo>
                  <a:cubicBezTo>
                    <a:pt x="0" y="582"/>
                    <a:pt x="0" y="677"/>
                    <a:pt x="12" y="761"/>
                  </a:cubicBezTo>
                  <a:lnTo>
                    <a:pt x="60" y="892"/>
                  </a:lnTo>
                  <a:cubicBezTo>
                    <a:pt x="84" y="951"/>
                    <a:pt x="119" y="999"/>
                    <a:pt x="155" y="1058"/>
                  </a:cubicBezTo>
                  <a:cubicBezTo>
                    <a:pt x="215" y="1130"/>
                    <a:pt x="310" y="1177"/>
                    <a:pt x="381" y="1213"/>
                  </a:cubicBezTo>
                  <a:cubicBezTo>
                    <a:pt x="393" y="1213"/>
                    <a:pt x="417" y="1225"/>
                    <a:pt x="429" y="1225"/>
                  </a:cubicBezTo>
                  <a:cubicBezTo>
                    <a:pt x="478" y="1239"/>
                    <a:pt x="531" y="1245"/>
                    <a:pt x="583" y="1245"/>
                  </a:cubicBezTo>
                  <a:cubicBezTo>
                    <a:pt x="620" y="1245"/>
                    <a:pt x="656" y="1242"/>
                    <a:pt x="691" y="1237"/>
                  </a:cubicBezTo>
                  <a:cubicBezTo>
                    <a:pt x="750" y="1225"/>
                    <a:pt x="798" y="1213"/>
                    <a:pt x="858" y="1177"/>
                  </a:cubicBezTo>
                  <a:cubicBezTo>
                    <a:pt x="1167" y="1034"/>
                    <a:pt x="1286" y="653"/>
                    <a:pt x="1131" y="356"/>
                  </a:cubicBezTo>
                  <a:cubicBezTo>
                    <a:pt x="1036" y="165"/>
                    <a:pt x="858" y="46"/>
                    <a:pt x="667" y="22"/>
                  </a:cubicBezTo>
                  <a:cubicBezTo>
                    <a:pt x="642" y="7"/>
                    <a:pt x="611" y="1"/>
                    <a:pt x="57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5"/>
            <p:cNvSpPr/>
            <p:nvPr/>
          </p:nvSpPr>
          <p:spPr>
            <a:xfrm>
              <a:off x="1297475" y="2375200"/>
              <a:ext cx="32775" cy="30800"/>
            </a:xfrm>
            <a:custGeom>
              <a:avLst/>
              <a:gdLst/>
              <a:ahLst/>
              <a:cxnLst/>
              <a:rect l="l" t="t" r="r" b="b"/>
              <a:pathLst>
                <a:path w="1311" h="1232" extrusionOk="0">
                  <a:moveTo>
                    <a:pt x="608" y="0"/>
                  </a:moveTo>
                  <a:cubicBezTo>
                    <a:pt x="563" y="0"/>
                    <a:pt x="518" y="3"/>
                    <a:pt x="477" y="9"/>
                  </a:cubicBezTo>
                  <a:cubicBezTo>
                    <a:pt x="429" y="33"/>
                    <a:pt x="393" y="33"/>
                    <a:pt x="369" y="57"/>
                  </a:cubicBezTo>
                  <a:cubicBezTo>
                    <a:pt x="358" y="57"/>
                    <a:pt x="358" y="57"/>
                    <a:pt x="346" y="69"/>
                  </a:cubicBezTo>
                  <a:cubicBezTo>
                    <a:pt x="262" y="117"/>
                    <a:pt x="191" y="164"/>
                    <a:pt x="143" y="224"/>
                  </a:cubicBezTo>
                  <a:lnTo>
                    <a:pt x="60" y="355"/>
                  </a:lnTo>
                  <a:cubicBezTo>
                    <a:pt x="12" y="450"/>
                    <a:pt x="0" y="533"/>
                    <a:pt x="0" y="628"/>
                  </a:cubicBezTo>
                  <a:cubicBezTo>
                    <a:pt x="0" y="712"/>
                    <a:pt x="12" y="807"/>
                    <a:pt x="60" y="890"/>
                  </a:cubicBezTo>
                  <a:cubicBezTo>
                    <a:pt x="160" y="1108"/>
                    <a:pt x="373" y="1232"/>
                    <a:pt x="594" y="1232"/>
                  </a:cubicBezTo>
                  <a:cubicBezTo>
                    <a:pt x="687" y="1232"/>
                    <a:pt x="781" y="1210"/>
                    <a:pt x="870" y="1164"/>
                  </a:cubicBezTo>
                  <a:cubicBezTo>
                    <a:pt x="1191" y="1009"/>
                    <a:pt x="1310" y="640"/>
                    <a:pt x="1143" y="343"/>
                  </a:cubicBezTo>
                  <a:cubicBezTo>
                    <a:pt x="1048" y="164"/>
                    <a:pt x="905" y="57"/>
                    <a:pt x="739" y="9"/>
                  </a:cubicBezTo>
                  <a:cubicBezTo>
                    <a:pt x="697" y="3"/>
                    <a:pt x="652" y="0"/>
                    <a:pt x="6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5"/>
            <p:cNvSpPr/>
            <p:nvPr/>
          </p:nvSpPr>
          <p:spPr>
            <a:xfrm>
              <a:off x="1445100" y="1689025"/>
              <a:ext cx="39025" cy="34575"/>
            </a:xfrm>
            <a:custGeom>
              <a:avLst/>
              <a:gdLst/>
              <a:ahLst/>
              <a:cxnLst/>
              <a:rect l="l" t="t" r="r" b="b"/>
              <a:pathLst>
                <a:path w="1561" h="1383" extrusionOk="0">
                  <a:moveTo>
                    <a:pt x="787" y="1"/>
                  </a:moveTo>
                  <a:cubicBezTo>
                    <a:pt x="703" y="1"/>
                    <a:pt x="608" y="13"/>
                    <a:pt x="525" y="60"/>
                  </a:cubicBezTo>
                  <a:cubicBezTo>
                    <a:pt x="501" y="60"/>
                    <a:pt x="489" y="72"/>
                    <a:pt x="477" y="72"/>
                  </a:cubicBezTo>
                  <a:cubicBezTo>
                    <a:pt x="132" y="239"/>
                    <a:pt x="1" y="655"/>
                    <a:pt x="168" y="1001"/>
                  </a:cubicBezTo>
                  <a:cubicBezTo>
                    <a:pt x="277" y="1245"/>
                    <a:pt x="530" y="1382"/>
                    <a:pt x="782" y="1382"/>
                  </a:cubicBezTo>
                  <a:cubicBezTo>
                    <a:pt x="886" y="1382"/>
                    <a:pt x="990" y="1359"/>
                    <a:pt x="1084" y="1310"/>
                  </a:cubicBezTo>
                  <a:cubicBezTo>
                    <a:pt x="1430" y="1144"/>
                    <a:pt x="1561" y="727"/>
                    <a:pt x="1394" y="405"/>
                  </a:cubicBezTo>
                  <a:cubicBezTo>
                    <a:pt x="1394" y="405"/>
                    <a:pt x="1394" y="394"/>
                    <a:pt x="1382" y="394"/>
                  </a:cubicBezTo>
                  <a:cubicBezTo>
                    <a:pt x="1358" y="310"/>
                    <a:pt x="1311" y="239"/>
                    <a:pt x="1251" y="179"/>
                  </a:cubicBezTo>
                  <a:cubicBezTo>
                    <a:pt x="1132" y="60"/>
                    <a:pt x="953" y="1"/>
                    <a:pt x="78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5"/>
            <p:cNvSpPr/>
            <p:nvPr/>
          </p:nvSpPr>
          <p:spPr>
            <a:xfrm>
              <a:off x="1285875" y="1477700"/>
              <a:ext cx="24725" cy="24425"/>
            </a:xfrm>
            <a:custGeom>
              <a:avLst/>
              <a:gdLst/>
              <a:ahLst/>
              <a:cxnLst/>
              <a:rect l="l" t="t" r="r" b="b"/>
              <a:pathLst>
                <a:path w="989" h="977" extrusionOk="0">
                  <a:moveTo>
                    <a:pt x="488" y="0"/>
                  </a:moveTo>
                  <a:cubicBezTo>
                    <a:pt x="429" y="0"/>
                    <a:pt x="369" y="12"/>
                    <a:pt x="310" y="36"/>
                  </a:cubicBezTo>
                  <a:cubicBezTo>
                    <a:pt x="214" y="72"/>
                    <a:pt x="119" y="155"/>
                    <a:pt x="60" y="250"/>
                  </a:cubicBezTo>
                  <a:cubicBezTo>
                    <a:pt x="12" y="334"/>
                    <a:pt x="0" y="405"/>
                    <a:pt x="0" y="488"/>
                  </a:cubicBezTo>
                  <a:lnTo>
                    <a:pt x="0" y="524"/>
                  </a:lnTo>
                  <a:cubicBezTo>
                    <a:pt x="12" y="715"/>
                    <a:pt x="131" y="881"/>
                    <a:pt x="310" y="953"/>
                  </a:cubicBezTo>
                  <a:cubicBezTo>
                    <a:pt x="369" y="965"/>
                    <a:pt x="429" y="977"/>
                    <a:pt x="488" y="977"/>
                  </a:cubicBezTo>
                  <a:cubicBezTo>
                    <a:pt x="524" y="977"/>
                    <a:pt x="548" y="977"/>
                    <a:pt x="583" y="965"/>
                  </a:cubicBezTo>
                  <a:cubicBezTo>
                    <a:pt x="750" y="941"/>
                    <a:pt x="893" y="798"/>
                    <a:pt x="941" y="655"/>
                  </a:cubicBezTo>
                  <a:cubicBezTo>
                    <a:pt x="953" y="596"/>
                    <a:pt x="964" y="548"/>
                    <a:pt x="964" y="488"/>
                  </a:cubicBezTo>
                  <a:cubicBezTo>
                    <a:pt x="988" y="465"/>
                    <a:pt x="964" y="417"/>
                    <a:pt x="964" y="393"/>
                  </a:cubicBezTo>
                  <a:cubicBezTo>
                    <a:pt x="929" y="191"/>
                    <a:pt x="774" y="48"/>
                    <a:pt x="583" y="12"/>
                  </a:cubicBezTo>
                  <a:cubicBezTo>
                    <a:pt x="548" y="12"/>
                    <a:pt x="524" y="0"/>
                    <a:pt x="48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5"/>
            <p:cNvSpPr/>
            <p:nvPr/>
          </p:nvSpPr>
          <p:spPr>
            <a:xfrm>
              <a:off x="1400175" y="1494100"/>
              <a:ext cx="32750" cy="31300"/>
            </a:xfrm>
            <a:custGeom>
              <a:avLst/>
              <a:gdLst/>
              <a:ahLst/>
              <a:cxnLst/>
              <a:rect l="l" t="t" r="r" b="b"/>
              <a:pathLst>
                <a:path w="1310" h="1252" extrusionOk="0">
                  <a:moveTo>
                    <a:pt x="646" y="0"/>
                  </a:moveTo>
                  <a:cubicBezTo>
                    <a:pt x="553" y="0"/>
                    <a:pt x="458" y="22"/>
                    <a:pt x="369" y="70"/>
                  </a:cubicBezTo>
                  <a:cubicBezTo>
                    <a:pt x="286" y="118"/>
                    <a:pt x="202" y="178"/>
                    <a:pt x="143" y="249"/>
                  </a:cubicBezTo>
                  <a:cubicBezTo>
                    <a:pt x="83" y="321"/>
                    <a:pt x="48" y="416"/>
                    <a:pt x="24" y="499"/>
                  </a:cubicBezTo>
                  <a:cubicBezTo>
                    <a:pt x="0" y="642"/>
                    <a:pt x="12" y="773"/>
                    <a:pt x="83" y="904"/>
                  </a:cubicBezTo>
                  <a:cubicBezTo>
                    <a:pt x="193" y="1123"/>
                    <a:pt x="414" y="1252"/>
                    <a:pt x="644" y="1252"/>
                  </a:cubicBezTo>
                  <a:cubicBezTo>
                    <a:pt x="664" y="1252"/>
                    <a:pt x="683" y="1251"/>
                    <a:pt x="702" y="1249"/>
                  </a:cubicBezTo>
                  <a:cubicBezTo>
                    <a:pt x="774" y="1249"/>
                    <a:pt x="845" y="1213"/>
                    <a:pt x="917" y="1190"/>
                  </a:cubicBezTo>
                  <a:cubicBezTo>
                    <a:pt x="929" y="1194"/>
                    <a:pt x="938" y="1195"/>
                    <a:pt x="945" y="1195"/>
                  </a:cubicBezTo>
                  <a:cubicBezTo>
                    <a:pt x="960" y="1195"/>
                    <a:pt x="968" y="1190"/>
                    <a:pt x="976" y="1190"/>
                  </a:cubicBezTo>
                  <a:cubicBezTo>
                    <a:pt x="1155" y="1083"/>
                    <a:pt x="1274" y="904"/>
                    <a:pt x="1298" y="702"/>
                  </a:cubicBezTo>
                  <a:cubicBezTo>
                    <a:pt x="1310" y="606"/>
                    <a:pt x="1298" y="499"/>
                    <a:pt x="1250" y="416"/>
                  </a:cubicBezTo>
                  <a:cubicBezTo>
                    <a:pt x="1250" y="404"/>
                    <a:pt x="1226" y="392"/>
                    <a:pt x="1214" y="356"/>
                  </a:cubicBezTo>
                  <a:cubicBezTo>
                    <a:pt x="1096" y="136"/>
                    <a:pt x="875" y="0"/>
                    <a:pt x="64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6" name="Google Shape;456;p5"/>
          <p:cNvGrpSpPr/>
          <p:nvPr/>
        </p:nvGrpSpPr>
        <p:grpSpPr>
          <a:xfrm rot="10800000">
            <a:off x="7698175" y="2616294"/>
            <a:ext cx="1451646" cy="2527204"/>
            <a:chOff x="1083450" y="1318750"/>
            <a:chExt cx="624525" cy="1087250"/>
          </a:xfrm>
        </p:grpSpPr>
        <p:sp>
          <p:nvSpPr>
            <p:cNvPr id="457" name="Google Shape;457;p5"/>
            <p:cNvSpPr/>
            <p:nvPr/>
          </p:nvSpPr>
          <p:spPr>
            <a:xfrm>
              <a:off x="1083450" y="2340600"/>
              <a:ext cx="215525" cy="50325"/>
            </a:xfrm>
            <a:custGeom>
              <a:avLst/>
              <a:gdLst/>
              <a:ahLst/>
              <a:cxnLst/>
              <a:rect l="l" t="t" r="r" b="b"/>
              <a:pathLst>
                <a:path w="8621" h="2013" extrusionOk="0">
                  <a:moveTo>
                    <a:pt x="1" y="0"/>
                  </a:moveTo>
                  <a:lnTo>
                    <a:pt x="1" y="286"/>
                  </a:lnTo>
                  <a:lnTo>
                    <a:pt x="8561" y="2012"/>
                  </a:lnTo>
                  <a:cubicBezTo>
                    <a:pt x="8561" y="1917"/>
                    <a:pt x="8573" y="1834"/>
                    <a:pt x="8621" y="173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5"/>
            <p:cNvSpPr/>
            <p:nvPr/>
          </p:nvSpPr>
          <p:spPr>
            <a:xfrm>
              <a:off x="1083450" y="21304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5"/>
            <p:cNvSpPr/>
            <p:nvPr/>
          </p:nvSpPr>
          <p:spPr>
            <a:xfrm>
              <a:off x="1083450" y="1806900"/>
              <a:ext cx="20275" cy="7475"/>
            </a:xfrm>
            <a:custGeom>
              <a:avLst/>
              <a:gdLst/>
              <a:ahLst/>
              <a:cxnLst/>
              <a:rect l="l" t="t" r="r" b="b"/>
              <a:pathLst>
                <a:path w="811" h="299" extrusionOk="0">
                  <a:moveTo>
                    <a:pt x="703" y="0"/>
                  </a:moveTo>
                  <a:lnTo>
                    <a:pt x="1" y="24"/>
                  </a:lnTo>
                  <a:lnTo>
                    <a:pt x="1" y="298"/>
                  </a:lnTo>
                  <a:lnTo>
                    <a:pt x="810" y="274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5"/>
            <p:cNvSpPr/>
            <p:nvPr/>
          </p:nvSpPr>
          <p:spPr>
            <a:xfrm>
              <a:off x="1108150" y="1802425"/>
              <a:ext cx="180125" cy="11350"/>
            </a:xfrm>
            <a:custGeom>
              <a:avLst/>
              <a:gdLst/>
              <a:ahLst/>
              <a:cxnLst/>
              <a:rect l="l" t="t" r="r" b="b"/>
              <a:pathLst>
                <a:path w="7205" h="454" extrusionOk="0">
                  <a:moveTo>
                    <a:pt x="7204" y="1"/>
                  </a:moveTo>
                  <a:lnTo>
                    <a:pt x="1" y="179"/>
                  </a:lnTo>
                  <a:lnTo>
                    <a:pt x="96" y="453"/>
                  </a:lnTo>
                  <a:lnTo>
                    <a:pt x="7204" y="275"/>
                  </a:lnTo>
                  <a:cubicBezTo>
                    <a:pt x="7180" y="179"/>
                    <a:pt x="7180" y="96"/>
                    <a:pt x="720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5"/>
            <p:cNvSpPr/>
            <p:nvPr/>
          </p:nvSpPr>
          <p:spPr>
            <a:xfrm>
              <a:off x="1194475" y="2040550"/>
              <a:ext cx="2425" cy="3600"/>
            </a:xfrm>
            <a:custGeom>
              <a:avLst/>
              <a:gdLst/>
              <a:ahLst/>
              <a:cxnLst/>
              <a:rect l="l" t="t" r="r" b="b"/>
              <a:pathLst>
                <a:path w="97" h="144" extrusionOk="0">
                  <a:moveTo>
                    <a:pt x="84" y="1"/>
                  </a:moveTo>
                  <a:lnTo>
                    <a:pt x="1" y="48"/>
                  </a:lnTo>
                  <a:lnTo>
                    <a:pt x="25" y="144"/>
                  </a:lnTo>
                  <a:cubicBezTo>
                    <a:pt x="72" y="108"/>
                    <a:pt x="96" y="48"/>
                    <a:pt x="8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5"/>
            <p:cNvSpPr/>
            <p:nvPr/>
          </p:nvSpPr>
          <p:spPr>
            <a:xfrm>
              <a:off x="1083450" y="1741425"/>
              <a:ext cx="98250" cy="261650"/>
            </a:xfrm>
            <a:custGeom>
              <a:avLst/>
              <a:gdLst/>
              <a:ahLst/>
              <a:cxnLst/>
              <a:rect l="l" t="t" r="r" b="b"/>
              <a:pathLst>
                <a:path w="3930" h="10466" extrusionOk="0">
                  <a:moveTo>
                    <a:pt x="1" y="0"/>
                  </a:moveTo>
                  <a:lnTo>
                    <a:pt x="1" y="774"/>
                  </a:lnTo>
                  <a:lnTo>
                    <a:pt x="703" y="2619"/>
                  </a:lnTo>
                  <a:lnTo>
                    <a:pt x="810" y="2893"/>
                  </a:lnTo>
                  <a:lnTo>
                    <a:pt x="3668" y="10466"/>
                  </a:lnTo>
                  <a:cubicBezTo>
                    <a:pt x="3751" y="10418"/>
                    <a:pt x="3835" y="10394"/>
                    <a:pt x="3930" y="10394"/>
                  </a:cubicBezTo>
                  <a:lnTo>
                    <a:pt x="1084" y="2893"/>
                  </a:lnTo>
                  <a:lnTo>
                    <a:pt x="989" y="261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5"/>
            <p:cNvSpPr/>
            <p:nvPr/>
          </p:nvSpPr>
          <p:spPr>
            <a:xfrm>
              <a:off x="1113525" y="2178975"/>
              <a:ext cx="193200" cy="201825"/>
            </a:xfrm>
            <a:custGeom>
              <a:avLst/>
              <a:gdLst/>
              <a:ahLst/>
              <a:cxnLst/>
              <a:rect l="l" t="t" r="r" b="b"/>
              <a:pathLst>
                <a:path w="7728" h="8073" extrusionOk="0">
                  <a:moveTo>
                    <a:pt x="203" y="0"/>
                  </a:moveTo>
                  <a:cubicBezTo>
                    <a:pt x="143" y="84"/>
                    <a:pt x="84" y="131"/>
                    <a:pt x="0" y="179"/>
                  </a:cubicBezTo>
                  <a:lnTo>
                    <a:pt x="7501" y="8073"/>
                  </a:lnTo>
                  <a:cubicBezTo>
                    <a:pt x="7549" y="8013"/>
                    <a:pt x="7608" y="7954"/>
                    <a:pt x="7704" y="7918"/>
                  </a:cubicBezTo>
                  <a:cubicBezTo>
                    <a:pt x="7716" y="7918"/>
                    <a:pt x="7716" y="7918"/>
                    <a:pt x="7727" y="7906"/>
                  </a:cubicBezTo>
                  <a:lnTo>
                    <a:pt x="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5"/>
            <p:cNvSpPr/>
            <p:nvPr/>
          </p:nvSpPr>
          <p:spPr>
            <a:xfrm>
              <a:off x="1187625" y="2041750"/>
              <a:ext cx="121175" cy="334600"/>
            </a:xfrm>
            <a:custGeom>
              <a:avLst/>
              <a:gdLst/>
              <a:ahLst/>
              <a:cxnLst/>
              <a:rect l="l" t="t" r="r" b="b"/>
              <a:pathLst>
                <a:path w="4847" h="13384" extrusionOk="0">
                  <a:moveTo>
                    <a:pt x="275" y="0"/>
                  </a:moveTo>
                  <a:lnTo>
                    <a:pt x="275" y="0"/>
                  </a:lnTo>
                  <a:cubicBezTo>
                    <a:pt x="180" y="48"/>
                    <a:pt x="96" y="72"/>
                    <a:pt x="1" y="72"/>
                  </a:cubicBezTo>
                  <a:lnTo>
                    <a:pt x="4752" y="13383"/>
                  </a:lnTo>
                  <a:cubicBezTo>
                    <a:pt x="4775" y="13371"/>
                    <a:pt x="4823" y="13347"/>
                    <a:pt x="4847" y="13335"/>
                  </a:cubicBezTo>
                  <a:lnTo>
                    <a:pt x="4835" y="12847"/>
                  </a:lnTo>
                  <a:lnTo>
                    <a:pt x="263" y="72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5"/>
            <p:cNvSpPr/>
            <p:nvPr/>
          </p:nvSpPr>
          <p:spPr>
            <a:xfrm>
              <a:off x="1188525" y="1816725"/>
              <a:ext cx="109275" cy="186650"/>
            </a:xfrm>
            <a:custGeom>
              <a:avLst/>
              <a:gdLst/>
              <a:ahLst/>
              <a:cxnLst/>
              <a:rect l="l" t="t" r="r" b="b"/>
              <a:pathLst>
                <a:path w="4371" h="7466" extrusionOk="0">
                  <a:moveTo>
                    <a:pt x="4144" y="0"/>
                  </a:moveTo>
                  <a:lnTo>
                    <a:pt x="1" y="7382"/>
                  </a:lnTo>
                  <a:cubicBezTo>
                    <a:pt x="84" y="7394"/>
                    <a:pt x="179" y="7430"/>
                    <a:pt x="251" y="7466"/>
                  </a:cubicBezTo>
                  <a:lnTo>
                    <a:pt x="4370" y="143"/>
                  </a:lnTo>
                  <a:cubicBezTo>
                    <a:pt x="4287" y="119"/>
                    <a:pt x="4204" y="72"/>
                    <a:pt x="414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5"/>
            <p:cNvSpPr/>
            <p:nvPr/>
          </p:nvSpPr>
          <p:spPr>
            <a:xfrm>
              <a:off x="1113225" y="2036700"/>
              <a:ext cx="60750" cy="102100"/>
            </a:xfrm>
            <a:custGeom>
              <a:avLst/>
              <a:gdLst/>
              <a:ahLst/>
              <a:cxnLst/>
              <a:rect l="l" t="t" r="r" b="b"/>
              <a:pathLst>
                <a:path w="2430" h="4084" extrusionOk="0">
                  <a:moveTo>
                    <a:pt x="2215" y="0"/>
                  </a:moveTo>
                  <a:lnTo>
                    <a:pt x="0" y="3893"/>
                  </a:lnTo>
                  <a:cubicBezTo>
                    <a:pt x="72" y="3953"/>
                    <a:pt x="155" y="4012"/>
                    <a:pt x="215" y="4084"/>
                  </a:cubicBezTo>
                  <a:lnTo>
                    <a:pt x="2429" y="179"/>
                  </a:lnTo>
                  <a:cubicBezTo>
                    <a:pt x="2358" y="131"/>
                    <a:pt x="2274" y="72"/>
                    <a:pt x="221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5"/>
            <p:cNvSpPr/>
            <p:nvPr/>
          </p:nvSpPr>
          <p:spPr>
            <a:xfrm>
              <a:off x="1299250" y="1820900"/>
              <a:ext cx="16700" cy="554550"/>
            </a:xfrm>
            <a:custGeom>
              <a:avLst/>
              <a:gdLst/>
              <a:ahLst/>
              <a:cxnLst/>
              <a:rect l="l" t="t" r="r" b="b"/>
              <a:pathLst>
                <a:path w="668" h="22182" extrusionOk="0">
                  <a:moveTo>
                    <a:pt x="1" y="0"/>
                  </a:moveTo>
                  <a:lnTo>
                    <a:pt x="394" y="21693"/>
                  </a:lnTo>
                  <a:lnTo>
                    <a:pt x="406" y="22181"/>
                  </a:lnTo>
                  <a:cubicBezTo>
                    <a:pt x="447" y="22175"/>
                    <a:pt x="492" y="22172"/>
                    <a:pt x="537" y="22172"/>
                  </a:cubicBezTo>
                  <a:cubicBezTo>
                    <a:pt x="581" y="22172"/>
                    <a:pt x="626" y="22175"/>
                    <a:pt x="668" y="22181"/>
                  </a:cubicBezTo>
                  <a:lnTo>
                    <a:pt x="275" y="12"/>
                  </a:lnTo>
                  <a:cubicBezTo>
                    <a:pt x="235" y="17"/>
                    <a:pt x="198" y="20"/>
                    <a:pt x="161" y="20"/>
                  </a:cubicBezTo>
                  <a:cubicBezTo>
                    <a:pt x="108" y="20"/>
                    <a:pt x="57" y="14"/>
                    <a:pt x="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5"/>
            <p:cNvSpPr/>
            <p:nvPr/>
          </p:nvSpPr>
          <p:spPr>
            <a:xfrm>
              <a:off x="1293600" y="1501500"/>
              <a:ext cx="11925" cy="289650"/>
            </a:xfrm>
            <a:custGeom>
              <a:avLst/>
              <a:gdLst/>
              <a:ahLst/>
              <a:cxnLst/>
              <a:rect l="l" t="t" r="r" b="b"/>
              <a:pathLst>
                <a:path w="477" h="11586" extrusionOk="0">
                  <a:moveTo>
                    <a:pt x="1" y="1"/>
                  </a:moveTo>
                  <a:lnTo>
                    <a:pt x="215" y="11585"/>
                  </a:lnTo>
                  <a:cubicBezTo>
                    <a:pt x="268" y="11563"/>
                    <a:pt x="325" y="11555"/>
                    <a:pt x="382" y="11555"/>
                  </a:cubicBezTo>
                  <a:cubicBezTo>
                    <a:pt x="414" y="11555"/>
                    <a:pt x="446" y="11557"/>
                    <a:pt x="477" y="11562"/>
                  </a:cubicBezTo>
                  <a:lnTo>
                    <a:pt x="274" y="36"/>
                  </a:lnTo>
                  <a:cubicBezTo>
                    <a:pt x="239" y="36"/>
                    <a:pt x="215" y="48"/>
                    <a:pt x="179" y="48"/>
                  </a:cubicBezTo>
                  <a:cubicBezTo>
                    <a:pt x="120" y="36"/>
                    <a:pt x="60" y="36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5"/>
            <p:cNvSpPr/>
            <p:nvPr/>
          </p:nvSpPr>
          <p:spPr>
            <a:xfrm>
              <a:off x="1418325" y="1523825"/>
              <a:ext cx="47050" cy="166425"/>
            </a:xfrm>
            <a:custGeom>
              <a:avLst/>
              <a:gdLst/>
              <a:ahLst/>
              <a:cxnLst/>
              <a:rect l="l" t="t" r="r" b="b"/>
              <a:pathLst>
                <a:path w="1882" h="6657" extrusionOk="0">
                  <a:moveTo>
                    <a:pt x="250" y="1"/>
                  </a:moveTo>
                  <a:cubicBezTo>
                    <a:pt x="238" y="1"/>
                    <a:pt x="227" y="13"/>
                    <a:pt x="227" y="13"/>
                  </a:cubicBezTo>
                  <a:cubicBezTo>
                    <a:pt x="155" y="48"/>
                    <a:pt x="72" y="72"/>
                    <a:pt x="0" y="72"/>
                  </a:cubicBezTo>
                  <a:lnTo>
                    <a:pt x="1608" y="6656"/>
                  </a:lnTo>
                  <a:cubicBezTo>
                    <a:pt x="1703" y="6621"/>
                    <a:pt x="1786" y="6597"/>
                    <a:pt x="1881" y="6597"/>
                  </a:cubicBezTo>
                  <a:lnTo>
                    <a:pt x="25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5"/>
            <p:cNvSpPr/>
            <p:nvPr/>
          </p:nvSpPr>
          <p:spPr>
            <a:xfrm>
              <a:off x="1083450" y="1458350"/>
              <a:ext cx="203625" cy="33050"/>
            </a:xfrm>
            <a:custGeom>
              <a:avLst/>
              <a:gdLst/>
              <a:ahLst/>
              <a:cxnLst/>
              <a:rect l="l" t="t" r="r" b="b"/>
              <a:pathLst>
                <a:path w="8145" h="1322" extrusionOk="0">
                  <a:moveTo>
                    <a:pt x="1" y="0"/>
                  </a:moveTo>
                  <a:lnTo>
                    <a:pt x="1" y="286"/>
                  </a:lnTo>
                  <a:lnTo>
                    <a:pt x="8097" y="1322"/>
                  </a:lnTo>
                  <a:lnTo>
                    <a:pt x="8097" y="1298"/>
                  </a:lnTo>
                  <a:cubicBezTo>
                    <a:pt x="8085" y="1191"/>
                    <a:pt x="8109" y="1108"/>
                    <a:pt x="8145" y="104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5"/>
            <p:cNvSpPr/>
            <p:nvPr/>
          </p:nvSpPr>
          <p:spPr>
            <a:xfrm>
              <a:off x="1291825" y="1342550"/>
              <a:ext cx="8050" cy="136050"/>
            </a:xfrm>
            <a:custGeom>
              <a:avLst/>
              <a:gdLst/>
              <a:ahLst/>
              <a:cxnLst/>
              <a:rect l="l" t="t" r="r" b="b"/>
              <a:pathLst>
                <a:path w="322" h="5442" extrusionOk="0">
                  <a:moveTo>
                    <a:pt x="0" y="1"/>
                  </a:moveTo>
                  <a:lnTo>
                    <a:pt x="60" y="5442"/>
                  </a:lnTo>
                  <a:cubicBezTo>
                    <a:pt x="119" y="5406"/>
                    <a:pt x="179" y="5406"/>
                    <a:pt x="238" y="5406"/>
                  </a:cubicBezTo>
                  <a:cubicBezTo>
                    <a:pt x="274" y="5406"/>
                    <a:pt x="298" y="5406"/>
                    <a:pt x="322" y="5418"/>
                  </a:cubicBezTo>
                  <a:lnTo>
                    <a:pt x="274" y="96"/>
                  </a:lnTo>
                  <a:cubicBezTo>
                    <a:pt x="179" y="72"/>
                    <a:pt x="72" y="48"/>
                    <a:pt x="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5"/>
            <p:cNvSpPr/>
            <p:nvPr/>
          </p:nvSpPr>
          <p:spPr>
            <a:xfrm>
              <a:off x="1688000" y="1544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5"/>
            <p:cNvSpPr/>
            <p:nvPr/>
          </p:nvSpPr>
          <p:spPr>
            <a:xfrm>
              <a:off x="1309675" y="1487525"/>
              <a:ext cx="94675" cy="19650"/>
            </a:xfrm>
            <a:custGeom>
              <a:avLst/>
              <a:gdLst/>
              <a:ahLst/>
              <a:cxnLst/>
              <a:rect l="l" t="t" r="r" b="b"/>
              <a:pathLst>
                <a:path w="3787" h="786" extrusionOk="0">
                  <a:moveTo>
                    <a:pt x="12" y="0"/>
                  </a:moveTo>
                  <a:cubicBezTo>
                    <a:pt x="36" y="24"/>
                    <a:pt x="36" y="72"/>
                    <a:pt x="36" y="95"/>
                  </a:cubicBezTo>
                  <a:cubicBezTo>
                    <a:pt x="36" y="155"/>
                    <a:pt x="12" y="214"/>
                    <a:pt x="1" y="262"/>
                  </a:cubicBezTo>
                  <a:lnTo>
                    <a:pt x="3668" y="786"/>
                  </a:lnTo>
                  <a:cubicBezTo>
                    <a:pt x="3680" y="691"/>
                    <a:pt x="3727" y="607"/>
                    <a:pt x="3787" y="536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5"/>
            <p:cNvSpPr/>
            <p:nvPr/>
          </p:nvSpPr>
          <p:spPr>
            <a:xfrm>
              <a:off x="1687700" y="15458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5"/>
            <p:cNvSpPr/>
            <p:nvPr/>
          </p:nvSpPr>
          <p:spPr>
            <a:xfrm>
              <a:off x="1430825" y="1504475"/>
              <a:ext cx="247675" cy="41700"/>
            </a:xfrm>
            <a:custGeom>
              <a:avLst/>
              <a:gdLst/>
              <a:ahLst/>
              <a:cxnLst/>
              <a:rect l="l" t="t" r="r" b="b"/>
              <a:pathLst>
                <a:path w="9907" h="1668" extrusionOk="0">
                  <a:moveTo>
                    <a:pt x="0" y="1"/>
                  </a:moveTo>
                  <a:lnTo>
                    <a:pt x="0" y="1"/>
                  </a:lnTo>
                  <a:cubicBezTo>
                    <a:pt x="48" y="108"/>
                    <a:pt x="72" y="191"/>
                    <a:pt x="48" y="287"/>
                  </a:cubicBezTo>
                  <a:lnTo>
                    <a:pt x="9799" y="1668"/>
                  </a:lnTo>
                  <a:lnTo>
                    <a:pt x="9906" y="1596"/>
                  </a:lnTo>
                  <a:lnTo>
                    <a:pt x="9478" y="13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5"/>
            <p:cNvSpPr/>
            <p:nvPr/>
          </p:nvSpPr>
          <p:spPr>
            <a:xfrm>
              <a:off x="1687100" y="15464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1" y="24"/>
                  </a:moveTo>
                  <a:lnTo>
                    <a:pt x="1" y="24"/>
                  </a:lnTo>
                  <a:cubicBezTo>
                    <a:pt x="1" y="1"/>
                    <a:pt x="1" y="24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5"/>
            <p:cNvSpPr/>
            <p:nvPr/>
          </p:nvSpPr>
          <p:spPr>
            <a:xfrm>
              <a:off x="1687700" y="1545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5"/>
            <p:cNvSpPr/>
            <p:nvPr/>
          </p:nvSpPr>
          <p:spPr>
            <a:xfrm>
              <a:off x="1476075" y="1544675"/>
              <a:ext cx="211050" cy="154800"/>
            </a:xfrm>
            <a:custGeom>
              <a:avLst/>
              <a:gdLst/>
              <a:ahLst/>
              <a:cxnLst/>
              <a:rect l="l" t="t" r="r" b="b"/>
              <a:pathLst>
                <a:path w="8442" h="6192" extrusionOk="0">
                  <a:moveTo>
                    <a:pt x="8096" y="0"/>
                  </a:moveTo>
                  <a:lnTo>
                    <a:pt x="7989" y="72"/>
                  </a:lnTo>
                  <a:lnTo>
                    <a:pt x="0" y="5965"/>
                  </a:lnTo>
                  <a:cubicBezTo>
                    <a:pt x="60" y="6025"/>
                    <a:pt x="119" y="6084"/>
                    <a:pt x="143" y="6179"/>
                  </a:cubicBezTo>
                  <a:cubicBezTo>
                    <a:pt x="143" y="6179"/>
                    <a:pt x="143" y="6191"/>
                    <a:pt x="155" y="6191"/>
                  </a:cubicBezTo>
                  <a:lnTo>
                    <a:pt x="8442" y="95"/>
                  </a:lnTo>
                  <a:lnTo>
                    <a:pt x="8442" y="95"/>
                  </a:lnTo>
                  <a:cubicBezTo>
                    <a:pt x="8418" y="107"/>
                    <a:pt x="8418" y="107"/>
                    <a:pt x="8406" y="107"/>
                  </a:cubicBezTo>
                  <a:lnTo>
                    <a:pt x="8394" y="107"/>
                  </a:lnTo>
                  <a:cubicBezTo>
                    <a:pt x="8370" y="107"/>
                    <a:pt x="8358" y="119"/>
                    <a:pt x="8346" y="119"/>
                  </a:cubicBezTo>
                  <a:lnTo>
                    <a:pt x="8299" y="119"/>
                  </a:lnTo>
                  <a:cubicBezTo>
                    <a:pt x="8287" y="119"/>
                    <a:pt x="8287" y="119"/>
                    <a:pt x="8275" y="107"/>
                  </a:cubicBezTo>
                  <a:lnTo>
                    <a:pt x="809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5"/>
            <p:cNvSpPr/>
            <p:nvPr/>
          </p:nvSpPr>
          <p:spPr>
            <a:xfrm>
              <a:off x="1688000" y="15446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2"/>
                  </a:moveTo>
                  <a:cubicBezTo>
                    <a:pt x="0" y="12"/>
                    <a:pt x="0" y="0"/>
                    <a:pt x="0" y="12"/>
                  </a:cubicBezTo>
                  <a:cubicBezTo>
                    <a:pt x="0" y="0"/>
                    <a:pt x="0" y="0"/>
                    <a:pt x="0" y="12"/>
                  </a:cubicBezTo>
                  <a:cubicBezTo>
                    <a:pt x="0" y="0"/>
                    <a:pt x="0" y="0"/>
                    <a:pt x="0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5"/>
            <p:cNvSpPr/>
            <p:nvPr/>
          </p:nvSpPr>
          <p:spPr>
            <a:xfrm>
              <a:off x="1681750" y="1319350"/>
              <a:ext cx="26225" cy="225050"/>
            </a:xfrm>
            <a:custGeom>
              <a:avLst/>
              <a:gdLst/>
              <a:ahLst/>
              <a:cxnLst/>
              <a:rect l="l" t="t" r="r" b="b"/>
              <a:pathLst>
                <a:path w="1049" h="9002" extrusionOk="0">
                  <a:moveTo>
                    <a:pt x="750" y="0"/>
                  </a:moveTo>
                  <a:lnTo>
                    <a:pt x="0" y="8763"/>
                  </a:lnTo>
                  <a:lnTo>
                    <a:pt x="191" y="8870"/>
                  </a:lnTo>
                  <a:cubicBezTo>
                    <a:pt x="238" y="8894"/>
                    <a:pt x="274" y="8942"/>
                    <a:pt x="274" y="9001"/>
                  </a:cubicBezTo>
                  <a:lnTo>
                    <a:pt x="104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5"/>
            <p:cNvSpPr/>
            <p:nvPr/>
          </p:nvSpPr>
          <p:spPr>
            <a:xfrm>
              <a:off x="1687100" y="15464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1" y="24"/>
                  </a:moveTo>
                  <a:cubicBezTo>
                    <a:pt x="1" y="24"/>
                    <a:pt x="1" y="1"/>
                    <a:pt x="1" y="24"/>
                  </a:cubicBezTo>
                  <a:cubicBezTo>
                    <a:pt x="1" y="1"/>
                    <a:pt x="1" y="1"/>
                    <a:pt x="1" y="24"/>
                  </a:cubicBezTo>
                  <a:cubicBezTo>
                    <a:pt x="1" y="1"/>
                    <a:pt x="1" y="1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5"/>
            <p:cNvSpPr/>
            <p:nvPr/>
          </p:nvSpPr>
          <p:spPr>
            <a:xfrm>
              <a:off x="1684125" y="15476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lnTo>
                    <a:pt x="1" y="0"/>
                  </a:lnTo>
                  <a:lnTo>
                    <a:pt x="24" y="0"/>
                  </a:lnTo>
                  <a:cubicBezTo>
                    <a:pt x="12" y="0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5"/>
            <p:cNvSpPr/>
            <p:nvPr/>
          </p:nvSpPr>
          <p:spPr>
            <a:xfrm>
              <a:off x="1687700" y="15455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13"/>
                  </a:lnTo>
                  <a:lnTo>
                    <a:pt x="0" y="13"/>
                  </a:lnTo>
                  <a:cubicBezTo>
                    <a:pt x="0" y="1"/>
                    <a:pt x="0" y="1"/>
                    <a:pt x="0" y="13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5"/>
            <p:cNvSpPr/>
            <p:nvPr/>
          </p:nvSpPr>
          <p:spPr>
            <a:xfrm>
              <a:off x="1684725" y="15476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5"/>
            <p:cNvSpPr/>
            <p:nvPr/>
          </p:nvSpPr>
          <p:spPr>
            <a:xfrm>
              <a:off x="1323375" y="1333625"/>
              <a:ext cx="364650" cy="214350"/>
            </a:xfrm>
            <a:custGeom>
              <a:avLst/>
              <a:gdLst/>
              <a:ahLst/>
              <a:cxnLst/>
              <a:rect l="l" t="t" r="r" b="b"/>
              <a:pathLst>
                <a:path w="14586" h="8574" extrusionOk="0">
                  <a:moveTo>
                    <a:pt x="203" y="1"/>
                  </a:moveTo>
                  <a:cubicBezTo>
                    <a:pt x="143" y="84"/>
                    <a:pt x="84" y="155"/>
                    <a:pt x="0" y="215"/>
                  </a:cubicBezTo>
                  <a:lnTo>
                    <a:pt x="13752" y="8204"/>
                  </a:lnTo>
                  <a:lnTo>
                    <a:pt x="14192" y="8454"/>
                  </a:lnTo>
                  <a:lnTo>
                    <a:pt x="14371" y="8561"/>
                  </a:lnTo>
                  <a:cubicBezTo>
                    <a:pt x="14383" y="8561"/>
                    <a:pt x="14383" y="8573"/>
                    <a:pt x="14395" y="8573"/>
                  </a:cubicBezTo>
                  <a:lnTo>
                    <a:pt x="14442" y="8573"/>
                  </a:lnTo>
                  <a:cubicBezTo>
                    <a:pt x="14454" y="8573"/>
                    <a:pt x="14466" y="8573"/>
                    <a:pt x="14490" y="8561"/>
                  </a:cubicBezTo>
                  <a:lnTo>
                    <a:pt x="14502" y="8561"/>
                  </a:lnTo>
                  <a:cubicBezTo>
                    <a:pt x="14514" y="8561"/>
                    <a:pt x="14514" y="8549"/>
                    <a:pt x="14526" y="8549"/>
                  </a:cubicBezTo>
                  <a:cubicBezTo>
                    <a:pt x="14550" y="8537"/>
                    <a:pt x="14550" y="8537"/>
                    <a:pt x="14550" y="8514"/>
                  </a:cubicBezTo>
                  <a:lnTo>
                    <a:pt x="14550" y="8502"/>
                  </a:lnTo>
                  <a:lnTo>
                    <a:pt x="14550" y="8490"/>
                  </a:lnTo>
                  <a:lnTo>
                    <a:pt x="14550" y="8478"/>
                  </a:lnTo>
                  <a:cubicBezTo>
                    <a:pt x="14585" y="8383"/>
                    <a:pt x="14573" y="8335"/>
                    <a:pt x="14514" y="8311"/>
                  </a:cubicBezTo>
                  <a:lnTo>
                    <a:pt x="14323" y="820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5"/>
            <p:cNvSpPr/>
            <p:nvPr/>
          </p:nvSpPr>
          <p:spPr>
            <a:xfrm>
              <a:off x="1273950" y="1318750"/>
              <a:ext cx="60750" cy="26600"/>
            </a:xfrm>
            <a:custGeom>
              <a:avLst/>
              <a:gdLst/>
              <a:ahLst/>
              <a:cxnLst/>
              <a:rect l="l" t="t" r="r" b="b"/>
              <a:pathLst>
                <a:path w="2430" h="1064" extrusionOk="0">
                  <a:moveTo>
                    <a:pt x="1" y="0"/>
                  </a:moveTo>
                  <a:cubicBezTo>
                    <a:pt x="13" y="119"/>
                    <a:pt x="60" y="250"/>
                    <a:pt x="120" y="369"/>
                  </a:cubicBezTo>
                  <a:cubicBezTo>
                    <a:pt x="251" y="643"/>
                    <a:pt x="465" y="834"/>
                    <a:pt x="715" y="953"/>
                  </a:cubicBezTo>
                  <a:cubicBezTo>
                    <a:pt x="810" y="1000"/>
                    <a:pt x="894" y="1012"/>
                    <a:pt x="989" y="1048"/>
                  </a:cubicBezTo>
                  <a:cubicBezTo>
                    <a:pt x="1062" y="1058"/>
                    <a:pt x="1135" y="1063"/>
                    <a:pt x="1209" y="1063"/>
                  </a:cubicBezTo>
                  <a:cubicBezTo>
                    <a:pt x="1401" y="1063"/>
                    <a:pt x="1594" y="1027"/>
                    <a:pt x="1775" y="941"/>
                  </a:cubicBezTo>
                  <a:cubicBezTo>
                    <a:pt x="1858" y="893"/>
                    <a:pt x="1941" y="858"/>
                    <a:pt x="2001" y="786"/>
                  </a:cubicBezTo>
                  <a:cubicBezTo>
                    <a:pt x="2072" y="727"/>
                    <a:pt x="2132" y="655"/>
                    <a:pt x="2192" y="584"/>
                  </a:cubicBezTo>
                  <a:cubicBezTo>
                    <a:pt x="2322" y="417"/>
                    <a:pt x="2394" y="215"/>
                    <a:pt x="2430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5"/>
            <p:cNvSpPr/>
            <p:nvPr/>
          </p:nvSpPr>
          <p:spPr>
            <a:xfrm>
              <a:off x="1159350" y="2001350"/>
              <a:ext cx="50050" cy="42850"/>
            </a:xfrm>
            <a:custGeom>
              <a:avLst/>
              <a:gdLst/>
              <a:ahLst/>
              <a:cxnLst/>
              <a:rect l="l" t="t" r="r" b="b"/>
              <a:pathLst>
                <a:path w="2002" h="1714" extrusionOk="0">
                  <a:moveTo>
                    <a:pt x="1013" y="0"/>
                  </a:moveTo>
                  <a:cubicBezTo>
                    <a:pt x="968" y="0"/>
                    <a:pt x="924" y="3"/>
                    <a:pt x="882" y="9"/>
                  </a:cubicBezTo>
                  <a:cubicBezTo>
                    <a:pt x="787" y="21"/>
                    <a:pt x="703" y="57"/>
                    <a:pt x="608" y="81"/>
                  </a:cubicBezTo>
                  <a:cubicBezTo>
                    <a:pt x="179" y="295"/>
                    <a:pt x="1" y="807"/>
                    <a:pt x="227" y="1247"/>
                  </a:cubicBezTo>
                  <a:cubicBezTo>
                    <a:pt x="251" y="1307"/>
                    <a:pt x="299" y="1366"/>
                    <a:pt x="346" y="1426"/>
                  </a:cubicBezTo>
                  <a:cubicBezTo>
                    <a:pt x="406" y="1497"/>
                    <a:pt x="477" y="1557"/>
                    <a:pt x="549" y="1605"/>
                  </a:cubicBezTo>
                  <a:cubicBezTo>
                    <a:pt x="709" y="1669"/>
                    <a:pt x="898" y="1714"/>
                    <a:pt x="1072" y="1714"/>
                  </a:cubicBezTo>
                  <a:cubicBezTo>
                    <a:pt x="1092" y="1714"/>
                    <a:pt x="1112" y="1713"/>
                    <a:pt x="1132" y="1712"/>
                  </a:cubicBezTo>
                  <a:cubicBezTo>
                    <a:pt x="1227" y="1688"/>
                    <a:pt x="1311" y="1664"/>
                    <a:pt x="1406" y="1628"/>
                  </a:cubicBezTo>
                  <a:lnTo>
                    <a:pt x="1489" y="1593"/>
                  </a:lnTo>
                  <a:cubicBezTo>
                    <a:pt x="1846" y="1343"/>
                    <a:pt x="2001" y="878"/>
                    <a:pt x="1787" y="473"/>
                  </a:cubicBezTo>
                  <a:cubicBezTo>
                    <a:pt x="1703" y="307"/>
                    <a:pt x="1561" y="176"/>
                    <a:pt x="1418" y="104"/>
                  </a:cubicBezTo>
                  <a:cubicBezTo>
                    <a:pt x="1322" y="57"/>
                    <a:pt x="1239" y="21"/>
                    <a:pt x="1144" y="9"/>
                  </a:cubicBezTo>
                  <a:cubicBezTo>
                    <a:pt x="1102" y="3"/>
                    <a:pt x="1058" y="0"/>
                    <a:pt x="1013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5"/>
            <p:cNvSpPr/>
            <p:nvPr/>
          </p:nvSpPr>
          <p:spPr>
            <a:xfrm>
              <a:off x="1083450" y="2128475"/>
              <a:ext cx="44675" cy="61325"/>
            </a:xfrm>
            <a:custGeom>
              <a:avLst/>
              <a:gdLst/>
              <a:ahLst/>
              <a:cxnLst/>
              <a:rect l="l" t="t" r="r" b="b"/>
              <a:pathLst>
                <a:path w="1787" h="2453" extrusionOk="0">
                  <a:moveTo>
                    <a:pt x="465" y="1"/>
                  </a:moveTo>
                  <a:cubicBezTo>
                    <a:pt x="309" y="1"/>
                    <a:pt x="151" y="30"/>
                    <a:pt x="1" y="91"/>
                  </a:cubicBezTo>
                  <a:lnTo>
                    <a:pt x="1" y="2366"/>
                  </a:lnTo>
                  <a:cubicBezTo>
                    <a:pt x="148" y="2422"/>
                    <a:pt x="312" y="2452"/>
                    <a:pt x="479" y="2452"/>
                  </a:cubicBezTo>
                  <a:cubicBezTo>
                    <a:pt x="660" y="2452"/>
                    <a:pt x="845" y="2416"/>
                    <a:pt x="1013" y="2342"/>
                  </a:cubicBezTo>
                  <a:cubicBezTo>
                    <a:pt x="1072" y="2306"/>
                    <a:pt x="1144" y="2258"/>
                    <a:pt x="1203" y="2223"/>
                  </a:cubicBezTo>
                  <a:cubicBezTo>
                    <a:pt x="1263" y="2139"/>
                    <a:pt x="1346" y="2080"/>
                    <a:pt x="1406" y="2020"/>
                  </a:cubicBezTo>
                  <a:cubicBezTo>
                    <a:pt x="1715" y="1663"/>
                    <a:pt x="1787" y="1127"/>
                    <a:pt x="1560" y="687"/>
                  </a:cubicBezTo>
                  <a:cubicBezTo>
                    <a:pt x="1513" y="592"/>
                    <a:pt x="1465" y="508"/>
                    <a:pt x="1406" y="437"/>
                  </a:cubicBezTo>
                  <a:cubicBezTo>
                    <a:pt x="1346" y="353"/>
                    <a:pt x="1263" y="294"/>
                    <a:pt x="1191" y="234"/>
                  </a:cubicBezTo>
                  <a:cubicBezTo>
                    <a:pt x="989" y="84"/>
                    <a:pt x="730" y="1"/>
                    <a:pt x="46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5"/>
            <p:cNvSpPr/>
            <p:nvPr/>
          </p:nvSpPr>
          <p:spPr>
            <a:xfrm>
              <a:off x="1288250" y="1790575"/>
              <a:ext cx="32175" cy="31125"/>
            </a:xfrm>
            <a:custGeom>
              <a:avLst/>
              <a:gdLst/>
              <a:ahLst/>
              <a:cxnLst/>
              <a:rect l="l" t="t" r="r" b="b"/>
              <a:pathLst>
                <a:path w="1287" h="1245" extrusionOk="0">
                  <a:moveTo>
                    <a:pt x="577" y="1"/>
                  </a:moveTo>
                  <a:cubicBezTo>
                    <a:pt x="530" y="1"/>
                    <a:pt x="477" y="14"/>
                    <a:pt x="429" y="34"/>
                  </a:cubicBezTo>
                  <a:lnTo>
                    <a:pt x="334" y="82"/>
                  </a:lnTo>
                  <a:cubicBezTo>
                    <a:pt x="167" y="165"/>
                    <a:pt x="60" y="320"/>
                    <a:pt x="12" y="499"/>
                  </a:cubicBezTo>
                  <a:cubicBezTo>
                    <a:pt x="0" y="582"/>
                    <a:pt x="0" y="677"/>
                    <a:pt x="12" y="761"/>
                  </a:cubicBezTo>
                  <a:lnTo>
                    <a:pt x="60" y="892"/>
                  </a:lnTo>
                  <a:cubicBezTo>
                    <a:pt x="84" y="951"/>
                    <a:pt x="119" y="999"/>
                    <a:pt x="155" y="1058"/>
                  </a:cubicBezTo>
                  <a:cubicBezTo>
                    <a:pt x="215" y="1130"/>
                    <a:pt x="310" y="1177"/>
                    <a:pt x="381" y="1213"/>
                  </a:cubicBezTo>
                  <a:cubicBezTo>
                    <a:pt x="393" y="1213"/>
                    <a:pt x="417" y="1225"/>
                    <a:pt x="429" y="1225"/>
                  </a:cubicBezTo>
                  <a:cubicBezTo>
                    <a:pt x="478" y="1239"/>
                    <a:pt x="531" y="1245"/>
                    <a:pt x="583" y="1245"/>
                  </a:cubicBezTo>
                  <a:cubicBezTo>
                    <a:pt x="620" y="1245"/>
                    <a:pt x="656" y="1242"/>
                    <a:pt x="691" y="1237"/>
                  </a:cubicBezTo>
                  <a:cubicBezTo>
                    <a:pt x="750" y="1225"/>
                    <a:pt x="798" y="1213"/>
                    <a:pt x="858" y="1177"/>
                  </a:cubicBezTo>
                  <a:cubicBezTo>
                    <a:pt x="1167" y="1034"/>
                    <a:pt x="1286" y="653"/>
                    <a:pt x="1131" y="356"/>
                  </a:cubicBezTo>
                  <a:cubicBezTo>
                    <a:pt x="1036" y="165"/>
                    <a:pt x="858" y="46"/>
                    <a:pt x="667" y="22"/>
                  </a:cubicBezTo>
                  <a:cubicBezTo>
                    <a:pt x="642" y="7"/>
                    <a:pt x="611" y="1"/>
                    <a:pt x="57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5"/>
            <p:cNvSpPr/>
            <p:nvPr/>
          </p:nvSpPr>
          <p:spPr>
            <a:xfrm>
              <a:off x="1297475" y="2375200"/>
              <a:ext cx="32775" cy="30800"/>
            </a:xfrm>
            <a:custGeom>
              <a:avLst/>
              <a:gdLst/>
              <a:ahLst/>
              <a:cxnLst/>
              <a:rect l="l" t="t" r="r" b="b"/>
              <a:pathLst>
                <a:path w="1311" h="1232" extrusionOk="0">
                  <a:moveTo>
                    <a:pt x="608" y="0"/>
                  </a:moveTo>
                  <a:cubicBezTo>
                    <a:pt x="563" y="0"/>
                    <a:pt x="518" y="3"/>
                    <a:pt x="477" y="9"/>
                  </a:cubicBezTo>
                  <a:cubicBezTo>
                    <a:pt x="429" y="33"/>
                    <a:pt x="393" y="33"/>
                    <a:pt x="369" y="57"/>
                  </a:cubicBezTo>
                  <a:cubicBezTo>
                    <a:pt x="358" y="57"/>
                    <a:pt x="358" y="57"/>
                    <a:pt x="346" y="69"/>
                  </a:cubicBezTo>
                  <a:cubicBezTo>
                    <a:pt x="262" y="117"/>
                    <a:pt x="191" y="164"/>
                    <a:pt x="143" y="224"/>
                  </a:cubicBezTo>
                  <a:lnTo>
                    <a:pt x="60" y="355"/>
                  </a:lnTo>
                  <a:cubicBezTo>
                    <a:pt x="12" y="450"/>
                    <a:pt x="0" y="533"/>
                    <a:pt x="0" y="628"/>
                  </a:cubicBezTo>
                  <a:cubicBezTo>
                    <a:pt x="0" y="712"/>
                    <a:pt x="12" y="807"/>
                    <a:pt x="60" y="890"/>
                  </a:cubicBezTo>
                  <a:cubicBezTo>
                    <a:pt x="160" y="1108"/>
                    <a:pt x="373" y="1232"/>
                    <a:pt x="594" y="1232"/>
                  </a:cubicBezTo>
                  <a:cubicBezTo>
                    <a:pt x="687" y="1232"/>
                    <a:pt x="781" y="1210"/>
                    <a:pt x="870" y="1164"/>
                  </a:cubicBezTo>
                  <a:cubicBezTo>
                    <a:pt x="1191" y="1009"/>
                    <a:pt x="1310" y="640"/>
                    <a:pt x="1143" y="343"/>
                  </a:cubicBezTo>
                  <a:cubicBezTo>
                    <a:pt x="1048" y="164"/>
                    <a:pt x="905" y="57"/>
                    <a:pt x="739" y="9"/>
                  </a:cubicBezTo>
                  <a:cubicBezTo>
                    <a:pt x="697" y="3"/>
                    <a:pt x="652" y="0"/>
                    <a:pt x="6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5"/>
            <p:cNvSpPr/>
            <p:nvPr/>
          </p:nvSpPr>
          <p:spPr>
            <a:xfrm>
              <a:off x="1445100" y="1689025"/>
              <a:ext cx="39025" cy="34575"/>
            </a:xfrm>
            <a:custGeom>
              <a:avLst/>
              <a:gdLst/>
              <a:ahLst/>
              <a:cxnLst/>
              <a:rect l="l" t="t" r="r" b="b"/>
              <a:pathLst>
                <a:path w="1561" h="1383" extrusionOk="0">
                  <a:moveTo>
                    <a:pt x="787" y="1"/>
                  </a:moveTo>
                  <a:cubicBezTo>
                    <a:pt x="703" y="1"/>
                    <a:pt x="608" y="13"/>
                    <a:pt x="525" y="60"/>
                  </a:cubicBezTo>
                  <a:cubicBezTo>
                    <a:pt x="501" y="60"/>
                    <a:pt x="489" y="72"/>
                    <a:pt x="477" y="72"/>
                  </a:cubicBezTo>
                  <a:cubicBezTo>
                    <a:pt x="132" y="239"/>
                    <a:pt x="1" y="655"/>
                    <a:pt x="168" y="1001"/>
                  </a:cubicBezTo>
                  <a:cubicBezTo>
                    <a:pt x="277" y="1245"/>
                    <a:pt x="530" y="1382"/>
                    <a:pt x="782" y="1382"/>
                  </a:cubicBezTo>
                  <a:cubicBezTo>
                    <a:pt x="886" y="1382"/>
                    <a:pt x="990" y="1359"/>
                    <a:pt x="1084" y="1310"/>
                  </a:cubicBezTo>
                  <a:cubicBezTo>
                    <a:pt x="1430" y="1144"/>
                    <a:pt x="1561" y="727"/>
                    <a:pt x="1394" y="405"/>
                  </a:cubicBezTo>
                  <a:cubicBezTo>
                    <a:pt x="1394" y="405"/>
                    <a:pt x="1394" y="394"/>
                    <a:pt x="1382" y="394"/>
                  </a:cubicBezTo>
                  <a:cubicBezTo>
                    <a:pt x="1358" y="310"/>
                    <a:pt x="1311" y="239"/>
                    <a:pt x="1251" y="179"/>
                  </a:cubicBezTo>
                  <a:cubicBezTo>
                    <a:pt x="1132" y="60"/>
                    <a:pt x="953" y="1"/>
                    <a:pt x="78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5"/>
            <p:cNvSpPr/>
            <p:nvPr/>
          </p:nvSpPr>
          <p:spPr>
            <a:xfrm>
              <a:off x="1285875" y="1477700"/>
              <a:ext cx="24725" cy="24425"/>
            </a:xfrm>
            <a:custGeom>
              <a:avLst/>
              <a:gdLst/>
              <a:ahLst/>
              <a:cxnLst/>
              <a:rect l="l" t="t" r="r" b="b"/>
              <a:pathLst>
                <a:path w="989" h="977" extrusionOk="0">
                  <a:moveTo>
                    <a:pt x="488" y="0"/>
                  </a:moveTo>
                  <a:cubicBezTo>
                    <a:pt x="429" y="0"/>
                    <a:pt x="369" y="12"/>
                    <a:pt x="310" y="36"/>
                  </a:cubicBezTo>
                  <a:cubicBezTo>
                    <a:pt x="214" y="72"/>
                    <a:pt x="119" y="155"/>
                    <a:pt x="60" y="250"/>
                  </a:cubicBezTo>
                  <a:cubicBezTo>
                    <a:pt x="12" y="334"/>
                    <a:pt x="0" y="405"/>
                    <a:pt x="0" y="488"/>
                  </a:cubicBezTo>
                  <a:lnTo>
                    <a:pt x="0" y="524"/>
                  </a:lnTo>
                  <a:cubicBezTo>
                    <a:pt x="12" y="715"/>
                    <a:pt x="131" y="881"/>
                    <a:pt x="310" y="953"/>
                  </a:cubicBezTo>
                  <a:cubicBezTo>
                    <a:pt x="369" y="965"/>
                    <a:pt x="429" y="977"/>
                    <a:pt x="488" y="977"/>
                  </a:cubicBezTo>
                  <a:cubicBezTo>
                    <a:pt x="524" y="977"/>
                    <a:pt x="548" y="977"/>
                    <a:pt x="583" y="965"/>
                  </a:cubicBezTo>
                  <a:cubicBezTo>
                    <a:pt x="750" y="941"/>
                    <a:pt x="893" y="798"/>
                    <a:pt x="941" y="655"/>
                  </a:cubicBezTo>
                  <a:cubicBezTo>
                    <a:pt x="953" y="596"/>
                    <a:pt x="964" y="548"/>
                    <a:pt x="964" y="488"/>
                  </a:cubicBezTo>
                  <a:cubicBezTo>
                    <a:pt x="988" y="465"/>
                    <a:pt x="964" y="417"/>
                    <a:pt x="964" y="393"/>
                  </a:cubicBezTo>
                  <a:cubicBezTo>
                    <a:pt x="929" y="191"/>
                    <a:pt x="774" y="48"/>
                    <a:pt x="583" y="12"/>
                  </a:cubicBezTo>
                  <a:cubicBezTo>
                    <a:pt x="548" y="12"/>
                    <a:pt x="524" y="0"/>
                    <a:pt x="48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5"/>
            <p:cNvSpPr/>
            <p:nvPr/>
          </p:nvSpPr>
          <p:spPr>
            <a:xfrm>
              <a:off x="1400175" y="1494100"/>
              <a:ext cx="32750" cy="31300"/>
            </a:xfrm>
            <a:custGeom>
              <a:avLst/>
              <a:gdLst/>
              <a:ahLst/>
              <a:cxnLst/>
              <a:rect l="l" t="t" r="r" b="b"/>
              <a:pathLst>
                <a:path w="1310" h="1252" extrusionOk="0">
                  <a:moveTo>
                    <a:pt x="646" y="0"/>
                  </a:moveTo>
                  <a:cubicBezTo>
                    <a:pt x="553" y="0"/>
                    <a:pt x="458" y="22"/>
                    <a:pt x="369" y="70"/>
                  </a:cubicBezTo>
                  <a:cubicBezTo>
                    <a:pt x="286" y="118"/>
                    <a:pt x="202" y="178"/>
                    <a:pt x="143" y="249"/>
                  </a:cubicBezTo>
                  <a:cubicBezTo>
                    <a:pt x="83" y="321"/>
                    <a:pt x="48" y="416"/>
                    <a:pt x="24" y="499"/>
                  </a:cubicBezTo>
                  <a:cubicBezTo>
                    <a:pt x="0" y="642"/>
                    <a:pt x="12" y="773"/>
                    <a:pt x="83" y="904"/>
                  </a:cubicBezTo>
                  <a:cubicBezTo>
                    <a:pt x="193" y="1123"/>
                    <a:pt x="414" y="1252"/>
                    <a:pt x="644" y="1252"/>
                  </a:cubicBezTo>
                  <a:cubicBezTo>
                    <a:pt x="664" y="1252"/>
                    <a:pt x="683" y="1251"/>
                    <a:pt x="702" y="1249"/>
                  </a:cubicBezTo>
                  <a:cubicBezTo>
                    <a:pt x="774" y="1249"/>
                    <a:pt x="845" y="1213"/>
                    <a:pt x="917" y="1190"/>
                  </a:cubicBezTo>
                  <a:cubicBezTo>
                    <a:pt x="929" y="1194"/>
                    <a:pt x="938" y="1195"/>
                    <a:pt x="945" y="1195"/>
                  </a:cubicBezTo>
                  <a:cubicBezTo>
                    <a:pt x="960" y="1195"/>
                    <a:pt x="968" y="1190"/>
                    <a:pt x="976" y="1190"/>
                  </a:cubicBezTo>
                  <a:cubicBezTo>
                    <a:pt x="1155" y="1083"/>
                    <a:pt x="1274" y="904"/>
                    <a:pt x="1298" y="702"/>
                  </a:cubicBezTo>
                  <a:cubicBezTo>
                    <a:pt x="1310" y="606"/>
                    <a:pt x="1298" y="499"/>
                    <a:pt x="1250" y="416"/>
                  </a:cubicBezTo>
                  <a:cubicBezTo>
                    <a:pt x="1250" y="404"/>
                    <a:pt x="1226" y="392"/>
                    <a:pt x="1214" y="356"/>
                  </a:cubicBezTo>
                  <a:cubicBezTo>
                    <a:pt x="1096" y="136"/>
                    <a:pt x="875" y="0"/>
                    <a:pt x="64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4" name="Google Shape;494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95" name="Google Shape;495;p5"/>
          <p:cNvSpPr txBox="1">
            <a:spLocks noGrp="1"/>
          </p:cNvSpPr>
          <p:nvPr>
            <p:ph type="title" idx="2"/>
          </p:nvPr>
        </p:nvSpPr>
        <p:spPr>
          <a:xfrm>
            <a:off x="1525123" y="2626694"/>
            <a:ext cx="28857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5"/>
          <p:cNvSpPr txBox="1">
            <a:spLocks noGrp="1"/>
          </p:cNvSpPr>
          <p:nvPr>
            <p:ph type="title" idx="3"/>
          </p:nvPr>
        </p:nvSpPr>
        <p:spPr>
          <a:xfrm>
            <a:off x="4733177" y="2626694"/>
            <a:ext cx="28857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5"/>
          <p:cNvSpPr txBox="1">
            <a:spLocks noGrp="1"/>
          </p:cNvSpPr>
          <p:nvPr>
            <p:ph type="subTitle" idx="1"/>
          </p:nvPr>
        </p:nvSpPr>
        <p:spPr>
          <a:xfrm>
            <a:off x="4733173" y="2945269"/>
            <a:ext cx="28857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98" name="Google Shape;498;p5"/>
          <p:cNvSpPr txBox="1">
            <a:spLocks noGrp="1"/>
          </p:cNvSpPr>
          <p:nvPr>
            <p:ph type="subTitle" idx="4"/>
          </p:nvPr>
        </p:nvSpPr>
        <p:spPr>
          <a:xfrm>
            <a:off x="1525123" y="2945269"/>
            <a:ext cx="28857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0" name="Google Shape;500;p6"/>
          <p:cNvGrpSpPr/>
          <p:nvPr/>
        </p:nvGrpSpPr>
        <p:grpSpPr>
          <a:xfrm>
            <a:off x="5202063" y="4121297"/>
            <a:ext cx="3941609" cy="1021956"/>
            <a:chOff x="2582150" y="3714800"/>
            <a:chExt cx="2689050" cy="697200"/>
          </a:xfrm>
        </p:grpSpPr>
        <p:sp>
          <p:nvSpPr>
            <p:cNvPr id="501" name="Google Shape;501;p6"/>
            <p:cNvSpPr/>
            <p:nvPr/>
          </p:nvSpPr>
          <p:spPr>
            <a:xfrm>
              <a:off x="3636750" y="4402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6"/>
            <p:cNvSpPr/>
            <p:nvPr/>
          </p:nvSpPr>
          <p:spPr>
            <a:xfrm>
              <a:off x="3640625" y="4406925"/>
              <a:ext cx="19375" cy="4475"/>
            </a:xfrm>
            <a:custGeom>
              <a:avLst/>
              <a:gdLst/>
              <a:ahLst/>
              <a:cxnLst/>
              <a:rect l="l" t="t" r="r" b="b"/>
              <a:pathLst>
                <a:path w="775" h="179" extrusionOk="0">
                  <a:moveTo>
                    <a:pt x="393" y="0"/>
                  </a:moveTo>
                  <a:lnTo>
                    <a:pt x="36" y="108"/>
                  </a:lnTo>
                  <a:lnTo>
                    <a:pt x="0" y="179"/>
                  </a:lnTo>
                  <a:lnTo>
                    <a:pt x="774" y="179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6"/>
            <p:cNvSpPr/>
            <p:nvPr/>
          </p:nvSpPr>
          <p:spPr>
            <a:xfrm>
              <a:off x="3634075" y="44039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0" y="24"/>
                  </a:moveTo>
                  <a:lnTo>
                    <a:pt x="0" y="24"/>
                  </a:lnTo>
                  <a:lnTo>
                    <a:pt x="0" y="24"/>
                  </a:lnTo>
                  <a:cubicBezTo>
                    <a:pt x="0" y="0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6"/>
            <p:cNvSpPr/>
            <p:nvPr/>
          </p:nvSpPr>
          <p:spPr>
            <a:xfrm>
              <a:off x="3635275" y="4403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6"/>
            <p:cNvSpPr/>
            <p:nvPr/>
          </p:nvSpPr>
          <p:spPr>
            <a:xfrm>
              <a:off x="3746875" y="4334600"/>
              <a:ext cx="142325" cy="46150"/>
            </a:xfrm>
            <a:custGeom>
              <a:avLst/>
              <a:gdLst/>
              <a:ahLst/>
              <a:cxnLst/>
              <a:rect l="l" t="t" r="r" b="b"/>
              <a:pathLst>
                <a:path w="5693" h="1846" extrusionOk="0">
                  <a:moveTo>
                    <a:pt x="5418" y="0"/>
                  </a:moveTo>
                  <a:lnTo>
                    <a:pt x="1" y="1488"/>
                  </a:lnTo>
                  <a:lnTo>
                    <a:pt x="1" y="1846"/>
                  </a:lnTo>
                  <a:lnTo>
                    <a:pt x="5692" y="262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6"/>
            <p:cNvSpPr/>
            <p:nvPr/>
          </p:nvSpPr>
          <p:spPr>
            <a:xfrm>
              <a:off x="3891850" y="4256600"/>
              <a:ext cx="273575" cy="81875"/>
            </a:xfrm>
            <a:custGeom>
              <a:avLst/>
              <a:gdLst/>
              <a:ahLst/>
              <a:cxnLst/>
              <a:rect l="l" t="t" r="r" b="b"/>
              <a:pathLst>
                <a:path w="10943" h="3275" extrusionOk="0">
                  <a:moveTo>
                    <a:pt x="10883" y="1"/>
                  </a:moveTo>
                  <a:lnTo>
                    <a:pt x="0" y="3013"/>
                  </a:lnTo>
                  <a:lnTo>
                    <a:pt x="286" y="3275"/>
                  </a:lnTo>
                  <a:lnTo>
                    <a:pt x="10883" y="358"/>
                  </a:lnTo>
                  <a:lnTo>
                    <a:pt x="10942" y="298"/>
                  </a:lnTo>
                  <a:cubicBezTo>
                    <a:pt x="10894" y="215"/>
                    <a:pt x="10883" y="108"/>
                    <a:pt x="1088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6"/>
            <p:cNvSpPr/>
            <p:nvPr/>
          </p:nvSpPr>
          <p:spPr>
            <a:xfrm>
              <a:off x="3634375" y="4403350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12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6"/>
            <p:cNvSpPr/>
            <p:nvPr/>
          </p:nvSpPr>
          <p:spPr>
            <a:xfrm>
              <a:off x="3635275" y="4402450"/>
              <a:ext cx="300" cy="625"/>
            </a:xfrm>
            <a:custGeom>
              <a:avLst/>
              <a:gdLst/>
              <a:ahLst/>
              <a:cxnLst/>
              <a:rect l="l" t="t" r="r" b="b"/>
              <a:pathLst>
                <a:path w="12" h="25" extrusionOk="0">
                  <a:moveTo>
                    <a:pt x="12" y="1"/>
                  </a:moveTo>
                  <a:cubicBezTo>
                    <a:pt x="12" y="1"/>
                    <a:pt x="0" y="25"/>
                    <a:pt x="12" y="1"/>
                  </a:cubicBezTo>
                  <a:lnTo>
                    <a:pt x="0" y="25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6"/>
            <p:cNvSpPr/>
            <p:nvPr/>
          </p:nvSpPr>
          <p:spPr>
            <a:xfrm>
              <a:off x="3636750" y="4373575"/>
              <a:ext cx="101825" cy="35750"/>
            </a:xfrm>
            <a:custGeom>
              <a:avLst/>
              <a:gdLst/>
              <a:ahLst/>
              <a:cxnLst/>
              <a:rect l="l" t="t" r="r" b="b"/>
              <a:pathLst>
                <a:path w="4073" h="1430" extrusionOk="0">
                  <a:moveTo>
                    <a:pt x="4073" y="1"/>
                  </a:moveTo>
                  <a:lnTo>
                    <a:pt x="12" y="1120"/>
                  </a:lnTo>
                  <a:lnTo>
                    <a:pt x="1" y="1120"/>
                  </a:lnTo>
                  <a:cubicBezTo>
                    <a:pt x="24" y="1132"/>
                    <a:pt x="60" y="1132"/>
                    <a:pt x="96" y="1132"/>
                  </a:cubicBezTo>
                  <a:cubicBezTo>
                    <a:pt x="191" y="1156"/>
                    <a:pt x="251" y="1251"/>
                    <a:pt x="215" y="1334"/>
                  </a:cubicBezTo>
                  <a:lnTo>
                    <a:pt x="191" y="1430"/>
                  </a:lnTo>
                  <a:lnTo>
                    <a:pt x="548" y="1322"/>
                  </a:lnTo>
                  <a:lnTo>
                    <a:pt x="4061" y="358"/>
                  </a:lnTo>
                  <a:lnTo>
                    <a:pt x="407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6"/>
            <p:cNvSpPr/>
            <p:nvPr/>
          </p:nvSpPr>
          <p:spPr>
            <a:xfrm>
              <a:off x="3635850" y="4402150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37" y="1"/>
                  </a:moveTo>
                  <a:cubicBezTo>
                    <a:pt x="13" y="1"/>
                    <a:pt x="1" y="1"/>
                    <a:pt x="1" y="13"/>
                  </a:cubicBezTo>
                  <a:cubicBezTo>
                    <a:pt x="1" y="13"/>
                    <a:pt x="13" y="1"/>
                    <a:pt x="37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6"/>
            <p:cNvSpPr/>
            <p:nvPr/>
          </p:nvSpPr>
          <p:spPr>
            <a:xfrm>
              <a:off x="3634075" y="4403950"/>
              <a:ext cx="325" cy="925"/>
            </a:xfrm>
            <a:custGeom>
              <a:avLst/>
              <a:gdLst/>
              <a:ahLst/>
              <a:cxnLst/>
              <a:rect l="l" t="t" r="r" b="b"/>
              <a:pathLst>
                <a:path w="13" h="37" extrusionOk="0">
                  <a:moveTo>
                    <a:pt x="12" y="0"/>
                  </a:moveTo>
                  <a:lnTo>
                    <a:pt x="12" y="0"/>
                  </a:lnTo>
                  <a:cubicBezTo>
                    <a:pt x="6" y="14"/>
                    <a:pt x="3" y="19"/>
                    <a:pt x="1" y="24"/>
                  </a:cubicBezTo>
                  <a:lnTo>
                    <a:pt x="1" y="24"/>
                  </a:lnTo>
                  <a:cubicBezTo>
                    <a:pt x="12" y="24"/>
                    <a:pt x="12" y="23"/>
                    <a:pt x="12" y="0"/>
                  </a:cubicBezTo>
                  <a:close/>
                  <a:moveTo>
                    <a:pt x="1" y="24"/>
                  </a:moveTo>
                  <a:cubicBezTo>
                    <a:pt x="1" y="24"/>
                    <a:pt x="1" y="24"/>
                    <a:pt x="0" y="24"/>
                  </a:cubicBezTo>
                  <a:lnTo>
                    <a:pt x="0" y="36"/>
                  </a:lnTo>
                  <a:cubicBezTo>
                    <a:pt x="0" y="31"/>
                    <a:pt x="0" y="28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6"/>
            <p:cNvSpPr/>
            <p:nvPr/>
          </p:nvSpPr>
          <p:spPr>
            <a:xfrm>
              <a:off x="2599425" y="4199450"/>
              <a:ext cx="104800" cy="112250"/>
            </a:xfrm>
            <a:custGeom>
              <a:avLst/>
              <a:gdLst/>
              <a:ahLst/>
              <a:cxnLst/>
              <a:rect l="l" t="t" r="r" b="b"/>
              <a:pathLst>
                <a:path w="4192" h="4490" extrusionOk="0">
                  <a:moveTo>
                    <a:pt x="3929" y="1"/>
                  </a:moveTo>
                  <a:lnTo>
                    <a:pt x="0" y="4394"/>
                  </a:lnTo>
                  <a:cubicBezTo>
                    <a:pt x="84" y="4394"/>
                    <a:pt x="167" y="4430"/>
                    <a:pt x="250" y="4489"/>
                  </a:cubicBezTo>
                  <a:lnTo>
                    <a:pt x="417" y="4418"/>
                  </a:lnTo>
                  <a:lnTo>
                    <a:pt x="4191" y="203"/>
                  </a:lnTo>
                  <a:lnTo>
                    <a:pt x="392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6"/>
            <p:cNvSpPr/>
            <p:nvPr/>
          </p:nvSpPr>
          <p:spPr>
            <a:xfrm>
              <a:off x="2778900" y="4187850"/>
              <a:ext cx="124150" cy="53600"/>
            </a:xfrm>
            <a:custGeom>
              <a:avLst/>
              <a:gdLst/>
              <a:ahLst/>
              <a:cxnLst/>
              <a:rect l="l" t="t" r="r" b="b"/>
              <a:pathLst>
                <a:path w="4966" h="2144" extrusionOk="0">
                  <a:moveTo>
                    <a:pt x="4942" y="0"/>
                  </a:moveTo>
                  <a:cubicBezTo>
                    <a:pt x="4930" y="0"/>
                    <a:pt x="4918" y="0"/>
                    <a:pt x="4918" y="12"/>
                  </a:cubicBezTo>
                  <a:cubicBezTo>
                    <a:pt x="4930" y="12"/>
                    <a:pt x="4942" y="12"/>
                    <a:pt x="4942" y="0"/>
                  </a:cubicBezTo>
                  <a:close/>
                  <a:moveTo>
                    <a:pt x="4918" y="12"/>
                  </a:moveTo>
                  <a:lnTo>
                    <a:pt x="1" y="1834"/>
                  </a:lnTo>
                  <a:cubicBezTo>
                    <a:pt x="84" y="1917"/>
                    <a:pt x="120" y="2024"/>
                    <a:pt x="144" y="2143"/>
                  </a:cubicBezTo>
                  <a:lnTo>
                    <a:pt x="4966" y="358"/>
                  </a:lnTo>
                  <a:lnTo>
                    <a:pt x="4882" y="310"/>
                  </a:lnTo>
                  <a:cubicBezTo>
                    <a:pt x="4811" y="250"/>
                    <a:pt x="4799" y="155"/>
                    <a:pt x="4847" y="72"/>
                  </a:cubicBezTo>
                  <a:cubicBezTo>
                    <a:pt x="4859" y="48"/>
                    <a:pt x="4882" y="36"/>
                    <a:pt x="4918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6"/>
            <p:cNvSpPr/>
            <p:nvPr/>
          </p:nvSpPr>
          <p:spPr>
            <a:xfrm>
              <a:off x="2905125" y="4188150"/>
              <a:ext cx="900" cy="625"/>
            </a:xfrm>
            <a:custGeom>
              <a:avLst/>
              <a:gdLst/>
              <a:ahLst/>
              <a:cxnLst/>
              <a:rect l="l" t="t" r="r" b="b"/>
              <a:pathLst>
                <a:path w="36" h="25" extrusionOk="0">
                  <a:moveTo>
                    <a:pt x="0" y="0"/>
                  </a:moveTo>
                  <a:cubicBezTo>
                    <a:pt x="12" y="0"/>
                    <a:pt x="12" y="24"/>
                    <a:pt x="36" y="24"/>
                  </a:cubicBezTo>
                  <a:cubicBezTo>
                    <a:pt x="12" y="24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6"/>
            <p:cNvSpPr/>
            <p:nvPr/>
          </p:nvSpPr>
          <p:spPr>
            <a:xfrm>
              <a:off x="2903925" y="41878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0" y="0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6"/>
            <p:cNvSpPr/>
            <p:nvPr/>
          </p:nvSpPr>
          <p:spPr>
            <a:xfrm>
              <a:off x="2903325" y="41878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6"/>
            <p:cNvSpPr/>
            <p:nvPr/>
          </p:nvSpPr>
          <p:spPr>
            <a:xfrm>
              <a:off x="2906000" y="4188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6"/>
            <p:cNvSpPr/>
            <p:nvPr/>
          </p:nvSpPr>
          <p:spPr>
            <a:xfrm>
              <a:off x="2898575" y="4188150"/>
              <a:ext cx="179200" cy="127725"/>
            </a:xfrm>
            <a:custGeom>
              <a:avLst/>
              <a:gdLst/>
              <a:ahLst/>
              <a:cxnLst/>
              <a:rect l="l" t="t" r="r" b="b"/>
              <a:pathLst>
                <a:path w="7168" h="5109" extrusionOk="0">
                  <a:moveTo>
                    <a:pt x="155" y="0"/>
                  </a:moveTo>
                  <a:cubicBezTo>
                    <a:pt x="143" y="0"/>
                    <a:pt x="131" y="0"/>
                    <a:pt x="131" y="24"/>
                  </a:cubicBezTo>
                  <a:cubicBezTo>
                    <a:pt x="95" y="24"/>
                    <a:pt x="83" y="36"/>
                    <a:pt x="60" y="60"/>
                  </a:cubicBezTo>
                  <a:cubicBezTo>
                    <a:pt x="0" y="143"/>
                    <a:pt x="24" y="238"/>
                    <a:pt x="95" y="298"/>
                  </a:cubicBezTo>
                  <a:lnTo>
                    <a:pt x="179" y="346"/>
                  </a:lnTo>
                  <a:lnTo>
                    <a:pt x="7049" y="5108"/>
                  </a:lnTo>
                  <a:cubicBezTo>
                    <a:pt x="7049" y="5084"/>
                    <a:pt x="7037" y="5049"/>
                    <a:pt x="7037" y="5025"/>
                  </a:cubicBezTo>
                  <a:cubicBezTo>
                    <a:pt x="7049" y="4918"/>
                    <a:pt x="7096" y="4834"/>
                    <a:pt x="7168" y="4787"/>
                  </a:cubicBezTo>
                  <a:lnTo>
                    <a:pt x="298" y="24"/>
                  </a:lnTo>
                  <a:cubicBezTo>
                    <a:pt x="274" y="24"/>
                    <a:pt x="274" y="0"/>
                    <a:pt x="26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6"/>
            <p:cNvSpPr/>
            <p:nvPr/>
          </p:nvSpPr>
          <p:spPr>
            <a:xfrm>
              <a:off x="2605375" y="4242625"/>
              <a:ext cx="151825" cy="76225"/>
            </a:xfrm>
            <a:custGeom>
              <a:avLst/>
              <a:gdLst/>
              <a:ahLst/>
              <a:cxnLst/>
              <a:rect l="l" t="t" r="r" b="b"/>
              <a:pathLst>
                <a:path w="6073" h="3049" extrusionOk="0">
                  <a:moveTo>
                    <a:pt x="5870" y="0"/>
                  </a:moveTo>
                  <a:lnTo>
                    <a:pt x="155" y="2679"/>
                  </a:lnTo>
                  <a:lnTo>
                    <a:pt x="0" y="2750"/>
                  </a:lnTo>
                  <a:cubicBezTo>
                    <a:pt x="84" y="2822"/>
                    <a:pt x="143" y="2929"/>
                    <a:pt x="155" y="3048"/>
                  </a:cubicBezTo>
                  <a:lnTo>
                    <a:pt x="6073" y="286"/>
                  </a:lnTo>
                  <a:cubicBezTo>
                    <a:pt x="6037" y="226"/>
                    <a:pt x="6013" y="167"/>
                    <a:pt x="5989" y="107"/>
                  </a:cubicBezTo>
                  <a:lnTo>
                    <a:pt x="587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6"/>
            <p:cNvSpPr/>
            <p:nvPr/>
          </p:nvSpPr>
          <p:spPr>
            <a:xfrm>
              <a:off x="2768500" y="4252150"/>
              <a:ext cx="210450" cy="159250"/>
            </a:xfrm>
            <a:custGeom>
              <a:avLst/>
              <a:gdLst/>
              <a:ahLst/>
              <a:cxnLst/>
              <a:rect l="l" t="t" r="r" b="b"/>
              <a:pathLst>
                <a:path w="8418" h="6370" extrusionOk="0">
                  <a:moveTo>
                    <a:pt x="381" y="0"/>
                  </a:moveTo>
                  <a:cubicBezTo>
                    <a:pt x="286" y="95"/>
                    <a:pt x="155" y="155"/>
                    <a:pt x="0" y="155"/>
                  </a:cubicBezTo>
                  <a:lnTo>
                    <a:pt x="7858" y="6370"/>
                  </a:lnTo>
                  <a:lnTo>
                    <a:pt x="8418" y="637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6"/>
            <p:cNvSpPr/>
            <p:nvPr/>
          </p:nvSpPr>
          <p:spPr>
            <a:xfrm>
              <a:off x="2694975" y="4191125"/>
              <a:ext cx="62225" cy="54200"/>
            </a:xfrm>
            <a:custGeom>
              <a:avLst/>
              <a:gdLst/>
              <a:ahLst/>
              <a:cxnLst/>
              <a:rect l="l" t="t" r="r" b="b"/>
              <a:pathLst>
                <a:path w="2489" h="2168" extrusionOk="0">
                  <a:moveTo>
                    <a:pt x="131" y="0"/>
                  </a:moveTo>
                  <a:cubicBezTo>
                    <a:pt x="95" y="24"/>
                    <a:pt x="72" y="36"/>
                    <a:pt x="60" y="60"/>
                  </a:cubicBezTo>
                  <a:cubicBezTo>
                    <a:pt x="0" y="143"/>
                    <a:pt x="12" y="238"/>
                    <a:pt x="84" y="298"/>
                  </a:cubicBezTo>
                  <a:lnTo>
                    <a:pt x="107" y="322"/>
                  </a:lnTo>
                  <a:lnTo>
                    <a:pt x="369" y="524"/>
                  </a:lnTo>
                  <a:lnTo>
                    <a:pt x="2286" y="2060"/>
                  </a:lnTo>
                  <a:lnTo>
                    <a:pt x="2429" y="2167"/>
                  </a:lnTo>
                  <a:cubicBezTo>
                    <a:pt x="2405" y="2108"/>
                    <a:pt x="2405" y="2060"/>
                    <a:pt x="2405" y="2001"/>
                  </a:cubicBezTo>
                  <a:cubicBezTo>
                    <a:pt x="2405" y="1929"/>
                    <a:pt x="2441" y="1846"/>
                    <a:pt x="2489" y="1774"/>
                  </a:cubicBezTo>
                  <a:lnTo>
                    <a:pt x="655" y="322"/>
                  </a:lnTo>
                  <a:cubicBezTo>
                    <a:pt x="596" y="405"/>
                    <a:pt x="500" y="453"/>
                    <a:pt x="405" y="453"/>
                  </a:cubicBezTo>
                  <a:cubicBezTo>
                    <a:pt x="250" y="453"/>
                    <a:pt x="143" y="298"/>
                    <a:pt x="167" y="155"/>
                  </a:cubicBezTo>
                  <a:cubicBezTo>
                    <a:pt x="167" y="96"/>
                    <a:pt x="191" y="48"/>
                    <a:pt x="22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6"/>
            <p:cNvSpPr/>
            <p:nvPr/>
          </p:nvSpPr>
          <p:spPr>
            <a:xfrm>
              <a:off x="3016725" y="4319125"/>
              <a:ext cx="67000" cy="92275"/>
            </a:xfrm>
            <a:custGeom>
              <a:avLst/>
              <a:gdLst/>
              <a:ahLst/>
              <a:cxnLst/>
              <a:rect l="l" t="t" r="r" b="b"/>
              <a:pathLst>
                <a:path w="2680" h="3691" extrusionOk="0">
                  <a:moveTo>
                    <a:pt x="2680" y="119"/>
                  </a:moveTo>
                  <a:lnTo>
                    <a:pt x="2675" y="126"/>
                  </a:lnTo>
                  <a:lnTo>
                    <a:pt x="2675" y="126"/>
                  </a:lnTo>
                  <a:cubicBezTo>
                    <a:pt x="2677" y="124"/>
                    <a:pt x="2679" y="122"/>
                    <a:pt x="2680" y="119"/>
                  </a:cubicBezTo>
                  <a:close/>
                  <a:moveTo>
                    <a:pt x="2370" y="0"/>
                  </a:moveTo>
                  <a:lnTo>
                    <a:pt x="1" y="3560"/>
                  </a:lnTo>
                  <a:cubicBezTo>
                    <a:pt x="96" y="3596"/>
                    <a:pt x="168" y="3631"/>
                    <a:pt x="227" y="3691"/>
                  </a:cubicBezTo>
                  <a:lnTo>
                    <a:pt x="310" y="3691"/>
                  </a:lnTo>
                  <a:lnTo>
                    <a:pt x="2675" y="126"/>
                  </a:lnTo>
                  <a:lnTo>
                    <a:pt x="2675" y="126"/>
                  </a:lnTo>
                  <a:cubicBezTo>
                    <a:pt x="2661" y="143"/>
                    <a:pt x="2628" y="143"/>
                    <a:pt x="2596" y="143"/>
                  </a:cubicBezTo>
                  <a:cubicBezTo>
                    <a:pt x="2501" y="143"/>
                    <a:pt x="2418" y="83"/>
                    <a:pt x="237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6"/>
            <p:cNvSpPr/>
            <p:nvPr/>
          </p:nvSpPr>
          <p:spPr>
            <a:xfrm>
              <a:off x="3084000" y="4036650"/>
              <a:ext cx="186075" cy="275050"/>
            </a:xfrm>
            <a:custGeom>
              <a:avLst/>
              <a:gdLst/>
              <a:ahLst/>
              <a:cxnLst/>
              <a:rect l="l" t="t" r="r" b="b"/>
              <a:pathLst>
                <a:path w="7443" h="11002" extrusionOk="0">
                  <a:moveTo>
                    <a:pt x="7168" y="0"/>
                  </a:moveTo>
                  <a:lnTo>
                    <a:pt x="1" y="10811"/>
                  </a:lnTo>
                  <a:cubicBezTo>
                    <a:pt x="108" y="10847"/>
                    <a:pt x="203" y="10918"/>
                    <a:pt x="227" y="11001"/>
                  </a:cubicBezTo>
                  <a:cubicBezTo>
                    <a:pt x="239" y="11001"/>
                    <a:pt x="263" y="10989"/>
                    <a:pt x="286" y="10989"/>
                  </a:cubicBezTo>
                  <a:lnTo>
                    <a:pt x="7442" y="179"/>
                  </a:lnTo>
                  <a:cubicBezTo>
                    <a:pt x="7323" y="155"/>
                    <a:pt x="7240" y="95"/>
                    <a:pt x="716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6"/>
            <p:cNvSpPr/>
            <p:nvPr/>
          </p:nvSpPr>
          <p:spPr>
            <a:xfrm>
              <a:off x="3088475" y="4311375"/>
              <a:ext cx="161950" cy="100025"/>
            </a:xfrm>
            <a:custGeom>
              <a:avLst/>
              <a:gdLst/>
              <a:ahLst/>
              <a:cxnLst/>
              <a:rect l="l" t="t" r="r" b="b"/>
              <a:pathLst>
                <a:path w="6478" h="4001" extrusionOk="0">
                  <a:moveTo>
                    <a:pt x="107" y="0"/>
                  </a:moveTo>
                  <a:cubicBezTo>
                    <a:pt x="96" y="0"/>
                    <a:pt x="72" y="0"/>
                    <a:pt x="48" y="12"/>
                  </a:cubicBezTo>
                  <a:cubicBezTo>
                    <a:pt x="60" y="60"/>
                    <a:pt x="84" y="108"/>
                    <a:pt x="60" y="155"/>
                  </a:cubicBezTo>
                  <a:cubicBezTo>
                    <a:pt x="60" y="215"/>
                    <a:pt x="36" y="250"/>
                    <a:pt x="0" y="298"/>
                  </a:cubicBezTo>
                  <a:lnTo>
                    <a:pt x="24" y="310"/>
                  </a:lnTo>
                  <a:lnTo>
                    <a:pt x="5834" y="4001"/>
                  </a:lnTo>
                  <a:lnTo>
                    <a:pt x="6477" y="4001"/>
                  </a:lnTo>
                  <a:lnTo>
                    <a:pt x="203" y="36"/>
                  </a:lnTo>
                  <a:cubicBezTo>
                    <a:pt x="167" y="12"/>
                    <a:pt x="143" y="0"/>
                    <a:pt x="10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6"/>
            <p:cNvSpPr/>
            <p:nvPr/>
          </p:nvSpPr>
          <p:spPr>
            <a:xfrm>
              <a:off x="3271525" y="4040200"/>
              <a:ext cx="47350" cy="371200"/>
            </a:xfrm>
            <a:custGeom>
              <a:avLst/>
              <a:gdLst/>
              <a:ahLst/>
              <a:cxnLst/>
              <a:rect l="l" t="t" r="r" b="b"/>
              <a:pathLst>
                <a:path w="1894" h="14848" extrusionOk="0">
                  <a:moveTo>
                    <a:pt x="334" y="1"/>
                  </a:moveTo>
                  <a:cubicBezTo>
                    <a:pt x="255" y="51"/>
                    <a:pt x="159" y="75"/>
                    <a:pt x="60" y="75"/>
                  </a:cubicBezTo>
                  <a:cubicBezTo>
                    <a:pt x="40" y="75"/>
                    <a:pt x="20" y="74"/>
                    <a:pt x="1" y="72"/>
                  </a:cubicBezTo>
                  <a:lnTo>
                    <a:pt x="1" y="72"/>
                  </a:lnTo>
                  <a:lnTo>
                    <a:pt x="1548" y="14848"/>
                  </a:lnTo>
                  <a:lnTo>
                    <a:pt x="1894" y="14848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6"/>
            <p:cNvSpPr/>
            <p:nvPr/>
          </p:nvSpPr>
          <p:spPr>
            <a:xfrm>
              <a:off x="3632275" y="4401925"/>
              <a:ext cx="10750" cy="9475"/>
            </a:xfrm>
            <a:custGeom>
              <a:avLst/>
              <a:gdLst/>
              <a:ahLst/>
              <a:cxnLst/>
              <a:rect l="l" t="t" r="r" b="b"/>
              <a:pathLst>
                <a:path w="430" h="379" extrusionOk="0">
                  <a:moveTo>
                    <a:pt x="227" y="1"/>
                  </a:moveTo>
                  <a:cubicBezTo>
                    <a:pt x="209" y="1"/>
                    <a:pt x="191" y="4"/>
                    <a:pt x="180" y="10"/>
                  </a:cubicBezTo>
                  <a:cubicBezTo>
                    <a:pt x="156" y="10"/>
                    <a:pt x="156" y="22"/>
                    <a:pt x="144" y="22"/>
                  </a:cubicBezTo>
                  <a:lnTo>
                    <a:pt x="132" y="22"/>
                  </a:lnTo>
                  <a:lnTo>
                    <a:pt x="120" y="46"/>
                  </a:lnTo>
                  <a:lnTo>
                    <a:pt x="96" y="57"/>
                  </a:lnTo>
                  <a:lnTo>
                    <a:pt x="84" y="69"/>
                  </a:lnTo>
                  <a:lnTo>
                    <a:pt x="84" y="81"/>
                  </a:lnTo>
                  <a:cubicBezTo>
                    <a:pt x="84" y="105"/>
                    <a:pt x="72" y="105"/>
                    <a:pt x="72" y="117"/>
                  </a:cubicBezTo>
                  <a:lnTo>
                    <a:pt x="1" y="379"/>
                  </a:lnTo>
                  <a:lnTo>
                    <a:pt x="334" y="379"/>
                  </a:lnTo>
                  <a:lnTo>
                    <a:pt x="370" y="308"/>
                  </a:lnTo>
                  <a:lnTo>
                    <a:pt x="394" y="224"/>
                  </a:lnTo>
                  <a:cubicBezTo>
                    <a:pt x="430" y="129"/>
                    <a:pt x="370" y="46"/>
                    <a:pt x="275" y="10"/>
                  </a:cubicBezTo>
                  <a:cubicBezTo>
                    <a:pt x="263" y="4"/>
                    <a:pt x="245" y="1"/>
                    <a:pt x="227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6"/>
            <p:cNvSpPr/>
            <p:nvPr/>
          </p:nvSpPr>
          <p:spPr>
            <a:xfrm>
              <a:off x="3737350" y="4195300"/>
              <a:ext cx="14325" cy="216100"/>
            </a:xfrm>
            <a:custGeom>
              <a:avLst/>
              <a:gdLst/>
              <a:ahLst/>
              <a:cxnLst/>
              <a:rect l="l" t="t" r="r" b="b"/>
              <a:pathLst>
                <a:path w="573" h="8644" extrusionOk="0">
                  <a:moveTo>
                    <a:pt x="227" y="0"/>
                  </a:moveTo>
                  <a:lnTo>
                    <a:pt x="37" y="7156"/>
                  </a:lnTo>
                  <a:lnTo>
                    <a:pt x="25" y="7513"/>
                  </a:lnTo>
                  <a:lnTo>
                    <a:pt x="1" y="8644"/>
                  </a:lnTo>
                  <a:lnTo>
                    <a:pt x="346" y="8644"/>
                  </a:lnTo>
                  <a:lnTo>
                    <a:pt x="382" y="7418"/>
                  </a:lnTo>
                  <a:lnTo>
                    <a:pt x="394" y="7060"/>
                  </a:lnTo>
                  <a:lnTo>
                    <a:pt x="572" y="429"/>
                  </a:lnTo>
                  <a:lnTo>
                    <a:pt x="287" y="167"/>
                  </a:lnTo>
                  <a:cubicBezTo>
                    <a:pt x="239" y="119"/>
                    <a:pt x="227" y="60"/>
                    <a:pt x="239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6"/>
            <p:cNvSpPr/>
            <p:nvPr/>
          </p:nvSpPr>
          <p:spPr>
            <a:xfrm>
              <a:off x="4021625" y="4264050"/>
              <a:ext cx="149750" cy="147350"/>
            </a:xfrm>
            <a:custGeom>
              <a:avLst/>
              <a:gdLst/>
              <a:ahLst/>
              <a:cxnLst/>
              <a:rect l="l" t="t" r="r" b="b"/>
              <a:pathLst>
                <a:path w="5990" h="5894" extrusionOk="0">
                  <a:moveTo>
                    <a:pt x="5751" y="0"/>
                  </a:moveTo>
                  <a:lnTo>
                    <a:pt x="5692" y="60"/>
                  </a:lnTo>
                  <a:lnTo>
                    <a:pt x="0" y="5894"/>
                  </a:lnTo>
                  <a:lnTo>
                    <a:pt x="477" y="5894"/>
                  </a:lnTo>
                  <a:lnTo>
                    <a:pt x="5989" y="238"/>
                  </a:lnTo>
                  <a:cubicBezTo>
                    <a:pt x="5882" y="179"/>
                    <a:pt x="5799" y="108"/>
                    <a:pt x="575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6"/>
            <p:cNvSpPr/>
            <p:nvPr/>
          </p:nvSpPr>
          <p:spPr>
            <a:xfrm>
              <a:off x="4484475" y="4346500"/>
              <a:ext cx="96475" cy="64900"/>
            </a:xfrm>
            <a:custGeom>
              <a:avLst/>
              <a:gdLst/>
              <a:ahLst/>
              <a:cxnLst/>
              <a:rect l="l" t="t" r="r" b="b"/>
              <a:pathLst>
                <a:path w="3859" h="2596" extrusionOk="0">
                  <a:moveTo>
                    <a:pt x="3668" y="0"/>
                  </a:moveTo>
                  <a:lnTo>
                    <a:pt x="1" y="2596"/>
                  </a:lnTo>
                  <a:lnTo>
                    <a:pt x="584" y="2596"/>
                  </a:lnTo>
                  <a:lnTo>
                    <a:pt x="3858" y="262"/>
                  </a:lnTo>
                  <a:cubicBezTo>
                    <a:pt x="3787" y="191"/>
                    <a:pt x="3715" y="96"/>
                    <a:pt x="366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6"/>
            <p:cNvSpPr/>
            <p:nvPr/>
          </p:nvSpPr>
          <p:spPr>
            <a:xfrm>
              <a:off x="3743025" y="4194700"/>
              <a:ext cx="230700" cy="216425"/>
            </a:xfrm>
            <a:custGeom>
              <a:avLst/>
              <a:gdLst/>
              <a:ahLst/>
              <a:cxnLst/>
              <a:rect l="l" t="t" r="r" b="b"/>
              <a:pathLst>
                <a:path w="9228" h="8657" extrusionOk="0">
                  <a:moveTo>
                    <a:pt x="369" y="0"/>
                  </a:moveTo>
                  <a:cubicBezTo>
                    <a:pt x="309" y="26"/>
                    <a:pt x="243" y="46"/>
                    <a:pt x="179" y="46"/>
                  </a:cubicBezTo>
                  <a:cubicBezTo>
                    <a:pt x="155" y="46"/>
                    <a:pt x="131" y="43"/>
                    <a:pt x="107" y="36"/>
                  </a:cubicBezTo>
                  <a:cubicBezTo>
                    <a:pt x="72" y="36"/>
                    <a:pt x="48" y="24"/>
                    <a:pt x="12" y="24"/>
                  </a:cubicBezTo>
                  <a:cubicBezTo>
                    <a:pt x="0" y="84"/>
                    <a:pt x="12" y="143"/>
                    <a:pt x="60" y="191"/>
                  </a:cubicBezTo>
                  <a:lnTo>
                    <a:pt x="345" y="453"/>
                  </a:lnTo>
                  <a:lnTo>
                    <a:pt x="5584" y="5572"/>
                  </a:lnTo>
                  <a:lnTo>
                    <a:pt x="5870" y="5846"/>
                  </a:lnTo>
                  <a:lnTo>
                    <a:pt x="8739" y="8656"/>
                  </a:lnTo>
                  <a:lnTo>
                    <a:pt x="9227" y="8656"/>
                  </a:lnTo>
                  <a:lnTo>
                    <a:pt x="7144" y="6620"/>
                  </a:lnTo>
                  <a:cubicBezTo>
                    <a:pt x="7120" y="6620"/>
                    <a:pt x="7102" y="6625"/>
                    <a:pt x="7078" y="6625"/>
                  </a:cubicBezTo>
                  <a:cubicBezTo>
                    <a:pt x="7066" y="6625"/>
                    <a:pt x="7053" y="6624"/>
                    <a:pt x="7037" y="6620"/>
                  </a:cubicBezTo>
                  <a:cubicBezTo>
                    <a:pt x="6858" y="6596"/>
                    <a:pt x="6739" y="6453"/>
                    <a:pt x="6751" y="6275"/>
                  </a:cubicBezTo>
                  <a:lnTo>
                    <a:pt x="6751" y="6239"/>
                  </a:lnTo>
                  <a:lnTo>
                    <a:pt x="6239" y="5739"/>
                  </a:lnTo>
                  <a:lnTo>
                    <a:pt x="5953" y="5465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6"/>
            <p:cNvSpPr/>
            <p:nvPr/>
          </p:nvSpPr>
          <p:spPr>
            <a:xfrm>
              <a:off x="4185325" y="4269100"/>
              <a:ext cx="69975" cy="142300"/>
            </a:xfrm>
            <a:custGeom>
              <a:avLst/>
              <a:gdLst/>
              <a:ahLst/>
              <a:cxnLst/>
              <a:rect l="l" t="t" r="r" b="b"/>
              <a:pathLst>
                <a:path w="2799" h="5692" extrusionOk="0">
                  <a:moveTo>
                    <a:pt x="1" y="1"/>
                  </a:moveTo>
                  <a:lnTo>
                    <a:pt x="2430" y="5692"/>
                  </a:lnTo>
                  <a:lnTo>
                    <a:pt x="2799" y="5692"/>
                  </a:lnTo>
                  <a:lnTo>
                    <a:pt x="572" y="4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6"/>
            <p:cNvSpPr/>
            <p:nvPr/>
          </p:nvSpPr>
          <p:spPr>
            <a:xfrm>
              <a:off x="4174625" y="4240475"/>
              <a:ext cx="9550" cy="5725"/>
            </a:xfrm>
            <a:custGeom>
              <a:avLst/>
              <a:gdLst/>
              <a:ahLst/>
              <a:cxnLst/>
              <a:rect l="l" t="t" r="r" b="b"/>
              <a:pathLst>
                <a:path w="382" h="229" extrusionOk="0">
                  <a:moveTo>
                    <a:pt x="180" y="1"/>
                  </a:moveTo>
                  <a:cubicBezTo>
                    <a:pt x="159" y="1"/>
                    <a:pt x="138" y="5"/>
                    <a:pt x="119" y="15"/>
                  </a:cubicBezTo>
                  <a:lnTo>
                    <a:pt x="107" y="15"/>
                  </a:lnTo>
                  <a:cubicBezTo>
                    <a:pt x="48" y="38"/>
                    <a:pt x="0" y="98"/>
                    <a:pt x="0" y="169"/>
                  </a:cubicBezTo>
                  <a:cubicBezTo>
                    <a:pt x="60" y="158"/>
                    <a:pt x="119" y="158"/>
                    <a:pt x="167" y="158"/>
                  </a:cubicBezTo>
                  <a:cubicBezTo>
                    <a:pt x="250" y="158"/>
                    <a:pt x="322" y="193"/>
                    <a:pt x="381" y="229"/>
                  </a:cubicBezTo>
                  <a:lnTo>
                    <a:pt x="322" y="98"/>
                  </a:lnTo>
                  <a:cubicBezTo>
                    <a:pt x="304" y="36"/>
                    <a:pt x="241" y="1"/>
                    <a:pt x="18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6"/>
            <p:cNvSpPr/>
            <p:nvPr/>
          </p:nvSpPr>
          <p:spPr>
            <a:xfrm>
              <a:off x="4599075" y="4353050"/>
              <a:ext cx="37825" cy="58350"/>
            </a:xfrm>
            <a:custGeom>
              <a:avLst/>
              <a:gdLst/>
              <a:ahLst/>
              <a:cxnLst/>
              <a:rect l="l" t="t" r="r" b="b"/>
              <a:pathLst>
                <a:path w="1513" h="2334" extrusionOk="0">
                  <a:moveTo>
                    <a:pt x="274" y="0"/>
                  </a:moveTo>
                  <a:cubicBezTo>
                    <a:pt x="203" y="72"/>
                    <a:pt x="96" y="119"/>
                    <a:pt x="0" y="155"/>
                  </a:cubicBezTo>
                  <a:lnTo>
                    <a:pt x="1120" y="2334"/>
                  </a:lnTo>
                  <a:lnTo>
                    <a:pt x="1513" y="2334"/>
                  </a:lnTo>
                  <a:lnTo>
                    <a:pt x="334" y="48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6"/>
            <p:cNvSpPr/>
            <p:nvPr/>
          </p:nvSpPr>
          <p:spPr>
            <a:xfrm>
              <a:off x="4185025" y="4263750"/>
              <a:ext cx="182500" cy="147650"/>
            </a:xfrm>
            <a:custGeom>
              <a:avLst/>
              <a:gdLst/>
              <a:ahLst/>
              <a:cxnLst/>
              <a:rect l="l" t="t" r="r" b="b"/>
              <a:pathLst>
                <a:path w="7300" h="5906" extrusionOk="0">
                  <a:moveTo>
                    <a:pt x="179" y="0"/>
                  </a:moveTo>
                  <a:cubicBezTo>
                    <a:pt x="132" y="96"/>
                    <a:pt x="72" y="155"/>
                    <a:pt x="1" y="215"/>
                  </a:cubicBezTo>
                  <a:lnTo>
                    <a:pt x="549" y="691"/>
                  </a:lnTo>
                  <a:lnTo>
                    <a:pt x="6776" y="5906"/>
                  </a:lnTo>
                  <a:lnTo>
                    <a:pt x="7299" y="5906"/>
                  </a:lnTo>
                  <a:lnTo>
                    <a:pt x="299" y="36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6"/>
            <p:cNvSpPr/>
            <p:nvPr/>
          </p:nvSpPr>
          <p:spPr>
            <a:xfrm>
              <a:off x="4189800" y="4255125"/>
              <a:ext cx="386375" cy="83950"/>
            </a:xfrm>
            <a:custGeom>
              <a:avLst/>
              <a:gdLst/>
              <a:ahLst/>
              <a:cxnLst/>
              <a:rect l="l" t="t" r="r" b="b"/>
              <a:pathLst>
                <a:path w="15455" h="3358" extrusionOk="0">
                  <a:moveTo>
                    <a:pt x="36" y="0"/>
                  </a:moveTo>
                  <a:lnTo>
                    <a:pt x="36" y="0"/>
                  </a:lnTo>
                  <a:cubicBezTo>
                    <a:pt x="48" y="48"/>
                    <a:pt x="48" y="107"/>
                    <a:pt x="48" y="155"/>
                  </a:cubicBezTo>
                  <a:cubicBezTo>
                    <a:pt x="48" y="214"/>
                    <a:pt x="24" y="286"/>
                    <a:pt x="0" y="334"/>
                  </a:cubicBezTo>
                  <a:lnTo>
                    <a:pt x="143" y="381"/>
                  </a:lnTo>
                  <a:lnTo>
                    <a:pt x="15395" y="3358"/>
                  </a:lnTo>
                  <a:lnTo>
                    <a:pt x="15395" y="3262"/>
                  </a:lnTo>
                  <a:cubicBezTo>
                    <a:pt x="15407" y="3179"/>
                    <a:pt x="15419" y="3084"/>
                    <a:pt x="15455" y="3012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6"/>
            <p:cNvSpPr/>
            <p:nvPr/>
          </p:nvSpPr>
          <p:spPr>
            <a:xfrm>
              <a:off x="4185925" y="3740775"/>
              <a:ext cx="804900" cy="513475"/>
            </a:xfrm>
            <a:custGeom>
              <a:avLst/>
              <a:gdLst/>
              <a:ahLst/>
              <a:cxnLst/>
              <a:rect l="l" t="t" r="r" b="b"/>
              <a:pathLst>
                <a:path w="32196" h="20539" extrusionOk="0">
                  <a:moveTo>
                    <a:pt x="32017" y="0"/>
                  </a:moveTo>
                  <a:lnTo>
                    <a:pt x="1" y="20265"/>
                  </a:lnTo>
                  <a:cubicBezTo>
                    <a:pt x="84" y="20324"/>
                    <a:pt x="155" y="20431"/>
                    <a:pt x="191" y="20538"/>
                  </a:cubicBezTo>
                  <a:lnTo>
                    <a:pt x="32195" y="274"/>
                  </a:lnTo>
                  <a:cubicBezTo>
                    <a:pt x="32124" y="203"/>
                    <a:pt x="32052" y="95"/>
                    <a:pt x="3201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6"/>
            <p:cNvSpPr/>
            <p:nvPr/>
          </p:nvSpPr>
          <p:spPr>
            <a:xfrm>
              <a:off x="4604725" y="4122375"/>
              <a:ext cx="224450" cy="207175"/>
            </a:xfrm>
            <a:custGeom>
              <a:avLst/>
              <a:gdLst/>
              <a:ahLst/>
              <a:cxnLst/>
              <a:rect l="l" t="t" r="r" b="b"/>
              <a:pathLst>
                <a:path w="8978" h="8287" extrusionOk="0">
                  <a:moveTo>
                    <a:pt x="8752" y="0"/>
                  </a:moveTo>
                  <a:lnTo>
                    <a:pt x="1" y="8037"/>
                  </a:lnTo>
                  <a:cubicBezTo>
                    <a:pt x="96" y="8108"/>
                    <a:pt x="167" y="8191"/>
                    <a:pt x="227" y="8287"/>
                  </a:cubicBezTo>
                  <a:lnTo>
                    <a:pt x="8978" y="250"/>
                  </a:lnTo>
                  <a:cubicBezTo>
                    <a:pt x="8907" y="167"/>
                    <a:pt x="8811" y="95"/>
                    <a:pt x="875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6"/>
            <p:cNvSpPr/>
            <p:nvPr/>
          </p:nvSpPr>
          <p:spPr>
            <a:xfrm>
              <a:off x="4727950" y="4136950"/>
              <a:ext cx="125650" cy="274450"/>
            </a:xfrm>
            <a:custGeom>
              <a:avLst/>
              <a:gdLst/>
              <a:ahLst/>
              <a:cxnLst/>
              <a:rect l="l" t="t" r="r" b="b"/>
              <a:pathLst>
                <a:path w="5026" h="10978" extrusionOk="0">
                  <a:moveTo>
                    <a:pt x="4704" y="0"/>
                  </a:moveTo>
                  <a:lnTo>
                    <a:pt x="1" y="10978"/>
                  </a:lnTo>
                  <a:lnTo>
                    <a:pt x="370" y="10978"/>
                  </a:lnTo>
                  <a:lnTo>
                    <a:pt x="5025" y="119"/>
                  </a:lnTo>
                  <a:lnTo>
                    <a:pt x="5025" y="48"/>
                  </a:lnTo>
                  <a:lnTo>
                    <a:pt x="4906" y="48"/>
                  </a:lnTo>
                  <a:cubicBezTo>
                    <a:pt x="4835" y="24"/>
                    <a:pt x="4763" y="24"/>
                    <a:pt x="470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6"/>
            <p:cNvSpPr/>
            <p:nvPr/>
          </p:nvSpPr>
          <p:spPr>
            <a:xfrm>
              <a:off x="4605925" y="4346200"/>
              <a:ext cx="86650" cy="65200"/>
            </a:xfrm>
            <a:custGeom>
              <a:avLst/>
              <a:gdLst/>
              <a:ahLst/>
              <a:cxnLst/>
              <a:rect l="l" t="t" r="r" b="b"/>
              <a:pathLst>
                <a:path w="3466" h="2608" extrusionOk="0">
                  <a:moveTo>
                    <a:pt x="203" y="0"/>
                  </a:moveTo>
                  <a:cubicBezTo>
                    <a:pt x="167" y="108"/>
                    <a:pt x="84" y="203"/>
                    <a:pt x="0" y="274"/>
                  </a:cubicBezTo>
                  <a:lnTo>
                    <a:pt x="60" y="322"/>
                  </a:lnTo>
                  <a:lnTo>
                    <a:pt x="2917" y="2608"/>
                  </a:lnTo>
                  <a:lnTo>
                    <a:pt x="3465" y="2608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6"/>
            <p:cNvSpPr/>
            <p:nvPr/>
          </p:nvSpPr>
          <p:spPr>
            <a:xfrm>
              <a:off x="5016400" y="4244400"/>
              <a:ext cx="9250" cy="167000"/>
            </a:xfrm>
            <a:custGeom>
              <a:avLst/>
              <a:gdLst/>
              <a:ahLst/>
              <a:cxnLst/>
              <a:rect l="l" t="t" r="r" b="b"/>
              <a:pathLst>
                <a:path w="370" h="6680" extrusionOk="0">
                  <a:moveTo>
                    <a:pt x="333" y="1"/>
                  </a:moveTo>
                  <a:cubicBezTo>
                    <a:pt x="262" y="27"/>
                    <a:pt x="177" y="41"/>
                    <a:pt x="89" y="41"/>
                  </a:cubicBezTo>
                  <a:cubicBezTo>
                    <a:pt x="60" y="41"/>
                    <a:pt x="30" y="39"/>
                    <a:pt x="0" y="36"/>
                  </a:cubicBezTo>
                  <a:lnTo>
                    <a:pt x="0" y="36"/>
                  </a:lnTo>
                  <a:lnTo>
                    <a:pt x="24" y="6680"/>
                  </a:lnTo>
                  <a:lnTo>
                    <a:pt x="369" y="6680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6"/>
            <p:cNvSpPr/>
            <p:nvPr/>
          </p:nvSpPr>
          <p:spPr>
            <a:xfrm>
              <a:off x="5021450" y="4188150"/>
              <a:ext cx="3300" cy="3900"/>
            </a:xfrm>
            <a:custGeom>
              <a:avLst/>
              <a:gdLst/>
              <a:ahLst/>
              <a:cxnLst/>
              <a:rect l="l" t="t" r="r" b="b"/>
              <a:pathLst>
                <a:path w="132" h="156" extrusionOk="0">
                  <a:moveTo>
                    <a:pt x="0" y="0"/>
                  </a:moveTo>
                  <a:lnTo>
                    <a:pt x="0" y="119"/>
                  </a:lnTo>
                  <a:lnTo>
                    <a:pt x="12" y="119"/>
                  </a:lnTo>
                  <a:cubicBezTo>
                    <a:pt x="48" y="143"/>
                    <a:pt x="96" y="155"/>
                    <a:pt x="131" y="155"/>
                  </a:cubicBezTo>
                  <a:cubicBezTo>
                    <a:pt x="120" y="84"/>
                    <a:pt x="72" y="24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6"/>
            <p:cNvSpPr/>
            <p:nvPr/>
          </p:nvSpPr>
          <p:spPr>
            <a:xfrm>
              <a:off x="4864275" y="3750900"/>
              <a:ext cx="138450" cy="315225"/>
            </a:xfrm>
            <a:custGeom>
              <a:avLst/>
              <a:gdLst/>
              <a:ahLst/>
              <a:cxnLst/>
              <a:rect l="l" t="t" r="r" b="b"/>
              <a:pathLst>
                <a:path w="5538" h="12609" extrusionOk="0">
                  <a:moveTo>
                    <a:pt x="5216" y="0"/>
                  </a:moveTo>
                  <a:lnTo>
                    <a:pt x="1" y="12490"/>
                  </a:lnTo>
                  <a:cubicBezTo>
                    <a:pt x="132" y="12513"/>
                    <a:pt x="227" y="12549"/>
                    <a:pt x="322" y="12609"/>
                  </a:cubicBezTo>
                  <a:lnTo>
                    <a:pt x="5537" y="95"/>
                  </a:lnTo>
                  <a:lnTo>
                    <a:pt x="5514" y="95"/>
                  </a:lnTo>
                  <a:cubicBezTo>
                    <a:pt x="5406" y="83"/>
                    <a:pt x="5299" y="48"/>
                    <a:pt x="521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6"/>
            <p:cNvSpPr/>
            <p:nvPr/>
          </p:nvSpPr>
          <p:spPr>
            <a:xfrm>
              <a:off x="5003300" y="3753275"/>
              <a:ext cx="18175" cy="439050"/>
            </a:xfrm>
            <a:custGeom>
              <a:avLst/>
              <a:gdLst/>
              <a:ahLst/>
              <a:cxnLst/>
              <a:rect l="l" t="t" r="r" b="b"/>
              <a:pathLst>
                <a:path w="727" h="17562" extrusionOk="0">
                  <a:moveTo>
                    <a:pt x="143" y="0"/>
                  </a:moveTo>
                  <a:cubicBezTo>
                    <a:pt x="111" y="0"/>
                    <a:pt x="74" y="6"/>
                    <a:pt x="42" y="6"/>
                  </a:cubicBezTo>
                  <a:cubicBezTo>
                    <a:pt x="27" y="6"/>
                    <a:pt x="12" y="4"/>
                    <a:pt x="0" y="0"/>
                  </a:cubicBezTo>
                  <a:lnTo>
                    <a:pt x="0" y="0"/>
                  </a:lnTo>
                  <a:lnTo>
                    <a:pt x="381" y="17562"/>
                  </a:lnTo>
                  <a:cubicBezTo>
                    <a:pt x="457" y="17545"/>
                    <a:pt x="539" y="17528"/>
                    <a:pt x="622" y="17528"/>
                  </a:cubicBezTo>
                  <a:cubicBezTo>
                    <a:pt x="657" y="17528"/>
                    <a:pt x="692" y="17531"/>
                    <a:pt x="726" y="17538"/>
                  </a:cubicBezTo>
                  <a:lnTo>
                    <a:pt x="726" y="17419"/>
                  </a:lnTo>
                  <a:lnTo>
                    <a:pt x="357" y="572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6"/>
            <p:cNvSpPr/>
            <p:nvPr/>
          </p:nvSpPr>
          <p:spPr>
            <a:xfrm>
              <a:off x="4886325" y="4112250"/>
              <a:ext cx="111625" cy="96750"/>
            </a:xfrm>
            <a:custGeom>
              <a:avLst/>
              <a:gdLst/>
              <a:ahLst/>
              <a:cxnLst/>
              <a:rect l="l" t="t" r="r" b="b"/>
              <a:pathLst>
                <a:path w="4465" h="3870" extrusionOk="0">
                  <a:moveTo>
                    <a:pt x="155" y="0"/>
                  </a:moveTo>
                  <a:cubicBezTo>
                    <a:pt x="107" y="107"/>
                    <a:pt x="60" y="226"/>
                    <a:pt x="0" y="322"/>
                  </a:cubicBezTo>
                  <a:lnTo>
                    <a:pt x="4310" y="3870"/>
                  </a:lnTo>
                  <a:cubicBezTo>
                    <a:pt x="4346" y="3774"/>
                    <a:pt x="4393" y="3667"/>
                    <a:pt x="4465" y="3572"/>
                  </a:cubicBezTo>
                  <a:lnTo>
                    <a:pt x="15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6"/>
            <p:cNvSpPr/>
            <p:nvPr/>
          </p:nvSpPr>
          <p:spPr>
            <a:xfrm>
              <a:off x="5032450" y="4235775"/>
              <a:ext cx="207800" cy="173550"/>
            </a:xfrm>
            <a:custGeom>
              <a:avLst/>
              <a:gdLst/>
              <a:ahLst/>
              <a:cxnLst/>
              <a:rect l="l" t="t" r="r" b="b"/>
              <a:pathLst>
                <a:path w="8312" h="6942" extrusionOk="0">
                  <a:moveTo>
                    <a:pt x="275" y="0"/>
                  </a:moveTo>
                  <a:cubicBezTo>
                    <a:pt x="191" y="96"/>
                    <a:pt x="96" y="167"/>
                    <a:pt x="1" y="226"/>
                  </a:cubicBezTo>
                  <a:lnTo>
                    <a:pt x="8121" y="6942"/>
                  </a:lnTo>
                  <a:cubicBezTo>
                    <a:pt x="8169" y="6834"/>
                    <a:pt x="8240" y="6751"/>
                    <a:pt x="8312" y="6668"/>
                  </a:cubicBez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6"/>
            <p:cNvSpPr/>
            <p:nvPr/>
          </p:nvSpPr>
          <p:spPr>
            <a:xfrm>
              <a:off x="5006875" y="3750000"/>
              <a:ext cx="242600" cy="651600"/>
            </a:xfrm>
            <a:custGeom>
              <a:avLst/>
              <a:gdLst/>
              <a:ahLst/>
              <a:cxnLst/>
              <a:rect l="l" t="t" r="r" b="b"/>
              <a:pathLst>
                <a:path w="9704" h="26064" extrusionOk="0">
                  <a:moveTo>
                    <a:pt x="333" y="0"/>
                  </a:moveTo>
                  <a:cubicBezTo>
                    <a:pt x="226" y="60"/>
                    <a:pt x="107" y="107"/>
                    <a:pt x="0" y="119"/>
                  </a:cubicBezTo>
                  <a:lnTo>
                    <a:pt x="214" y="679"/>
                  </a:lnTo>
                  <a:lnTo>
                    <a:pt x="9394" y="26063"/>
                  </a:lnTo>
                  <a:cubicBezTo>
                    <a:pt x="9489" y="26004"/>
                    <a:pt x="9585" y="25944"/>
                    <a:pt x="9704" y="25920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6"/>
            <p:cNvSpPr/>
            <p:nvPr/>
          </p:nvSpPr>
          <p:spPr>
            <a:xfrm>
              <a:off x="4991100" y="4191000"/>
              <a:ext cx="56575" cy="53975"/>
            </a:xfrm>
            <a:custGeom>
              <a:avLst/>
              <a:gdLst/>
              <a:ahLst/>
              <a:cxnLst/>
              <a:rect l="l" t="t" r="r" b="b"/>
              <a:pathLst>
                <a:path w="2263" h="2159" extrusionOk="0">
                  <a:moveTo>
                    <a:pt x="1125" y="1"/>
                  </a:moveTo>
                  <a:cubicBezTo>
                    <a:pt x="1037" y="1"/>
                    <a:pt x="950" y="14"/>
                    <a:pt x="869" y="41"/>
                  </a:cubicBezTo>
                  <a:cubicBezTo>
                    <a:pt x="631" y="101"/>
                    <a:pt x="429" y="232"/>
                    <a:pt x="274" y="422"/>
                  </a:cubicBezTo>
                  <a:cubicBezTo>
                    <a:pt x="202" y="517"/>
                    <a:pt x="143" y="624"/>
                    <a:pt x="119" y="720"/>
                  </a:cubicBezTo>
                  <a:cubicBezTo>
                    <a:pt x="83" y="803"/>
                    <a:pt x="71" y="886"/>
                    <a:pt x="60" y="982"/>
                  </a:cubicBezTo>
                  <a:cubicBezTo>
                    <a:pt x="0" y="1577"/>
                    <a:pt x="441" y="2113"/>
                    <a:pt x="1024" y="2148"/>
                  </a:cubicBezTo>
                  <a:cubicBezTo>
                    <a:pt x="1061" y="2156"/>
                    <a:pt x="1098" y="2159"/>
                    <a:pt x="1134" y="2159"/>
                  </a:cubicBezTo>
                  <a:cubicBezTo>
                    <a:pt x="1216" y="2159"/>
                    <a:pt x="1295" y="2145"/>
                    <a:pt x="1369" y="2137"/>
                  </a:cubicBezTo>
                  <a:cubicBezTo>
                    <a:pt x="1464" y="2113"/>
                    <a:pt x="1572" y="2077"/>
                    <a:pt x="1679" y="2017"/>
                  </a:cubicBezTo>
                  <a:cubicBezTo>
                    <a:pt x="1750" y="1958"/>
                    <a:pt x="1845" y="1887"/>
                    <a:pt x="1929" y="1791"/>
                  </a:cubicBezTo>
                  <a:cubicBezTo>
                    <a:pt x="2084" y="1636"/>
                    <a:pt x="2167" y="1422"/>
                    <a:pt x="2203" y="1184"/>
                  </a:cubicBezTo>
                  <a:cubicBezTo>
                    <a:pt x="2262" y="636"/>
                    <a:pt x="1881" y="148"/>
                    <a:pt x="1345" y="29"/>
                  </a:cubicBezTo>
                  <a:cubicBezTo>
                    <a:pt x="1310" y="5"/>
                    <a:pt x="1274" y="5"/>
                    <a:pt x="1226" y="5"/>
                  </a:cubicBezTo>
                  <a:lnTo>
                    <a:pt x="1214" y="5"/>
                  </a:lnTo>
                  <a:cubicBezTo>
                    <a:pt x="1185" y="2"/>
                    <a:pt x="1155" y="1"/>
                    <a:pt x="112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6"/>
            <p:cNvSpPr/>
            <p:nvPr/>
          </p:nvSpPr>
          <p:spPr>
            <a:xfrm>
              <a:off x="4815775" y="4062050"/>
              <a:ext cx="78000" cy="76425"/>
            </a:xfrm>
            <a:custGeom>
              <a:avLst/>
              <a:gdLst/>
              <a:ahLst/>
              <a:cxnLst/>
              <a:rect l="l" t="t" r="r" b="b"/>
              <a:pathLst>
                <a:path w="3120" h="3057" extrusionOk="0">
                  <a:moveTo>
                    <a:pt x="1541" y="0"/>
                  </a:moveTo>
                  <a:cubicBezTo>
                    <a:pt x="769" y="0"/>
                    <a:pt x="102" y="595"/>
                    <a:pt x="24" y="1389"/>
                  </a:cubicBezTo>
                  <a:cubicBezTo>
                    <a:pt x="0" y="1770"/>
                    <a:pt x="107" y="2151"/>
                    <a:pt x="322" y="2425"/>
                  </a:cubicBezTo>
                  <a:cubicBezTo>
                    <a:pt x="405" y="2520"/>
                    <a:pt x="476" y="2604"/>
                    <a:pt x="548" y="2687"/>
                  </a:cubicBezTo>
                  <a:cubicBezTo>
                    <a:pt x="727" y="2842"/>
                    <a:pt x="953" y="2949"/>
                    <a:pt x="1191" y="3008"/>
                  </a:cubicBezTo>
                  <a:cubicBezTo>
                    <a:pt x="1262" y="3020"/>
                    <a:pt x="1322" y="3044"/>
                    <a:pt x="1393" y="3056"/>
                  </a:cubicBezTo>
                  <a:lnTo>
                    <a:pt x="1512" y="3056"/>
                  </a:lnTo>
                  <a:cubicBezTo>
                    <a:pt x="1523" y="3056"/>
                    <a:pt x="1534" y="3056"/>
                    <a:pt x="1545" y="3056"/>
                  </a:cubicBezTo>
                  <a:cubicBezTo>
                    <a:pt x="2068" y="3056"/>
                    <a:pt x="2554" y="2773"/>
                    <a:pt x="2822" y="2353"/>
                  </a:cubicBezTo>
                  <a:cubicBezTo>
                    <a:pt x="2882" y="2246"/>
                    <a:pt x="2941" y="2151"/>
                    <a:pt x="2977" y="2044"/>
                  </a:cubicBezTo>
                  <a:cubicBezTo>
                    <a:pt x="3013" y="1913"/>
                    <a:pt x="3048" y="1770"/>
                    <a:pt x="3060" y="1651"/>
                  </a:cubicBezTo>
                  <a:cubicBezTo>
                    <a:pt x="3120" y="1032"/>
                    <a:pt x="2798" y="448"/>
                    <a:pt x="2274" y="163"/>
                  </a:cubicBezTo>
                  <a:cubicBezTo>
                    <a:pt x="2167" y="103"/>
                    <a:pt x="2072" y="79"/>
                    <a:pt x="1965" y="44"/>
                  </a:cubicBezTo>
                  <a:cubicBezTo>
                    <a:pt x="1870" y="20"/>
                    <a:pt x="1786" y="8"/>
                    <a:pt x="1691" y="8"/>
                  </a:cubicBezTo>
                  <a:cubicBezTo>
                    <a:pt x="1640" y="3"/>
                    <a:pt x="1590" y="0"/>
                    <a:pt x="154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6"/>
            <p:cNvSpPr/>
            <p:nvPr/>
          </p:nvSpPr>
          <p:spPr>
            <a:xfrm>
              <a:off x="2997100" y="4406875"/>
              <a:ext cx="25600" cy="5125"/>
            </a:xfrm>
            <a:custGeom>
              <a:avLst/>
              <a:gdLst/>
              <a:ahLst/>
              <a:cxnLst/>
              <a:rect l="l" t="t" r="r" b="b"/>
              <a:pathLst>
                <a:path w="1024" h="205" extrusionOk="0">
                  <a:moveTo>
                    <a:pt x="540" y="1"/>
                  </a:moveTo>
                  <a:cubicBezTo>
                    <a:pt x="336" y="1"/>
                    <a:pt x="153" y="63"/>
                    <a:pt x="0" y="205"/>
                  </a:cubicBezTo>
                  <a:lnTo>
                    <a:pt x="1024" y="205"/>
                  </a:lnTo>
                  <a:cubicBezTo>
                    <a:pt x="964" y="145"/>
                    <a:pt x="881" y="98"/>
                    <a:pt x="798" y="62"/>
                  </a:cubicBezTo>
                  <a:cubicBezTo>
                    <a:pt x="726" y="26"/>
                    <a:pt x="655" y="2"/>
                    <a:pt x="595" y="2"/>
                  </a:cubicBezTo>
                  <a:cubicBezTo>
                    <a:pt x="577" y="1"/>
                    <a:pt x="558" y="1"/>
                    <a:pt x="54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6"/>
            <p:cNvSpPr/>
            <p:nvPr/>
          </p:nvSpPr>
          <p:spPr>
            <a:xfrm>
              <a:off x="2698250" y="4188575"/>
              <a:ext cx="14300" cy="13925"/>
            </a:xfrm>
            <a:custGeom>
              <a:avLst/>
              <a:gdLst/>
              <a:ahLst/>
              <a:cxnLst/>
              <a:rect l="l" t="t" r="r" b="b"/>
              <a:pathLst>
                <a:path w="572" h="557" extrusionOk="0">
                  <a:moveTo>
                    <a:pt x="264" y="1"/>
                  </a:moveTo>
                  <a:cubicBezTo>
                    <a:pt x="193" y="1"/>
                    <a:pt x="120" y="42"/>
                    <a:pt x="72" y="90"/>
                  </a:cubicBezTo>
                  <a:cubicBezTo>
                    <a:pt x="48" y="138"/>
                    <a:pt x="12" y="186"/>
                    <a:pt x="12" y="245"/>
                  </a:cubicBezTo>
                  <a:cubicBezTo>
                    <a:pt x="0" y="400"/>
                    <a:pt x="107" y="555"/>
                    <a:pt x="250" y="555"/>
                  </a:cubicBezTo>
                  <a:cubicBezTo>
                    <a:pt x="259" y="556"/>
                    <a:pt x="269" y="556"/>
                    <a:pt x="278" y="556"/>
                  </a:cubicBezTo>
                  <a:cubicBezTo>
                    <a:pt x="375" y="556"/>
                    <a:pt x="469" y="500"/>
                    <a:pt x="512" y="424"/>
                  </a:cubicBezTo>
                  <a:cubicBezTo>
                    <a:pt x="524" y="388"/>
                    <a:pt x="536" y="340"/>
                    <a:pt x="548" y="305"/>
                  </a:cubicBezTo>
                  <a:cubicBezTo>
                    <a:pt x="572" y="150"/>
                    <a:pt x="465" y="19"/>
                    <a:pt x="310" y="7"/>
                  </a:cubicBezTo>
                  <a:cubicBezTo>
                    <a:pt x="295" y="3"/>
                    <a:pt x="279" y="1"/>
                    <a:pt x="26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6"/>
            <p:cNvSpPr/>
            <p:nvPr/>
          </p:nvSpPr>
          <p:spPr>
            <a:xfrm>
              <a:off x="3732600" y="4168050"/>
              <a:ext cx="29200" cy="27800"/>
            </a:xfrm>
            <a:custGeom>
              <a:avLst/>
              <a:gdLst/>
              <a:ahLst/>
              <a:cxnLst/>
              <a:rect l="l" t="t" r="r" b="b"/>
              <a:pathLst>
                <a:path w="1168" h="1112" extrusionOk="0">
                  <a:moveTo>
                    <a:pt x="567" y="0"/>
                  </a:moveTo>
                  <a:cubicBezTo>
                    <a:pt x="300" y="0"/>
                    <a:pt x="69" y="223"/>
                    <a:pt x="36" y="495"/>
                  </a:cubicBezTo>
                  <a:cubicBezTo>
                    <a:pt x="0" y="757"/>
                    <a:pt x="179" y="995"/>
                    <a:pt x="417" y="1078"/>
                  </a:cubicBezTo>
                  <a:lnTo>
                    <a:pt x="429" y="1078"/>
                  </a:lnTo>
                  <a:cubicBezTo>
                    <a:pt x="465" y="1090"/>
                    <a:pt x="489" y="1102"/>
                    <a:pt x="524" y="1102"/>
                  </a:cubicBezTo>
                  <a:cubicBezTo>
                    <a:pt x="549" y="1109"/>
                    <a:pt x="574" y="1112"/>
                    <a:pt x="600" y="1112"/>
                  </a:cubicBezTo>
                  <a:cubicBezTo>
                    <a:pt x="661" y="1112"/>
                    <a:pt x="724" y="1095"/>
                    <a:pt x="774" y="1078"/>
                  </a:cubicBezTo>
                  <a:cubicBezTo>
                    <a:pt x="965" y="1007"/>
                    <a:pt x="1108" y="840"/>
                    <a:pt x="1131" y="614"/>
                  </a:cubicBezTo>
                  <a:cubicBezTo>
                    <a:pt x="1167" y="316"/>
                    <a:pt x="941" y="54"/>
                    <a:pt x="643" y="7"/>
                  </a:cubicBezTo>
                  <a:cubicBezTo>
                    <a:pt x="618" y="2"/>
                    <a:pt x="592" y="0"/>
                    <a:pt x="56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6"/>
            <p:cNvSpPr/>
            <p:nvPr/>
          </p:nvSpPr>
          <p:spPr>
            <a:xfrm>
              <a:off x="4574675" y="4319825"/>
              <a:ext cx="37825" cy="38250"/>
            </a:xfrm>
            <a:custGeom>
              <a:avLst/>
              <a:gdLst/>
              <a:ahLst/>
              <a:cxnLst/>
              <a:rect l="l" t="t" r="r" b="b"/>
              <a:pathLst>
                <a:path w="1513" h="1530" extrusionOk="0">
                  <a:moveTo>
                    <a:pt x="731" y="0"/>
                  </a:moveTo>
                  <a:cubicBezTo>
                    <a:pt x="438" y="0"/>
                    <a:pt x="177" y="180"/>
                    <a:pt x="60" y="436"/>
                  </a:cubicBezTo>
                  <a:cubicBezTo>
                    <a:pt x="24" y="508"/>
                    <a:pt x="0" y="603"/>
                    <a:pt x="0" y="686"/>
                  </a:cubicBezTo>
                  <a:lnTo>
                    <a:pt x="0" y="782"/>
                  </a:lnTo>
                  <a:cubicBezTo>
                    <a:pt x="0" y="889"/>
                    <a:pt x="24" y="984"/>
                    <a:pt x="60" y="1079"/>
                  </a:cubicBezTo>
                  <a:cubicBezTo>
                    <a:pt x="95" y="1186"/>
                    <a:pt x="179" y="1270"/>
                    <a:pt x="262" y="1341"/>
                  </a:cubicBezTo>
                  <a:cubicBezTo>
                    <a:pt x="381" y="1448"/>
                    <a:pt x="524" y="1508"/>
                    <a:pt x="679" y="1520"/>
                  </a:cubicBezTo>
                  <a:cubicBezTo>
                    <a:pt x="710" y="1527"/>
                    <a:pt x="742" y="1530"/>
                    <a:pt x="772" y="1530"/>
                  </a:cubicBezTo>
                  <a:cubicBezTo>
                    <a:pt x="847" y="1530"/>
                    <a:pt x="918" y="1513"/>
                    <a:pt x="976" y="1496"/>
                  </a:cubicBezTo>
                  <a:cubicBezTo>
                    <a:pt x="1084" y="1460"/>
                    <a:pt x="1167" y="1401"/>
                    <a:pt x="1250" y="1341"/>
                  </a:cubicBezTo>
                  <a:cubicBezTo>
                    <a:pt x="1334" y="1270"/>
                    <a:pt x="1393" y="1186"/>
                    <a:pt x="1441" y="1079"/>
                  </a:cubicBezTo>
                  <a:cubicBezTo>
                    <a:pt x="1465" y="1008"/>
                    <a:pt x="1488" y="925"/>
                    <a:pt x="1500" y="853"/>
                  </a:cubicBezTo>
                  <a:cubicBezTo>
                    <a:pt x="1512" y="686"/>
                    <a:pt x="1488" y="544"/>
                    <a:pt x="1417" y="424"/>
                  </a:cubicBezTo>
                  <a:cubicBezTo>
                    <a:pt x="1369" y="293"/>
                    <a:pt x="1298" y="198"/>
                    <a:pt x="1203" y="139"/>
                  </a:cubicBezTo>
                  <a:cubicBezTo>
                    <a:pt x="1096" y="67"/>
                    <a:pt x="965" y="8"/>
                    <a:pt x="834" y="8"/>
                  </a:cubicBezTo>
                  <a:cubicBezTo>
                    <a:pt x="799" y="3"/>
                    <a:pt x="765" y="0"/>
                    <a:pt x="73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6"/>
            <p:cNvSpPr/>
            <p:nvPr/>
          </p:nvSpPr>
          <p:spPr>
            <a:xfrm>
              <a:off x="4163600" y="4245300"/>
              <a:ext cx="27400" cy="26400"/>
            </a:xfrm>
            <a:custGeom>
              <a:avLst/>
              <a:gdLst/>
              <a:ahLst/>
              <a:cxnLst/>
              <a:rect l="l" t="t" r="r" b="b"/>
              <a:pathLst>
                <a:path w="1096" h="1056" extrusionOk="0">
                  <a:moveTo>
                    <a:pt x="608" y="0"/>
                  </a:moveTo>
                  <a:cubicBezTo>
                    <a:pt x="548" y="0"/>
                    <a:pt x="501" y="0"/>
                    <a:pt x="453" y="12"/>
                  </a:cubicBezTo>
                  <a:cubicBezTo>
                    <a:pt x="215" y="60"/>
                    <a:pt x="36" y="250"/>
                    <a:pt x="24" y="488"/>
                  </a:cubicBezTo>
                  <a:cubicBezTo>
                    <a:pt x="1" y="560"/>
                    <a:pt x="24" y="667"/>
                    <a:pt x="72" y="750"/>
                  </a:cubicBezTo>
                  <a:cubicBezTo>
                    <a:pt x="120" y="858"/>
                    <a:pt x="203" y="953"/>
                    <a:pt x="310" y="988"/>
                  </a:cubicBezTo>
                  <a:cubicBezTo>
                    <a:pt x="370" y="1024"/>
                    <a:pt x="429" y="1036"/>
                    <a:pt x="501" y="1048"/>
                  </a:cubicBezTo>
                  <a:cubicBezTo>
                    <a:pt x="528" y="1053"/>
                    <a:pt x="555" y="1055"/>
                    <a:pt x="581" y="1055"/>
                  </a:cubicBezTo>
                  <a:cubicBezTo>
                    <a:pt x="681" y="1055"/>
                    <a:pt x="773" y="1021"/>
                    <a:pt x="858" y="965"/>
                  </a:cubicBezTo>
                  <a:lnTo>
                    <a:pt x="870" y="965"/>
                  </a:lnTo>
                  <a:cubicBezTo>
                    <a:pt x="941" y="905"/>
                    <a:pt x="1013" y="846"/>
                    <a:pt x="1048" y="750"/>
                  </a:cubicBezTo>
                  <a:cubicBezTo>
                    <a:pt x="1084" y="691"/>
                    <a:pt x="1096" y="631"/>
                    <a:pt x="1096" y="572"/>
                  </a:cubicBezTo>
                  <a:cubicBezTo>
                    <a:pt x="1096" y="512"/>
                    <a:pt x="1096" y="465"/>
                    <a:pt x="1084" y="429"/>
                  </a:cubicBezTo>
                  <a:cubicBezTo>
                    <a:pt x="1084" y="417"/>
                    <a:pt x="1084" y="393"/>
                    <a:pt x="1072" y="381"/>
                  </a:cubicBezTo>
                  <a:cubicBezTo>
                    <a:pt x="1036" y="262"/>
                    <a:pt x="965" y="179"/>
                    <a:pt x="870" y="96"/>
                  </a:cubicBezTo>
                  <a:cubicBezTo>
                    <a:pt x="858" y="84"/>
                    <a:pt x="846" y="72"/>
                    <a:pt x="834" y="72"/>
                  </a:cubicBezTo>
                  <a:cubicBezTo>
                    <a:pt x="751" y="24"/>
                    <a:pt x="679" y="0"/>
                    <a:pt x="6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6"/>
            <p:cNvSpPr/>
            <p:nvPr/>
          </p:nvSpPr>
          <p:spPr>
            <a:xfrm>
              <a:off x="2754800" y="4228775"/>
              <a:ext cx="27100" cy="27250"/>
            </a:xfrm>
            <a:custGeom>
              <a:avLst/>
              <a:gdLst/>
              <a:ahLst/>
              <a:cxnLst/>
              <a:rect l="l" t="t" r="r" b="b"/>
              <a:pathLst>
                <a:path w="1084" h="1090" extrusionOk="0">
                  <a:moveTo>
                    <a:pt x="516" y="0"/>
                  </a:moveTo>
                  <a:cubicBezTo>
                    <a:pt x="325" y="0"/>
                    <a:pt x="166" y="111"/>
                    <a:pt x="72" y="268"/>
                  </a:cubicBezTo>
                  <a:cubicBezTo>
                    <a:pt x="36" y="328"/>
                    <a:pt x="12" y="399"/>
                    <a:pt x="0" y="495"/>
                  </a:cubicBezTo>
                  <a:cubicBezTo>
                    <a:pt x="0" y="554"/>
                    <a:pt x="0" y="614"/>
                    <a:pt x="12" y="661"/>
                  </a:cubicBezTo>
                  <a:cubicBezTo>
                    <a:pt x="36" y="721"/>
                    <a:pt x="60" y="780"/>
                    <a:pt x="96" y="840"/>
                  </a:cubicBezTo>
                  <a:cubicBezTo>
                    <a:pt x="179" y="971"/>
                    <a:pt x="310" y="1054"/>
                    <a:pt x="489" y="1090"/>
                  </a:cubicBezTo>
                  <a:lnTo>
                    <a:pt x="548" y="1090"/>
                  </a:lnTo>
                  <a:cubicBezTo>
                    <a:pt x="703" y="1090"/>
                    <a:pt x="834" y="1030"/>
                    <a:pt x="929" y="935"/>
                  </a:cubicBezTo>
                  <a:cubicBezTo>
                    <a:pt x="1012" y="852"/>
                    <a:pt x="1084" y="733"/>
                    <a:pt x="1084" y="602"/>
                  </a:cubicBezTo>
                  <a:lnTo>
                    <a:pt x="1084" y="506"/>
                  </a:lnTo>
                  <a:cubicBezTo>
                    <a:pt x="1084" y="387"/>
                    <a:pt x="1048" y="280"/>
                    <a:pt x="965" y="197"/>
                  </a:cubicBezTo>
                  <a:cubicBezTo>
                    <a:pt x="881" y="90"/>
                    <a:pt x="750" y="18"/>
                    <a:pt x="596" y="6"/>
                  </a:cubicBezTo>
                  <a:cubicBezTo>
                    <a:pt x="569" y="2"/>
                    <a:pt x="542" y="0"/>
                    <a:pt x="51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6"/>
            <p:cNvSpPr/>
            <p:nvPr/>
          </p:nvSpPr>
          <p:spPr>
            <a:xfrm>
              <a:off x="2582150" y="4308350"/>
              <a:ext cx="28000" cy="27250"/>
            </a:xfrm>
            <a:custGeom>
              <a:avLst/>
              <a:gdLst/>
              <a:ahLst/>
              <a:cxnLst/>
              <a:rect l="l" t="t" r="r" b="b"/>
              <a:pathLst>
                <a:path w="1120" h="1090" extrusionOk="0">
                  <a:moveTo>
                    <a:pt x="575" y="1"/>
                  </a:moveTo>
                  <a:cubicBezTo>
                    <a:pt x="296" y="1"/>
                    <a:pt x="58" y="208"/>
                    <a:pt x="25" y="491"/>
                  </a:cubicBezTo>
                  <a:cubicBezTo>
                    <a:pt x="1" y="788"/>
                    <a:pt x="215" y="1062"/>
                    <a:pt x="525" y="1086"/>
                  </a:cubicBezTo>
                  <a:cubicBezTo>
                    <a:pt x="545" y="1088"/>
                    <a:pt x="566" y="1090"/>
                    <a:pt x="586" y="1090"/>
                  </a:cubicBezTo>
                  <a:cubicBezTo>
                    <a:pt x="858" y="1090"/>
                    <a:pt x="1087" y="875"/>
                    <a:pt x="1120" y="598"/>
                  </a:cubicBezTo>
                  <a:cubicBezTo>
                    <a:pt x="1120" y="538"/>
                    <a:pt x="1120" y="479"/>
                    <a:pt x="1096" y="431"/>
                  </a:cubicBezTo>
                  <a:cubicBezTo>
                    <a:pt x="1072" y="312"/>
                    <a:pt x="1013" y="217"/>
                    <a:pt x="941" y="133"/>
                  </a:cubicBezTo>
                  <a:cubicBezTo>
                    <a:pt x="858" y="74"/>
                    <a:pt x="775" y="26"/>
                    <a:pt x="679" y="14"/>
                  </a:cubicBezTo>
                  <a:cubicBezTo>
                    <a:pt x="667" y="14"/>
                    <a:pt x="656" y="2"/>
                    <a:pt x="620" y="2"/>
                  </a:cubicBezTo>
                  <a:cubicBezTo>
                    <a:pt x="605" y="1"/>
                    <a:pt x="590" y="1"/>
                    <a:pt x="57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6"/>
            <p:cNvSpPr/>
            <p:nvPr/>
          </p:nvSpPr>
          <p:spPr>
            <a:xfrm>
              <a:off x="3259325" y="4015150"/>
              <a:ext cx="28300" cy="26950"/>
            </a:xfrm>
            <a:custGeom>
              <a:avLst/>
              <a:gdLst/>
              <a:ahLst/>
              <a:cxnLst/>
              <a:rect l="l" t="t" r="r" b="b"/>
              <a:pathLst>
                <a:path w="1132" h="1078" extrusionOk="0">
                  <a:moveTo>
                    <a:pt x="563" y="1"/>
                  </a:moveTo>
                  <a:cubicBezTo>
                    <a:pt x="284" y="1"/>
                    <a:pt x="46" y="208"/>
                    <a:pt x="12" y="491"/>
                  </a:cubicBezTo>
                  <a:cubicBezTo>
                    <a:pt x="0" y="646"/>
                    <a:pt x="48" y="777"/>
                    <a:pt x="155" y="896"/>
                  </a:cubicBezTo>
                  <a:cubicBezTo>
                    <a:pt x="215" y="967"/>
                    <a:pt x="310" y="1027"/>
                    <a:pt x="429" y="1062"/>
                  </a:cubicBezTo>
                  <a:cubicBezTo>
                    <a:pt x="453" y="1062"/>
                    <a:pt x="477" y="1074"/>
                    <a:pt x="489" y="1074"/>
                  </a:cubicBezTo>
                  <a:lnTo>
                    <a:pt x="512" y="1074"/>
                  </a:lnTo>
                  <a:cubicBezTo>
                    <a:pt x="533" y="1076"/>
                    <a:pt x="553" y="1077"/>
                    <a:pt x="572" y="1077"/>
                  </a:cubicBezTo>
                  <a:cubicBezTo>
                    <a:pt x="665" y="1077"/>
                    <a:pt x="745" y="1054"/>
                    <a:pt x="834" y="1015"/>
                  </a:cubicBezTo>
                  <a:cubicBezTo>
                    <a:pt x="989" y="931"/>
                    <a:pt x="1084" y="777"/>
                    <a:pt x="1108" y="598"/>
                  </a:cubicBezTo>
                  <a:cubicBezTo>
                    <a:pt x="1132" y="300"/>
                    <a:pt x="905" y="38"/>
                    <a:pt x="608" y="3"/>
                  </a:cubicBezTo>
                  <a:cubicBezTo>
                    <a:pt x="593" y="2"/>
                    <a:pt x="577" y="1"/>
                    <a:pt x="56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6"/>
            <p:cNvSpPr/>
            <p:nvPr/>
          </p:nvSpPr>
          <p:spPr>
            <a:xfrm>
              <a:off x="5234575" y="4397850"/>
              <a:ext cx="36625" cy="13550"/>
            </a:xfrm>
            <a:custGeom>
              <a:avLst/>
              <a:gdLst/>
              <a:ahLst/>
              <a:cxnLst/>
              <a:rect l="l" t="t" r="r" b="b"/>
              <a:pathLst>
                <a:path w="1465" h="542" extrusionOk="0">
                  <a:moveTo>
                    <a:pt x="736" y="1"/>
                  </a:moveTo>
                  <a:cubicBezTo>
                    <a:pt x="686" y="1"/>
                    <a:pt x="635" y="6"/>
                    <a:pt x="596" y="6"/>
                  </a:cubicBezTo>
                  <a:cubicBezTo>
                    <a:pt x="477" y="30"/>
                    <a:pt x="381" y="66"/>
                    <a:pt x="286" y="149"/>
                  </a:cubicBezTo>
                  <a:cubicBezTo>
                    <a:pt x="262" y="161"/>
                    <a:pt x="238" y="173"/>
                    <a:pt x="227" y="185"/>
                  </a:cubicBezTo>
                  <a:cubicBezTo>
                    <a:pt x="143" y="268"/>
                    <a:pt x="84" y="351"/>
                    <a:pt x="36" y="459"/>
                  </a:cubicBezTo>
                  <a:cubicBezTo>
                    <a:pt x="24" y="482"/>
                    <a:pt x="24" y="518"/>
                    <a:pt x="0" y="542"/>
                  </a:cubicBezTo>
                  <a:lnTo>
                    <a:pt x="1465" y="542"/>
                  </a:lnTo>
                  <a:cubicBezTo>
                    <a:pt x="1370" y="268"/>
                    <a:pt x="1120" y="42"/>
                    <a:pt x="810" y="6"/>
                  </a:cubicBezTo>
                  <a:cubicBezTo>
                    <a:pt x="786" y="2"/>
                    <a:pt x="761" y="1"/>
                    <a:pt x="73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6"/>
            <p:cNvSpPr/>
            <p:nvPr/>
          </p:nvSpPr>
          <p:spPr>
            <a:xfrm>
              <a:off x="4984250" y="3714800"/>
              <a:ext cx="39600" cy="38200"/>
            </a:xfrm>
            <a:custGeom>
              <a:avLst/>
              <a:gdLst/>
              <a:ahLst/>
              <a:cxnLst/>
              <a:rect l="l" t="t" r="r" b="b"/>
              <a:pathLst>
                <a:path w="1584" h="1528" extrusionOk="0">
                  <a:moveTo>
                    <a:pt x="778" y="0"/>
                  </a:moveTo>
                  <a:cubicBezTo>
                    <a:pt x="388" y="0"/>
                    <a:pt x="46" y="289"/>
                    <a:pt x="12" y="694"/>
                  </a:cubicBezTo>
                  <a:cubicBezTo>
                    <a:pt x="0" y="813"/>
                    <a:pt x="12" y="932"/>
                    <a:pt x="60" y="1039"/>
                  </a:cubicBezTo>
                  <a:cubicBezTo>
                    <a:pt x="119" y="1134"/>
                    <a:pt x="179" y="1242"/>
                    <a:pt x="274" y="1313"/>
                  </a:cubicBezTo>
                  <a:cubicBezTo>
                    <a:pt x="310" y="1361"/>
                    <a:pt x="369" y="1408"/>
                    <a:pt x="417" y="1432"/>
                  </a:cubicBezTo>
                  <a:cubicBezTo>
                    <a:pt x="512" y="1480"/>
                    <a:pt x="607" y="1527"/>
                    <a:pt x="715" y="1527"/>
                  </a:cubicBezTo>
                  <a:lnTo>
                    <a:pt x="893" y="1527"/>
                  </a:lnTo>
                  <a:cubicBezTo>
                    <a:pt x="1012" y="1515"/>
                    <a:pt x="1119" y="1468"/>
                    <a:pt x="1203" y="1408"/>
                  </a:cubicBezTo>
                  <a:cubicBezTo>
                    <a:pt x="1381" y="1289"/>
                    <a:pt x="1524" y="1075"/>
                    <a:pt x="1536" y="837"/>
                  </a:cubicBezTo>
                  <a:cubicBezTo>
                    <a:pt x="1584" y="420"/>
                    <a:pt x="1286" y="39"/>
                    <a:pt x="846" y="3"/>
                  </a:cubicBezTo>
                  <a:cubicBezTo>
                    <a:pt x="823" y="1"/>
                    <a:pt x="800" y="0"/>
                    <a:pt x="77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6"/>
            <p:cNvSpPr/>
            <p:nvPr/>
          </p:nvSpPr>
          <p:spPr>
            <a:xfrm>
              <a:off x="3074475" y="4307150"/>
              <a:ext cx="15500" cy="15550"/>
            </a:xfrm>
            <a:custGeom>
              <a:avLst/>
              <a:gdLst/>
              <a:ahLst/>
              <a:cxnLst/>
              <a:rect l="l" t="t" r="r" b="b"/>
              <a:pathLst>
                <a:path w="620" h="622" extrusionOk="0">
                  <a:moveTo>
                    <a:pt x="328" y="0"/>
                  </a:moveTo>
                  <a:cubicBezTo>
                    <a:pt x="264" y="0"/>
                    <a:pt x="195" y="30"/>
                    <a:pt x="144" y="50"/>
                  </a:cubicBezTo>
                  <a:cubicBezTo>
                    <a:pt x="72" y="86"/>
                    <a:pt x="13" y="169"/>
                    <a:pt x="1" y="277"/>
                  </a:cubicBezTo>
                  <a:cubicBezTo>
                    <a:pt x="1" y="300"/>
                    <a:pt x="1" y="336"/>
                    <a:pt x="13" y="360"/>
                  </a:cubicBezTo>
                  <a:cubicBezTo>
                    <a:pt x="24" y="408"/>
                    <a:pt x="48" y="455"/>
                    <a:pt x="60" y="479"/>
                  </a:cubicBezTo>
                  <a:cubicBezTo>
                    <a:pt x="96" y="562"/>
                    <a:pt x="191" y="622"/>
                    <a:pt x="286" y="622"/>
                  </a:cubicBezTo>
                  <a:lnTo>
                    <a:pt x="382" y="622"/>
                  </a:lnTo>
                  <a:cubicBezTo>
                    <a:pt x="465" y="598"/>
                    <a:pt x="536" y="562"/>
                    <a:pt x="560" y="503"/>
                  </a:cubicBezTo>
                  <a:cubicBezTo>
                    <a:pt x="596" y="455"/>
                    <a:pt x="620" y="408"/>
                    <a:pt x="620" y="348"/>
                  </a:cubicBezTo>
                  <a:cubicBezTo>
                    <a:pt x="620" y="300"/>
                    <a:pt x="620" y="265"/>
                    <a:pt x="608" y="217"/>
                  </a:cubicBezTo>
                  <a:cubicBezTo>
                    <a:pt x="584" y="110"/>
                    <a:pt x="489" y="38"/>
                    <a:pt x="382" y="27"/>
                  </a:cubicBezTo>
                  <a:cubicBezTo>
                    <a:pt x="370" y="27"/>
                    <a:pt x="358" y="27"/>
                    <a:pt x="358" y="3"/>
                  </a:cubicBezTo>
                  <a:cubicBezTo>
                    <a:pt x="348" y="1"/>
                    <a:pt x="338" y="0"/>
                    <a:pt x="32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6"/>
            <p:cNvSpPr/>
            <p:nvPr/>
          </p:nvSpPr>
          <p:spPr>
            <a:xfrm>
              <a:off x="3911200" y="4344925"/>
              <a:ext cx="16375" cy="15575"/>
            </a:xfrm>
            <a:custGeom>
              <a:avLst/>
              <a:gdLst/>
              <a:ahLst/>
              <a:cxnLst/>
              <a:rect l="l" t="t" r="r" b="b"/>
              <a:pathLst>
                <a:path w="655" h="623" extrusionOk="0">
                  <a:moveTo>
                    <a:pt x="312" y="1"/>
                  </a:moveTo>
                  <a:cubicBezTo>
                    <a:pt x="167" y="1"/>
                    <a:pt x="55" y="103"/>
                    <a:pt x="12" y="254"/>
                  </a:cubicBezTo>
                  <a:lnTo>
                    <a:pt x="12" y="278"/>
                  </a:lnTo>
                  <a:cubicBezTo>
                    <a:pt x="0" y="456"/>
                    <a:pt x="119" y="611"/>
                    <a:pt x="298" y="623"/>
                  </a:cubicBezTo>
                  <a:lnTo>
                    <a:pt x="405" y="623"/>
                  </a:lnTo>
                  <a:cubicBezTo>
                    <a:pt x="524" y="599"/>
                    <a:pt x="631" y="492"/>
                    <a:pt x="643" y="337"/>
                  </a:cubicBezTo>
                  <a:cubicBezTo>
                    <a:pt x="655" y="159"/>
                    <a:pt x="536" y="16"/>
                    <a:pt x="357" y="4"/>
                  </a:cubicBezTo>
                  <a:cubicBezTo>
                    <a:pt x="342" y="2"/>
                    <a:pt x="327" y="1"/>
                    <a:pt x="31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1" name="Google Shape;561;p6"/>
          <p:cNvGrpSpPr/>
          <p:nvPr/>
        </p:nvGrpSpPr>
        <p:grpSpPr>
          <a:xfrm flipH="1">
            <a:off x="38" y="4121297"/>
            <a:ext cx="3941609" cy="1021956"/>
            <a:chOff x="2582150" y="3714800"/>
            <a:chExt cx="2689050" cy="697200"/>
          </a:xfrm>
        </p:grpSpPr>
        <p:sp>
          <p:nvSpPr>
            <p:cNvPr id="562" name="Google Shape;562;p6"/>
            <p:cNvSpPr/>
            <p:nvPr/>
          </p:nvSpPr>
          <p:spPr>
            <a:xfrm>
              <a:off x="3636750" y="4402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6"/>
            <p:cNvSpPr/>
            <p:nvPr/>
          </p:nvSpPr>
          <p:spPr>
            <a:xfrm>
              <a:off x="3640625" y="4406925"/>
              <a:ext cx="19375" cy="4475"/>
            </a:xfrm>
            <a:custGeom>
              <a:avLst/>
              <a:gdLst/>
              <a:ahLst/>
              <a:cxnLst/>
              <a:rect l="l" t="t" r="r" b="b"/>
              <a:pathLst>
                <a:path w="775" h="179" extrusionOk="0">
                  <a:moveTo>
                    <a:pt x="393" y="0"/>
                  </a:moveTo>
                  <a:lnTo>
                    <a:pt x="36" y="108"/>
                  </a:lnTo>
                  <a:lnTo>
                    <a:pt x="0" y="179"/>
                  </a:lnTo>
                  <a:lnTo>
                    <a:pt x="774" y="179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6"/>
            <p:cNvSpPr/>
            <p:nvPr/>
          </p:nvSpPr>
          <p:spPr>
            <a:xfrm>
              <a:off x="3634075" y="44039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0" y="24"/>
                  </a:moveTo>
                  <a:lnTo>
                    <a:pt x="0" y="24"/>
                  </a:lnTo>
                  <a:lnTo>
                    <a:pt x="0" y="24"/>
                  </a:lnTo>
                  <a:cubicBezTo>
                    <a:pt x="0" y="0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6"/>
            <p:cNvSpPr/>
            <p:nvPr/>
          </p:nvSpPr>
          <p:spPr>
            <a:xfrm>
              <a:off x="3635275" y="4403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6"/>
            <p:cNvSpPr/>
            <p:nvPr/>
          </p:nvSpPr>
          <p:spPr>
            <a:xfrm>
              <a:off x="3746875" y="4334600"/>
              <a:ext cx="142325" cy="46150"/>
            </a:xfrm>
            <a:custGeom>
              <a:avLst/>
              <a:gdLst/>
              <a:ahLst/>
              <a:cxnLst/>
              <a:rect l="l" t="t" r="r" b="b"/>
              <a:pathLst>
                <a:path w="5693" h="1846" extrusionOk="0">
                  <a:moveTo>
                    <a:pt x="5418" y="0"/>
                  </a:moveTo>
                  <a:lnTo>
                    <a:pt x="1" y="1488"/>
                  </a:lnTo>
                  <a:lnTo>
                    <a:pt x="1" y="1846"/>
                  </a:lnTo>
                  <a:lnTo>
                    <a:pt x="5692" y="262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6"/>
            <p:cNvSpPr/>
            <p:nvPr/>
          </p:nvSpPr>
          <p:spPr>
            <a:xfrm>
              <a:off x="3891850" y="4256600"/>
              <a:ext cx="273575" cy="81875"/>
            </a:xfrm>
            <a:custGeom>
              <a:avLst/>
              <a:gdLst/>
              <a:ahLst/>
              <a:cxnLst/>
              <a:rect l="l" t="t" r="r" b="b"/>
              <a:pathLst>
                <a:path w="10943" h="3275" extrusionOk="0">
                  <a:moveTo>
                    <a:pt x="10883" y="1"/>
                  </a:moveTo>
                  <a:lnTo>
                    <a:pt x="0" y="3013"/>
                  </a:lnTo>
                  <a:lnTo>
                    <a:pt x="286" y="3275"/>
                  </a:lnTo>
                  <a:lnTo>
                    <a:pt x="10883" y="358"/>
                  </a:lnTo>
                  <a:lnTo>
                    <a:pt x="10942" y="298"/>
                  </a:lnTo>
                  <a:cubicBezTo>
                    <a:pt x="10894" y="215"/>
                    <a:pt x="10883" y="108"/>
                    <a:pt x="1088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6"/>
            <p:cNvSpPr/>
            <p:nvPr/>
          </p:nvSpPr>
          <p:spPr>
            <a:xfrm>
              <a:off x="3634375" y="4403350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12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6"/>
            <p:cNvSpPr/>
            <p:nvPr/>
          </p:nvSpPr>
          <p:spPr>
            <a:xfrm>
              <a:off x="3635275" y="4402450"/>
              <a:ext cx="300" cy="625"/>
            </a:xfrm>
            <a:custGeom>
              <a:avLst/>
              <a:gdLst/>
              <a:ahLst/>
              <a:cxnLst/>
              <a:rect l="l" t="t" r="r" b="b"/>
              <a:pathLst>
                <a:path w="12" h="25" extrusionOk="0">
                  <a:moveTo>
                    <a:pt x="12" y="1"/>
                  </a:moveTo>
                  <a:cubicBezTo>
                    <a:pt x="12" y="1"/>
                    <a:pt x="0" y="25"/>
                    <a:pt x="12" y="1"/>
                  </a:cubicBezTo>
                  <a:lnTo>
                    <a:pt x="0" y="25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6"/>
            <p:cNvSpPr/>
            <p:nvPr/>
          </p:nvSpPr>
          <p:spPr>
            <a:xfrm>
              <a:off x="3636750" y="4373575"/>
              <a:ext cx="101825" cy="35750"/>
            </a:xfrm>
            <a:custGeom>
              <a:avLst/>
              <a:gdLst/>
              <a:ahLst/>
              <a:cxnLst/>
              <a:rect l="l" t="t" r="r" b="b"/>
              <a:pathLst>
                <a:path w="4073" h="1430" extrusionOk="0">
                  <a:moveTo>
                    <a:pt x="4073" y="1"/>
                  </a:moveTo>
                  <a:lnTo>
                    <a:pt x="12" y="1120"/>
                  </a:lnTo>
                  <a:lnTo>
                    <a:pt x="1" y="1120"/>
                  </a:lnTo>
                  <a:cubicBezTo>
                    <a:pt x="24" y="1132"/>
                    <a:pt x="60" y="1132"/>
                    <a:pt x="96" y="1132"/>
                  </a:cubicBezTo>
                  <a:cubicBezTo>
                    <a:pt x="191" y="1156"/>
                    <a:pt x="251" y="1251"/>
                    <a:pt x="215" y="1334"/>
                  </a:cubicBezTo>
                  <a:lnTo>
                    <a:pt x="191" y="1430"/>
                  </a:lnTo>
                  <a:lnTo>
                    <a:pt x="548" y="1322"/>
                  </a:lnTo>
                  <a:lnTo>
                    <a:pt x="4061" y="358"/>
                  </a:lnTo>
                  <a:lnTo>
                    <a:pt x="407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6"/>
            <p:cNvSpPr/>
            <p:nvPr/>
          </p:nvSpPr>
          <p:spPr>
            <a:xfrm>
              <a:off x="3635850" y="4402150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37" y="1"/>
                  </a:moveTo>
                  <a:cubicBezTo>
                    <a:pt x="13" y="1"/>
                    <a:pt x="1" y="1"/>
                    <a:pt x="1" y="13"/>
                  </a:cubicBezTo>
                  <a:cubicBezTo>
                    <a:pt x="1" y="13"/>
                    <a:pt x="13" y="1"/>
                    <a:pt x="37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6"/>
            <p:cNvSpPr/>
            <p:nvPr/>
          </p:nvSpPr>
          <p:spPr>
            <a:xfrm>
              <a:off x="3634075" y="4403950"/>
              <a:ext cx="325" cy="925"/>
            </a:xfrm>
            <a:custGeom>
              <a:avLst/>
              <a:gdLst/>
              <a:ahLst/>
              <a:cxnLst/>
              <a:rect l="l" t="t" r="r" b="b"/>
              <a:pathLst>
                <a:path w="13" h="37" extrusionOk="0">
                  <a:moveTo>
                    <a:pt x="12" y="0"/>
                  </a:moveTo>
                  <a:lnTo>
                    <a:pt x="12" y="0"/>
                  </a:lnTo>
                  <a:cubicBezTo>
                    <a:pt x="6" y="14"/>
                    <a:pt x="3" y="19"/>
                    <a:pt x="1" y="24"/>
                  </a:cubicBezTo>
                  <a:lnTo>
                    <a:pt x="1" y="24"/>
                  </a:lnTo>
                  <a:cubicBezTo>
                    <a:pt x="12" y="24"/>
                    <a:pt x="12" y="23"/>
                    <a:pt x="12" y="0"/>
                  </a:cubicBezTo>
                  <a:close/>
                  <a:moveTo>
                    <a:pt x="1" y="24"/>
                  </a:moveTo>
                  <a:cubicBezTo>
                    <a:pt x="1" y="24"/>
                    <a:pt x="1" y="24"/>
                    <a:pt x="0" y="24"/>
                  </a:cubicBezTo>
                  <a:lnTo>
                    <a:pt x="0" y="36"/>
                  </a:lnTo>
                  <a:cubicBezTo>
                    <a:pt x="0" y="31"/>
                    <a:pt x="0" y="28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6"/>
            <p:cNvSpPr/>
            <p:nvPr/>
          </p:nvSpPr>
          <p:spPr>
            <a:xfrm>
              <a:off x="2599425" y="4199450"/>
              <a:ext cx="104800" cy="112250"/>
            </a:xfrm>
            <a:custGeom>
              <a:avLst/>
              <a:gdLst/>
              <a:ahLst/>
              <a:cxnLst/>
              <a:rect l="l" t="t" r="r" b="b"/>
              <a:pathLst>
                <a:path w="4192" h="4490" extrusionOk="0">
                  <a:moveTo>
                    <a:pt x="3929" y="1"/>
                  </a:moveTo>
                  <a:lnTo>
                    <a:pt x="0" y="4394"/>
                  </a:lnTo>
                  <a:cubicBezTo>
                    <a:pt x="84" y="4394"/>
                    <a:pt x="167" y="4430"/>
                    <a:pt x="250" y="4489"/>
                  </a:cubicBezTo>
                  <a:lnTo>
                    <a:pt x="417" y="4418"/>
                  </a:lnTo>
                  <a:lnTo>
                    <a:pt x="4191" y="203"/>
                  </a:lnTo>
                  <a:lnTo>
                    <a:pt x="392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6"/>
            <p:cNvSpPr/>
            <p:nvPr/>
          </p:nvSpPr>
          <p:spPr>
            <a:xfrm>
              <a:off x="2778900" y="4187850"/>
              <a:ext cx="124150" cy="53600"/>
            </a:xfrm>
            <a:custGeom>
              <a:avLst/>
              <a:gdLst/>
              <a:ahLst/>
              <a:cxnLst/>
              <a:rect l="l" t="t" r="r" b="b"/>
              <a:pathLst>
                <a:path w="4966" h="2144" extrusionOk="0">
                  <a:moveTo>
                    <a:pt x="4942" y="0"/>
                  </a:moveTo>
                  <a:cubicBezTo>
                    <a:pt x="4930" y="0"/>
                    <a:pt x="4918" y="0"/>
                    <a:pt x="4918" y="12"/>
                  </a:cubicBezTo>
                  <a:cubicBezTo>
                    <a:pt x="4930" y="12"/>
                    <a:pt x="4942" y="12"/>
                    <a:pt x="4942" y="0"/>
                  </a:cubicBezTo>
                  <a:close/>
                  <a:moveTo>
                    <a:pt x="4918" y="12"/>
                  </a:moveTo>
                  <a:lnTo>
                    <a:pt x="1" y="1834"/>
                  </a:lnTo>
                  <a:cubicBezTo>
                    <a:pt x="84" y="1917"/>
                    <a:pt x="120" y="2024"/>
                    <a:pt x="144" y="2143"/>
                  </a:cubicBezTo>
                  <a:lnTo>
                    <a:pt x="4966" y="358"/>
                  </a:lnTo>
                  <a:lnTo>
                    <a:pt x="4882" y="310"/>
                  </a:lnTo>
                  <a:cubicBezTo>
                    <a:pt x="4811" y="250"/>
                    <a:pt x="4799" y="155"/>
                    <a:pt x="4847" y="72"/>
                  </a:cubicBezTo>
                  <a:cubicBezTo>
                    <a:pt x="4859" y="48"/>
                    <a:pt x="4882" y="36"/>
                    <a:pt x="4918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6"/>
            <p:cNvSpPr/>
            <p:nvPr/>
          </p:nvSpPr>
          <p:spPr>
            <a:xfrm>
              <a:off x="2905125" y="4188150"/>
              <a:ext cx="900" cy="625"/>
            </a:xfrm>
            <a:custGeom>
              <a:avLst/>
              <a:gdLst/>
              <a:ahLst/>
              <a:cxnLst/>
              <a:rect l="l" t="t" r="r" b="b"/>
              <a:pathLst>
                <a:path w="36" h="25" extrusionOk="0">
                  <a:moveTo>
                    <a:pt x="0" y="0"/>
                  </a:moveTo>
                  <a:cubicBezTo>
                    <a:pt x="12" y="0"/>
                    <a:pt x="12" y="24"/>
                    <a:pt x="36" y="24"/>
                  </a:cubicBezTo>
                  <a:cubicBezTo>
                    <a:pt x="12" y="24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6"/>
            <p:cNvSpPr/>
            <p:nvPr/>
          </p:nvSpPr>
          <p:spPr>
            <a:xfrm>
              <a:off x="2903925" y="41878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0" y="0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6"/>
            <p:cNvSpPr/>
            <p:nvPr/>
          </p:nvSpPr>
          <p:spPr>
            <a:xfrm>
              <a:off x="2903325" y="41878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6"/>
            <p:cNvSpPr/>
            <p:nvPr/>
          </p:nvSpPr>
          <p:spPr>
            <a:xfrm>
              <a:off x="2906000" y="4188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6"/>
            <p:cNvSpPr/>
            <p:nvPr/>
          </p:nvSpPr>
          <p:spPr>
            <a:xfrm>
              <a:off x="2898575" y="4188150"/>
              <a:ext cx="179200" cy="127725"/>
            </a:xfrm>
            <a:custGeom>
              <a:avLst/>
              <a:gdLst/>
              <a:ahLst/>
              <a:cxnLst/>
              <a:rect l="l" t="t" r="r" b="b"/>
              <a:pathLst>
                <a:path w="7168" h="5109" extrusionOk="0">
                  <a:moveTo>
                    <a:pt x="155" y="0"/>
                  </a:moveTo>
                  <a:cubicBezTo>
                    <a:pt x="143" y="0"/>
                    <a:pt x="131" y="0"/>
                    <a:pt x="131" y="24"/>
                  </a:cubicBezTo>
                  <a:cubicBezTo>
                    <a:pt x="95" y="24"/>
                    <a:pt x="83" y="36"/>
                    <a:pt x="60" y="60"/>
                  </a:cubicBezTo>
                  <a:cubicBezTo>
                    <a:pt x="0" y="143"/>
                    <a:pt x="24" y="238"/>
                    <a:pt x="95" y="298"/>
                  </a:cubicBezTo>
                  <a:lnTo>
                    <a:pt x="179" y="346"/>
                  </a:lnTo>
                  <a:lnTo>
                    <a:pt x="7049" y="5108"/>
                  </a:lnTo>
                  <a:cubicBezTo>
                    <a:pt x="7049" y="5084"/>
                    <a:pt x="7037" y="5049"/>
                    <a:pt x="7037" y="5025"/>
                  </a:cubicBezTo>
                  <a:cubicBezTo>
                    <a:pt x="7049" y="4918"/>
                    <a:pt x="7096" y="4834"/>
                    <a:pt x="7168" y="4787"/>
                  </a:cubicBezTo>
                  <a:lnTo>
                    <a:pt x="298" y="24"/>
                  </a:lnTo>
                  <a:cubicBezTo>
                    <a:pt x="274" y="24"/>
                    <a:pt x="274" y="0"/>
                    <a:pt x="26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6"/>
            <p:cNvSpPr/>
            <p:nvPr/>
          </p:nvSpPr>
          <p:spPr>
            <a:xfrm>
              <a:off x="2605375" y="4242625"/>
              <a:ext cx="151825" cy="76225"/>
            </a:xfrm>
            <a:custGeom>
              <a:avLst/>
              <a:gdLst/>
              <a:ahLst/>
              <a:cxnLst/>
              <a:rect l="l" t="t" r="r" b="b"/>
              <a:pathLst>
                <a:path w="6073" h="3049" extrusionOk="0">
                  <a:moveTo>
                    <a:pt x="5870" y="0"/>
                  </a:moveTo>
                  <a:lnTo>
                    <a:pt x="155" y="2679"/>
                  </a:lnTo>
                  <a:lnTo>
                    <a:pt x="0" y="2750"/>
                  </a:lnTo>
                  <a:cubicBezTo>
                    <a:pt x="84" y="2822"/>
                    <a:pt x="143" y="2929"/>
                    <a:pt x="155" y="3048"/>
                  </a:cubicBezTo>
                  <a:lnTo>
                    <a:pt x="6073" y="286"/>
                  </a:lnTo>
                  <a:cubicBezTo>
                    <a:pt x="6037" y="226"/>
                    <a:pt x="6013" y="167"/>
                    <a:pt x="5989" y="107"/>
                  </a:cubicBezTo>
                  <a:lnTo>
                    <a:pt x="587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6"/>
            <p:cNvSpPr/>
            <p:nvPr/>
          </p:nvSpPr>
          <p:spPr>
            <a:xfrm>
              <a:off x="2768500" y="4252150"/>
              <a:ext cx="210450" cy="159250"/>
            </a:xfrm>
            <a:custGeom>
              <a:avLst/>
              <a:gdLst/>
              <a:ahLst/>
              <a:cxnLst/>
              <a:rect l="l" t="t" r="r" b="b"/>
              <a:pathLst>
                <a:path w="8418" h="6370" extrusionOk="0">
                  <a:moveTo>
                    <a:pt x="381" y="0"/>
                  </a:moveTo>
                  <a:cubicBezTo>
                    <a:pt x="286" y="95"/>
                    <a:pt x="155" y="155"/>
                    <a:pt x="0" y="155"/>
                  </a:cubicBezTo>
                  <a:lnTo>
                    <a:pt x="7858" y="6370"/>
                  </a:lnTo>
                  <a:lnTo>
                    <a:pt x="8418" y="637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6"/>
            <p:cNvSpPr/>
            <p:nvPr/>
          </p:nvSpPr>
          <p:spPr>
            <a:xfrm>
              <a:off x="2694975" y="4191125"/>
              <a:ext cx="62225" cy="54200"/>
            </a:xfrm>
            <a:custGeom>
              <a:avLst/>
              <a:gdLst/>
              <a:ahLst/>
              <a:cxnLst/>
              <a:rect l="l" t="t" r="r" b="b"/>
              <a:pathLst>
                <a:path w="2489" h="2168" extrusionOk="0">
                  <a:moveTo>
                    <a:pt x="131" y="0"/>
                  </a:moveTo>
                  <a:cubicBezTo>
                    <a:pt x="95" y="24"/>
                    <a:pt x="72" y="36"/>
                    <a:pt x="60" y="60"/>
                  </a:cubicBezTo>
                  <a:cubicBezTo>
                    <a:pt x="0" y="143"/>
                    <a:pt x="12" y="238"/>
                    <a:pt x="84" y="298"/>
                  </a:cubicBezTo>
                  <a:lnTo>
                    <a:pt x="107" y="322"/>
                  </a:lnTo>
                  <a:lnTo>
                    <a:pt x="369" y="524"/>
                  </a:lnTo>
                  <a:lnTo>
                    <a:pt x="2286" y="2060"/>
                  </a:lnTo>
                  <a:lnTo>
                    <a:pt x="2429" y="2167"/>
                  </a:lnTo>
                  <a:cubicBezTo>
                    <a:pt x="2405" y="2108"/>
                    <a:pt x="2405" y="2060"/>
                    <a:pt x="2405" y="2001"/>
                  </a:cubicBezTo>
                  <a:cubicBezTo>
                    <a:pt x="2405" y="1929"/>
                    <a:pt x="2441" y="1846"/>
                    <a:pt x="2489" y="1774"/>
                  </a:cubicBezTo>
                  <a:lnTo>
                    <a:pt x="655" y="322"/>
                  </a:lnTo>
                  <a:cubicBezTo>
                    <a:pt x="596" y="405"/>
                    <a:pt x="500" y="453"/>
                    <a:pt x="405" y="453"/>
                  </a:cubicBezTo>
                  <a:cubicBezTo>
                    <a:pt x="250" y="453"/>
                    <a:pt x="143" y="298"/>
                    <a:pt x="167" y="155"/>
                  </a:cubicBezTo>
                  <a:cubicBezTo>
                    <a:pt x="167" y="96"/>
                    <a:pt x="191" y="48"/>
                    <a:pt x="22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6"/>
            <p:cNvSpPr/>
            <p:nvPr/>
          </p:nvSpPr>
          <p:spPr>
            <a:xfrm>
              <a:off x="3016725" y="4319125"/>
              <a:ext cx="67000" cy="92275"/>
            </a:xfrm>
            <a:custGeom>
              <a:avLst/>
              <a:gdLst/>
              <a:ahLst/>
              <a:cxnLst/>
              <a:rect l="l" t="t" r="r" b="b"/>
              <a:pathLst>
                <a:path w="2680" h="3691" extrusionOk="0">
                  <a:moveTo>
                    <a:pt x="2680" y="119"/>
                  </a:moveTo>
                  <a:lnTo>
                    <a:pt x="2675" y="126"/>
                  </a:lnTo>
                  <a:lnTo>
                    <a:pt x="2675" y="126"/>
                  </a:lnTo>
                  <a:cubicBezTo>
                    <a:pt x="2677" y="124"/>
                    <a:pt x="2679" y="122"/>
                    <a:pt x="2680" y="119"/>
                  </a:cubicBezTo>
                  <a:close/>
                  <a:moveTo>
                    <a:pt x="2370" y="0"/>
                  </a:moveTo>
                  <a:lnTo>
                    <a:pt x="1" y="3560"/>
                  </a:lnTo>
                  <a:cubicBezTo>
                    <a:pt x="96" y="3596"/>
                    <a:pt x="168" y="3631"/>
                    <a:pt x="227" y="3691"/>
                  </a:cubicBezTo>
                  <a:lnTo>
                    <a:pt x="310" y="3691"/>
                  </a:lnTo>
                  <a:lnTo>
                    <a:pt x="2675" y="126"/>
                  </a:lnTo>
                  <a:lnTo>
                    <a:pt x="2675" y="126"/>
                  </a:lnTo>
                  <a:cubicBezTo>
                    <a:pt x="2661" y="143"/>
                    <a:pt x="2628" y="143"/>
                    <a:pt x="2596" y="143"/>
                  </a:cubicBezTo>
                  <a:cubicBezTo>
                    <a:pt x="2501" y="143"/>
                    <a:pt x="2418" y="83"/>
                    <a:pt x="237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6"/>
            <p:cNvSpPr/>
            <p:nvPr/>
          </p:nvSpPr>
          <p:spPr>
            <a:xfrm>
              <a:off x="3084000" y="4036650"/>
              <a:ext cx="186075" cy="275050"/>
            </a:xfrm>
            <a:custGeom>
              <a:avLst/>
              <a:gdLst/>
              <a:ahLst/>
              <a:cxnLst/>
              <a:rect l="l" t="t" r="r" b="b"/>
              <a:pathLst>
                <a:path w="7443" h="11002" extrusionOk="0">
                  <a:moveTo>
                    <a:pt x="7168" y="0"/>
                  </a:moveTo>
                  <a:lnTo>
                    <a:pt x="1" y="10811"/>
                  </a:lnTo>
                  <a:cubicBezTo>
                    <a:pt x="108" y="10847"/>
                    <a:pt x="203" y="10918"/>
                    <a:pt x="227" y="11001"/>
                  </a:cubicBezTo>
                  <a:cubicBezTo>
                    <a:pt x="239" y="11001"/>
                    <a:pt x="263" y="10989"/>
                    <a:pt x="286" y="10989"/>
                  </a:cubicBezTo>
                  <a:lnTo>
                    <a:pt x="7442" y="179"/>
                  </a:lnTo>
                  <a:cubicBezTo>
                    <a:pt x="7323" y="155"/>
                    <a:pt x="7240" y="95"/>
                    <a:pt x="716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6"/>
            <p:cNvSpPr/>
            <p:nvPr/>
          </p:nvSpPr>
          <p:spPr>
            <a:xfrm>
              <a:off x="3088475" y="4311375"/>
              <a:ext cx="161950" cy="100025"/>
            </a:xfrm>
            <a:custGeom>
              <a:avLst/>
              <a:gdLst/>
              <a:ahLst/>
              <a:cxnLst/>
              <a:rect l="l" t="t" r="r" b="b"/>
              <a:pathLst>
                <a:path w="6478" h="4001" extrusionOk="0">
                  <a:moveTo>
                    <a:pt x="107" y="0"/>
                  </a:moveTo>
                  <a:cubicBezTo>
                    <a:pt x="96" y="0"/>
                    <a:pt x="72" y="0"/>
                    <a:pt x="48" y="12"/>
                  </a:cubicBezTo>
                  <a:cubicBezTo>
                    <a:pt x="60" y="60"/>
                    <a:pt x="84" y="108"/>
                    <a:pt x="60" y="155"/>
                  </a:cubicBezTo>
                  <a:cubicBezTo>
                    <a:pt x="60" y="215"/>
                    <a:pt x="36" y="250"/>
                    <a:pt x="0" y="298"/>
                  </a:cubicBezTo>
                  <a:lnTo>
                    <a:pt x="24" y="310"/>
                  </a:lnTo>
                  <a:lnTo>
                    <a:pt x="5834" y="4001"/>
                  </a:lnTo>
                  <a:lnTo>
                    <a:pt x="6477" y="4001"/>
                  </a:lnTo>
                  <a:lnTo>
                    <a:pt x="203" y="36"/>
                  </a:lnTo>
                  <a:cubicBezTo>
                    <a:pt x="167" y="12"/>
                    <a:pt x="143" y="0"/>
                    <a:pt x="10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6"/>
            <p:cNvSpPr/>
            <p:nvPr/>
          </p:nvSpPr>
          <p:spPr>
            <a:xfrm>
              <a:off x="3271525" y="4040200"/>
              <a:ext cx="47350" cy="371200"/>
            </a:xfrm>
            <a:custGeom>
              <a:avLst/>
              <a:gdLst/>
              <a:ahLst/>
              <a:cxnLst/>
              <a:rect l="l" t="t" r="r" b="b"/>
              <a:pathLst>
                <a:path w="1894" h="14848" extrusionOk="0">
                  <a:moveTo>
                    <a:pt x="334" y="1"/>
                  </a:moveTo>
                  <a:cubicBezTo>
                    <a:pt x="255" y="51"/>
                    <a:pt x="159" y="75"/>
                    <a:pt x="60" y="75"/>
                  </a:cubicBezTo>
                  <a:cubicBezTo>
                    <a:pt x="40" y="75"/>
                    <a:pt x="20" y="74"/>
                    <a:pt x="1" y="72"/>
                  </a:cubicBezTo>
                  <a:lnTo>
                    <a:pt x="1" y="72"/>
                  </a:lnTo>
                  <a:lnTo>
                    <a:pt x="1548" y="14848"/>
                  </a:lnTo>
                  <a:lnTo>
                    <a:pt x="1894" y="14848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6"/>
            <p:cNvSpPr/>
            <p:nvPr/>
          </p:nvSpPr>
          <p:spPr>
            <a:xfrm>
              <a:off x="3632275" y="4401925"/>
              <a:ext cx="10750" cy="9475"/>
            </a:xfrm>
            <a:custGeom>
              <a:avLst/>
              <a:gdLst/>
              <a:ahLst/>
              <a:cxnLst/>
              <a:rect l="l" t="t" r="r" b="b"/>
              <a:pathLst>
                <a:path w="430" h="379" extrusionOk="0">
                  <a:moveTo>
                    <a:pt x="227" y="1"/>
                  </a:moveTo>
                  <a:cubicBezTo>
                    <a:pt x="209" y="1"/>
                    <a:pt x="191" y="4"/>
                    <a:pt x="180" y="10"/>
                  </a:cubicBezTo>
                  <a:cubicBezTo>
                    <a:pt x="156" y="10"/>
                    <a:pt x="156" y="22"/>
                    <a:pt x="144" y="22"/>
                  </a:cubicBezTo>
                  <a:lnTo>
                    <a:pt x="132" y="22"/>
                  </a:lnTo>
                  <a:lnTo>
                    <a:pt x="120" y="46"/>
                  </a:lnTo>
                  <a:lnTo>
                    <a:pt x="96" y="57"/>
                  </a:lnTo>
                  <a:lnTo>
                    <a:pt x="84" y="69"/>
                  </a:lnTo>
                  <a:lnTo>
                    <a:pt x="84" y="81"/>
                  </a:lnTo>
                  <a:cubicBezTo>
                    <a:pt x="84" y="105"/>
                    <a:pt x="72" y="105"/>
                    <a:pt x="72" y="117"/>
                  </a:cubicBezTo>
                  <a:lnTo>
                    <a:pt x="1" y="379"/>
                  </a:lnTo>
                  <a:lnTo>
                    <a:pt x="334" y="379"/>
                  </a:lnTo>
                  <a:lnTo>
                    <a:pt x="370" y="308"/>
                  </a:lnTo>
                  <a:lnTo>
                    <a:pt x="394" y="224"/>
                  </a:lnTo>
                  <a:cubicBezTo>
                    <a:pt x="430" y="129"/>
                    <a:pt x="370" y="46"/>
                    <a:pt x="275" y="10"/>
                  </a:cubicBezTo>
                  <a:cubicBezTo>
                    <a:pt x="263" y="4"/>
                    <a:pt x="245" y="1"/>
                    <a:pt x="227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6"/>
            <p:cNvSpPr/>
            <p:nvPr/>
          </p:nvSpPr>
          <p:spPr>
            <a:xfrm>
              <a:off x="3737350" y="4195300"/>
              <a:ext cx="14325" cy="216100"/>
            </a:xfrm>
            <a:custGeom>
              <a:avLst/>
              <a:gdLst/>
              <a:ahLst/>
              <a:cxnLst/>
              <a:rect l="l" t="t" r="r" b="b"/>
              <a:pathLst>
                <a:path w="573" h="8644" extrusionOk="0">
                  <a:moveTo>
                    <a:pt x="227" y="0"/>
                  </a:moveTo>
                  <a:lnTo>
                    <a:pt x="37" y="7156"/>
                  </a:lnTo>
                  <a:lnTo>
                    <a:pt x="25" y="7513"/>
                  </a:lnTo>
                  <a:lnTo>
                    <a:pt x="1" y="8644"/>
                  </a:lnTo>
                  <a:lnTo>
                    <a:pt x="346" y="8644"/>
                  </a:lnTo>
                  <a:lnTo>
                    <a:pt x="382" y="7418"/>
                  </a:lnTo>
                  <a:lnTo>
                    <a:pt x="394" y="7060"/>
                  </a:lnTo>
                  <a:lnTo>
                    <a:pt x="572" y="429"/>
                  </a:lnTo>
                  <a:lnTo>
                    <a:pt x="287" y="167"/>
                  </a:lnTo>
                  <a:cubicBezTo>
                    <a:pt x="239" y="119"/>
                    <a:pt x="227" y="60"/>
                    <a:pt x="239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6"/>
            <p:cNvSpPr/>
            <p:nvPr/>
          </p:nvSpPr>
          <p:spPr>
            <a:xfrm>
              <a:off x="4021625" y="4264050"/>
              <a:ext cx="149750" cy="147350"/>
            </a:xfrm>
            <a:custGeom>
              <a:avLst/>
              <a:gdLst/>
              <a:ahLst/>
              <a:cxnLst/>
              <a:rect l="l" t="t" r="r" b="b"/>
              <a:pathLst>
                <a:path w="5990" h="5894" extrusionOk="0">
                  <a:moveTo>
                    <a:pt x="5751" y="0"/>
                  </a:moveTo>
                  <a:lnTo>
                    <a:pt x="5692" y="60"/>
                  </a:lnTo>
                  <a:lnTo>
                    <a:pt x="0" y="5894"/>
                  </a:lnTo>
                  <a:lnTo>
                    <a:pt x="477" y="5894"/>
                  </a:lnTo>
                  <a:lnTo>
                    <a:pt x="5989" y="238"/>
                  </a:lnTo>
                  <a:cubicBezTo>
                    <a:pt x="5882" y="179"/>
                    <a:pt x="5799" y="108"/>
                    <a:pt x="575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6"/>
            <p:cNvSpPr/>
            <p:nvPr/>
          </p:nvSpPr>
          <p:spPr>
            <a:xfrm>
              <a:off x="4484475" y="4346500"/>
              <a:ext cx="96475" cy="64900"/>
            </a:xfrm>
            <a:custGeom>
              <a:avLst/>
              <a:gdLst/>
              <a:ahLst/>
              <a:cxnLst/>
              <a:rect l="l" t="t" r="r" b="b"/>
              <a:pathLst>
                <a:path w="3859" h="2596" extrusionOk="0">
                  <a:moveTo>
                    <a:pt x="3668" y="0"/>
                  </a:moveTo>
                  <a:lnTo>
                    <a:pt x="1" y="2596"/>
                  </a:lnTo>
                  <a:lnTo>
                    <a:pt x="584" y="2596"/>
                  </a:lnTo>
                  <a:lnTo>
                    <a:pt x="3858" y="262"/>
                  </a:lnTo>
                  <a:cubicBezTo>
                    <a:pt x="3787" y="191"/>
                    <a:pt x="3715" y="96"/>
                    <a:pt x="366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6"/>
            <p:cNvSpPr/>
            <p:nvPr/>
          </p:nvSpPr>
          <p:spPr>
            <a:xfrm>
              <a:off x="3743025" y="4194700"/>
              <a:ext cx="230700" cy="216425"/>
            </a:xfrm>
            <a:custGeom>
              <a:avLst/>
              <a:gdLst/>
              <a:ahLst/>
              <a:cxnLst/>
              <a:rect l="l" t="t" r="r" b="b"/>
              <a:pathLst>
                <a:path w="9228" h="8657" extrusionOk="0">
                  <a:moveTo>
                    <a:pt x="369" y="0"/>
                  </a:moveTo>
                  <a:cubicBezTo>
                    <a:pt x="309" y="26"/>
                    <a:pt x="243" y="46"/>
                    <a:pt x="179" y="46"/>
                  </a:cubicBezTo>
                  <a:cubicBezTo>
                    <a:pt x="155" y="46"/>
                    <a:pt x="131" y="43"/>
                    <a:pt x="107" y="36"/>
                  </a:cubicBezTo>
                  <a:cubicBezTo>
                    <a:pt x="72" y="36"/>
                    <a:pt x="48" y="24"/>
                    <a:pt x="12" y="24"/>
                  </a:cubicBezTo>
                  <a:cubicBezTo>
                    <a:pt x="0" y="84"/>
                    <a:pt x="12" y="143"/>
                    <a:pt x="60" y="191"/>
                  </a:cubicBezTo>
                  <a:lnTo>
                    <a:pt x="345" y="453"/>
                  </a:lnTo>
                  <a:lnTo>
                    <a:pt x="5584" y="5572"/>
                  </a:lnTo>
                  <a:lnTo>
                    <a:pt x="5870" y="5846"/>
                  </a:lnTo>
                  <a:lnTo>
                    <a:pt x="8739" y="8656"/>
                  </a:lnTo>
                  <a:lnTo>
                    <a:pt x="9227" y="8656"/>
                  </a:lnTo>
                  <a:lnTo>
                    <a:pt x="7144" y="6620"/>
                  </a:lnTo>
                  <a:cubicBezTo>
                    <a:pt x="7120" y="6620"/>
                    <a:pt x="7102" y="6625"/>
                    <a:pt x="7078" y="6625"/>
                  </a:cubicBezTo>
                  <a:cubicBezTo>
                    <a:pt x="7066" y="6625"/>
                    <a:pt x="7053" y="6624"/>
                    <a:pt x="7037" y="6620"/>
                  </a:cubicBezTo>
                  <a:cubicBezTo>
                    <a:pt x="6858" y="6596"/>
                    <a:pt x="6739" y="6453"/>
                    <a:pt x="6751" y="6275"/>
                  </a:cubicBezTo>
                  <a:lnTo>
                    <a:pt x="6751" y="6239"/>
                  </a:lnTo>
                  <a:lnTo>
                    <a:pt x="6239" y="5739"/>
                  </a:lnTo>
                  <a:lnTo>
                    <a:pt x="5953" y="5465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6"/>
            <p:cNvSpPr/>
            <p:nvPr/>
          </p:nvSpPr>
          <p:spPr>
            <a:xfrm>
              <a:off x="4185325" y="4269100"/>
              <a:ext cx="69975" cy="142300"/>
            </a:xfrm>
            <a:custGeom>
              <a:avLst/>
              <a:gdLst/>
              <a:ahLst/>
              <a:cxnLst/>
              <a:rect l="l" t="t" r="r" b="b"/>
              <a:pathLst>
                <a:path w="2799" h="5692" extrusionOk="0">
                  <a:moveTo>
                    <a:pt x="1" y="1"/>
                  </a:moveTo>
                  <a:lnTo>
                    <a:pt x="2430" y="5692"/>
                  </a:lnTo>
                  <a:lnTo>
                    <a:pt x="2799" y="5692"/>
                  </a:lnTo>
                  <a:lnTo>
                    <a:pt x="572" y="4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6"/>
            <p:cNvSpPr/>
            <p:nvPr/>
          </p:nvSpPr>
          <p:spPr>
            <a:xfrm>
              <a:off x="4174625" y="4240475"/>
              <a:ext cx="9550" cy="5725"/>
            </a:xfrm>
            <a:custGeom>
              <a:avLst/>
              <a:gdLst/>
              <a:ahLst/>
              <a:cxnLst/>
              <a:rect l="l" t="t" r="r" b="b"/>
              <a:pathLst>
                <a:path w="382" h="229" extrusionOk="0">
                  <a:moveTo>
                    <a:pt x="180" y="1"/>
                  </a:moveTo>
                  <a:cubicBezTo>
                    <a:pt x="159" y="1"/>
                    <a:pt x="138" y="5"/>
                    <a:pt x="119" y="15"/>
                  </a:cubicBezTo>
                  <a:lnTo>
                    <a:pt x="107" y="15"/>
                  </a:lnTo>
                  <a:cubicBezTo>
                    <a:pt x="48" y="38"/>
                    <a:pt x="0" y="98"/>
                    <a:pt x="0" y="169"/>
                  </a:cubicBezTo>
                  <a:cubicBezTo>
                    <a:pt x="60" y="158"/>
                    <a:pt x="119" y="158"/>
                    <a:pt x="167" y="158"/>
                  </a:cubicBezTo>
                  <a:cubicBezTo>
                    <a:pt x="250" y="158"/>
                    <a:pt x="322" y="193"/>
                    <a:pt x="381" y="229"/>
                  </a:cubicBezTo>
                  <a:lnTo>
                    <a:pt x="322" y="98"/>
                  </a:lnTo>
                  <a:cubicBezTo>
                    <a:pt x="304" y="36"/>
                    <a:pt x="241" y="1"/>
                    <a:pt x="18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6"/>
            <p:cNvSpPr/>
            <p:nvPr/>
          </p:nvSpPr>
          <p:spPr>
            <a:xfrm>
              <a:off x="4599075" y="4353050"/>
              <a:ext cx="37825" cy="58350"/>
            </a:xfrm>
            <a:custGeom>
              <a:avLst/>
              <a:gdLst/>
              <a:ahLst/>
              <a:cxnLst/>
              <a:rect l="l" t="t" r="r" b="b"/>
              <a:pathLst>
                <a:path w="1513" h="2334" extrusionOk="0">
                  <a:moveTo>
                    <a:pt x="274" y="0"/>
                  </a:moveTo>
                  <a:cubicBezTo>
                    <a:pt x="203" y="72"/>
                    <a:pt x="96" y="119"/>
                    <a:pt x="0" y="155"/>
                  </a:cubicBezTo>
                  <a:lnTo>
                    <a:pt x="1120" y="2334"/>
                  </a:lnTo>
                  <a:lnTo>
                    <a:pt x="1513" y="2334"/>
                  </a:lnTo>
                  <a:lnTo>
                    <a:pt x="334" y="48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6"/>
            <p:cNvSpPr/>
            <p:nvPr/>
          </p:nvSpPr>
          <p:spPr>
            <a:xfrm>
              <a:off x="4185025" y="4263750"/>
              <a:ext cx="182500" cy="147650"/>
            </a:xfrm>
            <a:custGeom>
              <a:avLst/>
              <a:gdLst/>
              <a:ahLst/>
              <a:cxnLst/>
              <a:rect l="l" t="t" r="r" b="b"/>
              <a:pathLst>
                <a:path w="7300" h="5906" extrusionOk="0">
                  <a:moveTo>
                    <a:pt x="179" y="0"/>
                  </a:moveTo>
                  <a:cubicBezTo>
                    <a:pt x="132" y="96"/>
                    <a:pt x="72" y="155"/>
                    <a:pt x="1" y="215"/>
                  </a:cubicBezTo>
                  <a:lnTo>
                    <a:pt x="549" y="691"/>
                  </a:lnTo>
                  <a:lnTo>
                    <a:pt x="6776" y="5906"/>
                  </a:lnTo>
                  <a:lnTo>
                    <a:pt x="7299" y="5906"/>
                  </a:lnTo>
                  <a:lnTo>
                    <a:pt x="299" y="36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6"/>
            <p:cNvSpPr/>
            <p:nvPr/>
          </p:nvSpPr>
          <p:spPr>
            <a:xfrm>
              <a:off x="4189800" y="4255125"/>
              <a:ext cx="386375" cy="83950"/>
            </a:xfrm>
            <a:custGeom>
              <a:avLst/>
              <a:gdLst/>
              <a:ahLst/>
              <a:cxnLst/>
              <a:rect l="l" t="t" r="r" b="b"/>
              <a:pathLst>
                <a:path w="15455" h="3358" extrusionOk="0">
                  <a:moveTo>
                    <a:pt x="36" y="0"/>
                  </a:moveTo>
                  <a:lnTo>
                    <a:pt x="36" y="0"/>
                  </a:lnTo>
                  <a:cubicBezTo>
                    <a:pt x="48" y="48"/>
                    <a:pt x="48" y="107"/>
                    <a:pt x="48" y="155"/>
                  </a:cubicBezTo>
                  <a:cubicBezTo>
                    <a:pt x="48" y="214"/>
                    <a:pt x="24" y="286"/>
                    <a:pt x="0" y="334"/>
                  </a:cubicBezTo>
                  <a:lnTo>
                    <a:pt x="143" y="381"/>
                  </a:lnTo>
                  <a:lnTo>
                    <a:pt x="15395" y="3358"/>
                  </a:lnTo>
                  <a:lnTo>
                    <a:pt x="15395" y="3262"/>
                  </a:lnTo>
                  <a:cubicBezTo>
                    <a:pt x="15407" y="3179"/>
                    <a:pt x="15419" y="3084"/>
                    <a:pt x="15455" y="3012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6"/>
            <p:cNvSpPr/>
            <p:nvPr/>
          </p:nvSpPr>
          <p:spPr>
            <a:xfrm>
              <a:off x="4185925" y="3740775"/>
              <a:ext cx="804900" cy="513475"/>
            </a:xfrm>
            <a:custGeom>
              <a:avLst/>
              <a:gdLst/>
              <a:ahLst/>
              <a:cxnLst/>
              <a:rect l="l" t="t" r="r" b="b"/>
              <a:pathLst>
                <a:path w="32196" h="20539" extrusionOk="0">
                  <a:moveTo>
                    <a:pt x="32017" y="0"/>
                  </a:moveTo>
                  <a:lnTo>
                    <a:pt x="1" y="20265"/>
                  </a:lnTo>
                  <a:cubicBezTo>
                    <a:pt x="84" y="20324"/>
                    <a:pt x="155" y="20431"/>
                    <a:pt x="191" y="20538"/>
                  </a:cubicBezTo>
                  <a:lnTo>
                    <a:pt x="32195" y="274"/>
                  </a:lnTo>
                  <a:cubicBezTo>
                    <a:pt x="32124" y="203"/>
                    <a:pt x="32052" y="95"/>
                    <a:pt x="3201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6"/>
            <p:cNvSpPr/>
            <p:nvPr/>
          </p:nvSpPr>
          <p:spPr>
            <a:xfrm>
              <a:off x="4604725" y="4122375"/>
              <a:ext cx="224450" cy="207175"/>
            </a:xfrm>
            <a:custGeom>
              <a:avLst/>
              <a:gdLst/>
              <a:ahLst/>
              <a:cxnLst/>
              <a:rect l="l" t="t" r="r" b="b"/>
              <a:pathLst>
                <a:path w="8978" h="8287" extrusionOk="0">
                  <a:moveTo>
                    <a:pt x="8752" y="0"/>
                  </a:moveTo>
                  <a:lnTo>
                    <a:pt x="1" y="8037"/>
                  </a:lnTo>
                  <a:cubicBezTo>
                    <a:pt x="96" y="8108"/>
                    <a:pt x="167" y="8191"/>
                    <a:pt x="227" y="8287"/>
                  </a:cubicBezTo>
                  <a:lnTo>
                    <a:pt x="8978" y="250"/>
                  </a:lnTo>
                  <a:cubicBezTo>
                    <a:pt x="8907" y="167"/>
                    <a:pt x="8811" y="95"/>
                    <a:pt x="875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6"/>
            <p:cNvSpPr/>
            <p:nvPr/>
          </p:nvSpPr>
          <p:spPr>
            <a:xfrm>
              <a:off x="4727950" y="4136950"/>
              <a:ext cx="125650" cy="274450"/>
            </a:xfrm>
            <a:custGeom>
              <a:avLst/>
              <a:gdLst/>
              <a:ahLst/>
              <a:cxnLst/>
              <a:rect l="l" t="t" r="r" b="b"/>
              <a:pathLst>
                <a:path w="5026" h="10978" extrusionOk="0">
                  <a:moveTo>
                    <a:pt x="4704" y="0"/>
                  </a:moveTo>
                  <a:lnTo>
                    <a:pt x="1" y="10978"/>
                  </a:lnTo>
                  <a:lnTo>
                    <a:pt x="370" y="10978"/>
                  </a:lnTo>
                  <a:lnTo>
                    <a:pt x="5025" y="119"/>
                  </a:lnTo>
                  <a:lnTo>
                    <a:pt x="5025" y="48"/>
                  </a:lnTo>
                  <a:lnTo>
                    <a:pt x="4906" y="48"/>
                  </a:lnTo>
                  <a:cubicBezTo>
                    <a:pt x="4835" y="24"/>
                    <a:pt x="4763" y="24"/>
                    <a:pt x="470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6"/>
            <p:cNvSpPr/>
            <p:nvPr/>
          </p:nvSpPr>
          <p:spPr>
            <a:xfrm>
              <a:off x="4605925" y="4346200"/>
              <a:ext cx="86650" cy="65200"/>
            </a:xfrm>
            <a:custGeom>
              <a:avLst/>
              <a:gdLst/>
              <a:ahLst/>
              <a:cxnLst/>
              <a:rect l="l" t="t" r="r" b="b"/>
              <a:pathLst>
                <a:path w="3466" h="2608" extrusionOk="0">
                  <a:moveTo>
                    <a:pt x="203" y="0"/>
                  </a:moveTo>
                  <a:cubicBezTo>
                    <a:pt x="167" y="108"/>
                    <a:pt x="84" y="203"/>
                    <a:pt x="0" y="274"/>
                  </a:cubicBezTo>
                  <a:lnTo>
                    <a:pt x="60" y="322"/>
                  </a:lnTo>
                  <a:lnTo>
                    <a:pt x="2917" y="2608"/>
                  </a:lnTo>
                  <a:lnTo>
                    <a:pt x="3465" y="2608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6"/>
            <p:cNvSpPr/>
            <p:nvPr/>
          </p:nvSpPr>
          <p:spPr>
            <a:xfrm>
              <a:off x="5016400" y="4244400"/>
              <a:ext cx="9250" cy="167000"/>
            </a:xfrm>
            <a:custGeom>
              <a:avLst/>
              <a:gdLst/>
              <a:ahLst/>
              <a:cxnLst/>
              <a:rect l="l" t="t" r="r" b="b"/>
              <a:pathLst>
                <a:path w="370" h="6680" extrusionOk="0">
                  <a:moveTo>
                    <a:pt x="333" y="1"/>
                  </a:moveTo>
                  <a:cubicBezTo>
                    <a:pt x="262" y="27"/>
                    <a:pt x="177" y="41"/>
                    <a:pt x="89" y="41"/>
                  </a:cubicBezTo>
                  <a:cubicBezTo>
                    <a:pt x="60" y="41"/>
                    <a:pt x="30" y="39"/>
                    <a:pt x="0" y="36"/>
                  </a:cubicBezTo>
                  <a:lnTo>
                    <a:pt x="0" y="36"/>
                  </a:lnTo>
                  <a:lnTo>
                    <a:pt x="24" y="6680"/>
                  </a:lnTo>
                  <a:lnTo>
                    <a:pt x="369" y="6680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6"/>
            <p:cNvSpPr/>
            <p:nvPr/>
          </p:nvSpPr>
          <p:spPr>
            <a:xfrm>
              <a:off x="5021450" y="4188150"/>
              <a:ext cx="3300" cy="3900"/>
            </a:xfrm>
            <a:custGeom>
              <a:avLst/>
              <a:gdLst/>
              <a:ahLst/>
              <a:cxnLst/>
              <a:rect l="l" t="t" r="r" b="b"/>
              <a:pathLst>
                <a:path w="132" h="156" extrusionOk="0">
                  <a:moveTo>
                    <a:pt x="0" y="0"/>
                  </a:moveTo>
                  <a:lnTo>
                    <a:pt x="0" y="119"/>
                  </a:lnTo>
                  <a:lnTo>
                    <a:pt x="12" y="119"/>
                  </a:lnTo>
                  <a:cubicBezTo>
                    <a:pt x="48" y="143"/>
                    <a:pt x="96" y="155"/>
                    <a:pt x="131" y="155"/>
                  </a:cubicBezTo>
                  <a:cubicBezTo>
                    <a:pt x="120" y="84"/>
                    <a:pt x="72" y="24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6"/>
            <p:cNvSpPr/>
            <p:nvPr/>
          </p:nvSpPr>
          <p:spPr>
            <a:xfrm>
              <a:off x="4864275" y="3750900"/>
              <a:ext cx="138450" cy="315225"/>
            </a:xfrm>
            <a:custGeom>
              <a:avLst/>
              <a:gdLst/>
              <a:ahLst/>
              <a:cxnLst/>
              <a:rect l="l" t="t" r="r" b="b"/>
              <a:pathLst>
                <a:path w="5538" h="12609" extrusionOk="0">
                  <a:moveTo>
                    <a:pt x="5216" y="0"/>
                  </a:moveTo>
                  <a:lnTo>
                    <a:pt x="1" y="12490"/>
                  </a:lnTo>
                  <a:cubicBezTo>
                    <a:pt x="132" y="12513"/>
                    <a:pt x="227" y="12549"/>
                    <a:pt x="322" y="12609"/>
                  </a:cubicBezTo>
                  <a:lnTo>
                    <a:pt x="5537" y="95"/>
                  </a:lnTo>
                  <a:lnTo>
                    <a:pt x="5514" y="95"/>
                  </a:lnTo>
                  <a:cubicBezTo>
                    <a:pt x="5406" y="83"/>
                    <a:pt x="5299" y="48"/>
                    <a:pt x="521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6"/>
            <p:cNvSpPr/>
            <p:nvPr/>
          </p:nvSpPr>
          <p:spPr>
            <a:xfrm>
              <a:off x="5003300" y="3753275"/>
              <a:ext cx="18175" cy="439050"/>
            </a:xfrm>
            <a:custGeom>
              <a:avLst/>
              <a:gdLst/>
              <a:ahLst/>
              <a:cxnLst/>
              <a:rect l="l" t="t" r="r" b="b"/>
              <a:pathLst>
                <a:path w="727" h="17562" extrusionOk="0">
                  <a:moveTo>
                    <a:pt x="143" y="0"/>
                  </a:moveTo>
                  <a:cubicBezTo>
                    <a:pt x="111" y="0"/>
                    <a:pt x="74" y="6"/>
                    <a:pt x="42" y="6"/>
                  </a:cubicBezTo>
                  <a:cubicBezTo>
                    <a:pt x="27" y="6"/>
                    <a:pt x="12" y="4"/>
                    <a:pt x="0" y="0"/>
                  </a:cubicBezTo>
                  <a:lnTo>
                    <a:pt x="0" y="0"/>
                  </a:lnTo>
                  <a:lnTo>
                    <a:pt x="381" y="17562"/>
                  </a:lnTo>
                  <a:cubicBezTo>
                    <a:pt x="457" y="17545"/>
                    <a:pt x="539" y="17528"/>
                    <a:pt x="622" y="17528"/>
                  </a:cubicBezTo>
                  <a:cubicBezTo>
                    <a:pt x="657" y="17528"/>
                    <a:pt x="692" y="17531"/>
                    <a:pt x="726" y="17538"/>
                  </a:cubicBezTo>
                  <a:lnTo>
                    <a:pt x="726" y="17419"/>
                  </a:lnTo>
                  <a:lnTo>
                    <a:pt x="357" y="572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6"/>
            <p:cNvSpPr/>
            <p:nvPr/>
          </p:nvSpPr>
          <p:spPr>
            <a:xfrm>
              <a:off x="4886325" y="4112250"/>
              <a:ext cx="111625" cy="96750"/>
            </a:xfrm>
            <a:custGeom>
              <a:avLst/>
              <a:gdLst/>
              <a:ahLst/>
              <a:cxnLst/>
              <a:rect l="l" t="t" r="r" b="b"/>
              <a:pathLst>
                <a:path w="4465" h="3870" extrusionOk="0">
                  <a:moveTo>
                    <a:pt x="155" y="0"/>
                  </a:moveTo>
                  <a:cubicBezTo>
                    <a:pt x="107" y="107"/>
                    <a:pt x="60" y="226"/>
                    <a:pt x="0" y="322"/>
                  </a:cubicBezTo>
                  <a:lnTo>
                    <a:pt x="4310" y="3870"/>
                  </a:lnTo>
                  <a:cubicBezTo>
                    <a:pt x="4346" y="3774"/>
                    <a:pt x="4393" y="3667"/>
                    <a:pt x="4465" y="3572"/>
                  </a:cubicBezTo>
                  <a:lnTo>
                    <a:pt x="15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6"/>
            <p:cNvSpPr/>
            <p:nvPr/>
          </p:nvSpPr>
          <p:spPr>
            <a:xfrm>
              <a:off x="5032450" y="4235775"/>
              <a:ext cx="207800" cy="173550"/>
            </a:xfrm>
            <a:custGeom>
              <a:avLst/>
              <a:gdLst/>
              <a:ahLst/>
              <a:cxnLst/>
              <a:rect l="l" t="t" r="r" b="b"/>
              <a:pathLst>
                <a:path w="8312" h="6942" extrusionOk="0">
                  <a:moveTo>
                    <a:pt x="275" y="0"/>
                  </a:moveTo>
                  <a:cubicBezTo>
                    <a:pt x="191" y="96"/>
                    <a:pt x="96" y="167"/>
                    <a:pt x="1" y="226"/>
                  </a:cubicBezTo>
                  <a:lnTo>
                    <a:pt x="8121" y="6942"/>
                  </a:lnTo>
                  <a:cubicBezTo>
                    <a:pt x="8169" y="6834"/>
                    <a:pt x="8240" y="6751"/>
                    <a:pt x="8312" y="6668"/>
                  </a:cubicBez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6"/>
            <p:cNvSpPr/>
            <p:nvPr/>
          </p:nvSpPr>
          <p:spPr>
            <a:xfrm>
              <a:off x="5006875" y="3750000"/>
              <a:ext cx="242600" cy="651600"/>
            </a:xfrm>
            <a:custGeom>
              <a:avLst/>
              <a:gdLst/>
              <a:ahLst/>
              <a:cxnLst/>
              <a:rect l="l" t="t" r="r" b="b"/>
              <a:pathLst>
                <a:path w="9704" h="26064" extrusionOk="0">
                  <a:moveTo>
                    <a:pt x="333" y="0"/>
                  </a:moveTo>
                  <a:cubicBezTo>
                    <a:pt x="226" y="60"/>
                    <a:pt x="107" y="107"/>
                    <a:pt x="0" y="119"/>
                  </a:cubicBezTo>
                  <a:lnTo>
                    <a:pt x="214" y="679"/>
                  </a:lnTo>
                  <a:lnTo>
                    <a:pt x="9394" y="26063"/>
                  </a:lnTo>
                  <a:cubicBezTo>
                    <a:pt x="9489" y="26004"/>
                    <a:pt x="9585" y="25944"/>
                    <a:pt x="9704" y="25920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6"/>
            <p:cNvSpPr/>
            <p:nvPr/>
          </p:nvSpPr>
          <p:spPr>
            <a:xfrm>
              <a:off x="4991100" y="4191000"/>
              <a:ext cx="56575" cy="53975"/>
            </a:xfrm>
            <a:custGeom>
              <a:avLst/>
              <a:gdLst/>
              <a:ahLst/>
              <a:cxnLst/>
              <a:rect l="l" t="t" r="r" b="b"/>
              <a:pathLst>
                <a:path w="2263" h="2159" extrusionOk="0">
                  <a:moveTo>
                    <a:pt x="1125" y="1"/>
                  </a:moveTo>
                  <a:cubicBezTo>
                    <a:pt x="1037" y="1"/>
                    <a:pt x="950" y="14"/>
                    <a:pt x="869" y="41"/>
                  </a:cubicBezTo>
                  <a:cubicBezTo>
                    <a:pt x="631" y="101"/>
                    <a:pt x="429" y="232"/>
                    <a:pt x="274" y="422"/>
                  </a:cubicBezTo>
                  <a:cubicBezTo>
                    <a:pt x="202" y="517"/>
                    <a:pt x="143" y="624"/>
                    <a:pt x="119" y="720"/>
                  </a:cubicBezTo>
                  <a:cubicBezTo>
                    <a:pt x="83" y="803"/>
                    <a:pt x="71" y="886"/>
                    <a:pt x="60" y="982"/>
                  </a:cubicBezTo>
                  <a:cubicBezTo>
                    <a:pt x="0" y="1577"/>
                    <a:pt x="441" y="2113"/>
                    <a:pt x="1024" y="2148"/>
                  </a:cubicBezTo>
                  <a:cubicBezTo>
                    <a:pt x="1061" y="2156"/>
                    <a:pt x="1098" y="2159"/>
                    <a:pt x="1134" y="2159"/>
                  </a:cubicBezTo>
                  <a:cubicBezTo>
                    <a:pt x="1216" y="2159"/>
                    <a:pt x="1295" y="2145"/>
                    <a:pt x="1369" y="2137"/>
                  </a:cubicBezTo>
                  <a:cubicBezTo>
                    <a:pt x="1464" y="2113"/>
                    <a:pt x="1572" y="2077"/>
                    <a:pt x="1679" y="2017"/>
                  </a:cubicBezTo>
                  <a:cubicBezTo>
                    <a:pt x="1750" y="1958"/>
                    <a:pt x="1845" y="1887"/>
                    <a:pt x="1929" y="1791"/>
                  </a:cubicBezTo>
                  <a:cubicBezTo>
                    <a:pt x="2084" y="1636"/>
                    <a:pt x="2167" y="1422"/>
                    <a:pt x="2203" y="1184"/>
                  </a:cubicBezTo>
                  <a:cubicBezTo>
                    <a:pt x="2262" y="636"/>
                    <a:pt x="1881" y="148"/>
                    <a:pt x="1345" y="29"/>
                  </a:cubicBezTo>
                  <a:cubicBezTo>
                    <a:pt x="1310" y="5"/>
                    <a:pt x="1274" y="5"/>
                    <a:pt x="1226" y="5"/>
                  </a:cubicBezTo>
                  <a:lnTo>
                    <a:pt x="1214" y="5"/>
                  </a:lnTo>
                  <a:cubicBezTo>
                    <a:pt x="1185" y="2"/>
                    <a:pt x="1155" y="1"/>
                    <a:pt x="112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6"/>
            <p:cNvSpPr/>
            <p:nvPr/>
          </p:nvSpPr>
          <p:spPr>
            <a:xfrm>
              <a:off x="4815775" y="4062050"/>
              <a:ext cx="78000" cy="76425"/>
            </a:xfrm>
            <a:custGeom>
              <a:avLst/>
              <a:gdLst/>
              <a:ahLst/>
              <a:cxnLst/>
              <a:rect l="l" t="t" r="r" b="b"/>
              <a:pathLst>
                <a:path w="3120" h="3057" extrusionOk="0">
                  <a:moveTo>
                    <a:pt x="1541" y="0"/>
                  </a:moveTo>
                  <a:cubicBezTo>
                    <a:pt x="769" y="0"/>
                    <a:pt x="102" y="595"/>
                    <a:pt x="24" y="1389"/>
                  </a:cubicBezTo>
                  <a:cubicBezTo>
                    <a:pt x="0" y="1770"/>
                    <a:pt x="107" y="2151"/>
                    <a:pt x="322" y="2425"/>
                  </a:cubicBezTo>
                  <a:cubicBezTo>
                    <a:pt x="405" y="2520"/>
                    <a:pt x="476" y="2604"/>
                    <a:pt x="548" y="2687"/>
                  </a:cubicBezTo>
                  <a:cubicBezTo>
                    <a:pt x="727" y="2842"/>
                    <a:pt x="953" y="2949"/>
                    <a:pt x="1191" y="3008"/>
                  </a:cubicBezTo>
                  <a:cubicBezTo>
                    <a:pt x="1262" y="3020"/>
                    <a:pt x="1322" y="3044"/>
                    <a:pt x="1393" y="3056"/>
                  </a:cubicBezTo>
                  <a:lnTo>
                    <a:pt x="1512" y="3056"/>
                  </a:lnTo>
                  <a:cubicBezTo>
                    <a:pt x="1523" y="3056"/>
                    <a:pt x="1534" y="3056"/>
                    <a:pt x="1545" y="3056"/>
                  </a:cubicBezTo>
                  <a:cubicBezTo>
                    <a:pt x="2068" y="3056"/>
                    <a:pt x="2554" y="2773"/>
                    <a:pt x="2822" y="2353"/>
                  </a:cubicBezTo>
                  <a:cubicBezTo>
                    <a:pt x="2882" y="2246"/>
                    <a:pt x="2941" y="2151"/>
                    <a:pt x="2977" y="2044"/>
                  </a:cubicBezTo>
                  <a:cubicBezTo>
                    <a:pt x="3013" y="1913"/>
                    <a:pt x="3048" y="1770"/>
                    <a:pt x="3060" y="1651"/>
                  </a:cubicBezTo>
                  <a:cubicBezTo>
                    <a:pt x="3120" y="1032"/>
                    <a:pt x="2798" y="448"/>
                    <a:pt x="2274" y="163"/>
                  </a:cubicBezTo>
                  <a:cubicBezTo>
                    <a:pt x="2167" y="103"/>
                    <a:pt x="2072" y="79"/>
                    <a:pt x="1965" y="44"/>
                  </a:cubicBezTo>
                  <a:cubicBezTo>
                    <a:pt x="1870" y="20"/>
                    <a:pt x="1786" y="8"/>
                    <a:pt x="1691" y="8"/>
                  </a:cubicBezTo>
                  <a:cubicBezTo>
                    <a:pt x="1640" y="3"/>
                    <a:pt x="1590" y="0"/>
                    <a:pt x="154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6"/>
            <p:cNvSpPr/>
            <p:nvPr/>
          </p:nvSpPr>
          <p:spPr>
            <a:xfrm>
              <a:off x="2997100" y="4406875"/>
              <a:ext cx="25600" cy="5125"/>
            </a:xfrm>
            <a:custGeom>
              <a:avLst/>
              <a:gdLst/>
              <a:ahLst/>
              <a:cxnLst/>
              <a:rect l="l" t="t" r="r" b="b"/>
              <a:pathLst>
                <a:path w="1024" h="205" extrusionOk="0">
                  <a:moveTo>
                    <a:pt x="540" y="1"/>
                  </a:moveTo>
                  <a:cubicBezTo>
                    <a:pt x="336" y="1"/>
                    <a:pt x="153" y="63"/>
                    <a:pt x="0" y="205"/>
                  </a:cubicBezTo>
                  <a:lnTo>
                    <a:pt x="1024" y="205"/>
                  </a:lnTo>
                  <a:cubicBezTo>
                    <a:pt x="964" y="145"/>
                    <a:pt x="881" y="98"/>
                    <a:pt x="798" y="62"/>
                  </a:cubicBezTo>
                  <a:cubicBezTo>
                    <a:pt x="726" y="26"/>
                    <a:pt x="655" y="2"/>
                    <a:pt x="595" y="2"/>
                  </a:cubicBezTo>
                  <a:cubicBezTo>
                    <a:pt x="577" y="1"/>
                    <a:pt x="558" y="1"/>
                    <a:pt x="54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6"/>
            <p:cNvSpPr/>
            <p:nvPr/>
          </p:nvSpPr>
          <p:spPr>
            <a:xfrm>
              <a:off x="2698250" y="4188575"/>
              <a:ext cx="14300" cy="13925"/>
            </a:xfrm>
            <a:custGeom>
              <a:avLst/>
              <a:gdLst/>
              <a:ahLst/>
              <a:cxnLst/>
              <a:rect l="l" t="t" r="r" b="b"/>
              <a:pathLst>
                <a:path w="572" h="557" extrusionOk="0">
                  <a:moveTo>
                    <a:pt x="264" y="1"/>
                  </a:moveTo>
                  <a:cubicBezTo>
                    <a:pt x="193" y="1"/>
                    <a:pt x="120" y="42"/>
                    <a:pt x="72" y="90"/>
                  </a:cubicBezTo>
                  <a:cubicBezTo>
                    <a:pt x="48" y="138"/>
                    <a:pt x="12" y="186"/>
                    <a:pt x="12" y="245"/>
                  </a:cubicBezTo>
                  <a:cubicBezTo>
                    <a:pt x="0" y="400"/>
                    <a:pt x="107" y="555"/>
                    <a:pt x="250" y="555"/>
                  </a:cubicBezTo>
                  <a:cubicBezTo>
                    <a:pt x="259" y="556"/>
                    <a:pt x="269" y="556"/>
                    <a:pt x="278" y="556"/>
                  </a:cubicBezTo>
                  <a:cubicBezTo>
                    <a:pt x="375" y="556"/>
                    <a:pt x="469" y="500"/>
                    <a:pt x="512" y="424"/>
                  </a:cubicBezTo>
                  <a:cubicBezTo>
                    <a:pt x="524" y="388"/>
                    <a:pt x="536" y="340"/>
                    <a:pt x="548" y="305"/>
                  </a:cubicBezTo>
                  <a:cubicBezTo>
                    <a:pt x="572" y="150"/>
                    <a:pt x="465" y="19"/>
                    <a:pt x="310" y="7"/>
                  </a:cubicBezTo>
                  <a:cubicBezTo>
                    <a:pt x="295" y="3"/>
                    <a:pt x="279" y="1"/>
                    <a:pt x="26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6"/>
            <p:cNvSpPr/>
            <p:nvPr/>
          </p:nvSpPr>
          <p:spPr>
            <a:xfrm>
              <a:off x="3732600" y="4168050"/>
              <a:ext cx="29200" cy="27800"/>
            </a:xfrm>
            <a:custGeom>
              <a:avLst/>
              <a:gdLst/>
              <a:ahLst/>
              <a:cxnLst/>
              <a:rect l="l" t="t" r="r" b="b"/>
              <a:pathLst>
                <a:path w="1168" h="1112" extrusionOk="0">
                  <a:moveTo>
                    <a:pt x="567" y="0"/>
                  </a:moveTo>
                  <a:cubicBezTo>
                    <a:pt x="300" y="0"/>
                    <a:pt x="69" y="223"/>
                    <a:pt x="36" y="495"/>
                  </a:cubicBezTo>
                  <a:cubicBezTo>
                    <a:pt x="0" y="757"/>
                    <a:pt x="179" y="995"/>
                    <a:pt x="417" y="1078"/>
                  </a:cubicBezTo>
                  <a:lnTo>
                    <a:pt x="429" y="1078"/>
                  </a:lnTo>
                  <a:cubicBezTo>
                    <a:pt x="465" y="1090"/>
                    <a:pt x="489" y="1102"/>
                    <a:pt x="524" y="1102"/>
                  </a:cubicBezTo>
                  <a:cubicBezTo>
                    <a:pt x="549" y="1109"/>
                    <a:pt x="574" y="1112"/>
                    <a:pt x="600" y="1112"/>
                  </a:cubicBezTo>
                  <a:cubicBezTo>
                    <a:pt x="661" y="1112"/>
                    <a:pt x="724" y="1095"/>
                    <a:pt x="774" y="1078"/>
                  </a:cubicBezTo>
                  <a:cubicBezTo>
                    <a:pt x="965" y="1007"/>
                    <a:pt x="1108" y="840"/>
                    <a:pt x="1131" y="614"/>
                  </a:cubicBezTo>
                  <a:cubicBezTo>
                    <a:pt x="1167" y="316"/>
                    <a:pt x="941" y="54"/>
                    <a:pt x="643" y="7"/>
                  </a:cubicBezTo>
                  <a:cubicBezTo>
                    <a:pt x="618" y="2"/>
                    <a:pt x="592" y="0"/>
                    <a:pt x="56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6"/>
            <p:cNvSpPr/>
            <p:nvPr/>
          </p:nvSpPr>
          <p:spPr>
            <a:xfrm>
              <a:off x="4574675" y="4319825"/>
              <a:ext cx="37825" cy="38250"/>
            </a:xfrm>
            <a:custGeom>
              <a:avLst/>
              <a:gdLst/>
              <a:ahLst/>
              <a:cxnLst/>
              <a:rect l="l" t="t" r="r" b="b"/>
              <a:pathLst>
                <a:path w="1513" h="1530" extrusionOk="0">
                  <a:moveTo>
                    <a:pt x="731" y="0"/>
                  </a:moveTo>
                  <a:cubicBezTo>
                    <a:pt x="438" y="0"/>
                    <a:pt x="177" y="180"/>
                    <a:pt x="60" y="436"/>
                  </a:cubicBezTo>
                  <a:cubicBezTo>
                    <a:pt x="24" y="508"/>
                    <a:pt x="0" y="603"/>
                    <a:pt x="0" y="686"/>
                  </a:cubicBezTo>
                  <a:lnTo>
                    <a:pt x="0" y="782"/>
                  </a:lnTo>
                  <a:cubicBezTo>
                    <a:pt x="0" y="889"/>
                    <a:pt x="24" y="984"/>
                    <a:pt x="60" y="1079"/>
                  </a:cubicBezTo>
                  <a:cubicBezTo>
                    <a:pt x="95" y="1186"/>
                    <a:pt x="179" y="1270"/>
                    <a:pt x="262" y="1341"/>
                  </a:cubicBezTo>
                  <a:cubicBezTo>
                    <a:pt x="381" y="1448"/>
                    <a:pt x="524" y="1508"/>
                    <a:pt x="679" y="1520"/>
                  </a:cubicBezTo>
                  <a:cubicBezTo>
                    <a:pt x="710" y="1527"/>
                    <a:pt x="742" y="1530"/>
                    <a:pt x="772" y="1530"/>
                  </a:cubicBezTo>
                  <a:cubicBezTo>
                    <a:pt x="847" y="1530"/>
                    <a:pt x="918" y="1513"/>
                    <a:pt x="976" y="1496"/>
                  </a:cubicBezTo>
                  <a:cubicBezTo>
                    <a:pt x="1084" y="1460"/>
                    <a:pt x="1167" y="1401"/>
                    <a:pt x="1250" y="1341"/>
                  </a:cubicBezTo>
                  <a:cubicBezTo>
                    <a:pt x="1334" y="1270"/>
                    <a:pt x="1393" y="1186"/>
                    <a:pt x="1441" y="1079"/>
                  </a:cubicBezTo>
                  <a:cubicBezTo>
                    <a:pt x="1465" y="1008"/>
                    <a:pt x="1488" y="925"/>
                    <a:pt x="1500" y="853"/>
                  </a:cubicBezTo>
                  <a:cubicBezTo>
                    <a:pt x="1512" y="686"/>
                    <a:pt x="1488" y="544"/>
                    <a:pt x="1417" y="424"/>
                  </a:cubicBezTo>
                  <a:cubicBezTo>
                    <a:pt x="1369" y="293"/>
                    <a:pt x="1298" y="198"/>
                    <a:pt x="1203" y="139"/>
                  </a:cubicBezTo>
                  <a:cubicBezTo>
                    <a:pt x="1096" y="67"/>
                    <a:pt x="965" y="8"/>
                    <a:pt x="834" y="8"/>
                  </a:cubicBezTo>
                  <a:cubicBezTo>
                    <a:pt x="799" y="3"/>
                    <a:pt x="765" y="0"/>
                    <a:pt x="73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6"/>
            <p:cNvSpPr/>
            <p:nvPr/>
          </p:nvSpPr>
          <p:spPr>
            <a:xfrm>
              <a:off x="4163600" y="4245300"/>
              <a:ext cx="27400" cy="26400"/>
            </a:xfrm>
            <a:custGeom>
              <a:avLst/>
              <a:gdLst/>
              <a:ahLst/>
              <a:cxnLst/>
              <a:rect l="l" t="t" r="r" b="b"/>
              <a:pathLst>
                <a:path w="1096" h="1056" extrusionOk="0">
                  <a:moveTo>
                    <a:pt x="608" y="0"/>
                  </a:moveTo>
                  <a:cubicBezTo>
                    <a:pt x="548" y="0"/>
                    <a:pt x="501" y="0"/>
                    <a:pt x="453" y="12"/>
                  </a:cubicBezTo>
                  <a:cubicBezTo>
                    <a:pt x="215" y="60"/>
                    <a:pt x="36" y="250"/>
                    <a:pt x="24" y="488"/>
                  </a:cubicBezTo>
                  <a:cubicBezTo>
                    <a:pt x="1" y="560"/>
                    <a:pt x="24" y="667"/>
                    <a:pt x="72" y="750"/>
                  </a:cubicBezTo>
                  <a:cubicBezTo>
                    <a:pt x="120" y="858"/>
                    <a:pt x="203" y="953"/>
                    <a:pt x="310" y="988"/>
                  </a:cubicBezTo>
                  <a:cubicBezTo>
                    <a:pt x="370" y="1024"/>
                    <a:pt x="429" y="1036"/>
                    <a:pt x="501" y="1048"/>
                  </a:cubicBezTo>
                  <a:cubicBezTo>
                    <a:pt x="528" y="1053"/>
                    <a:pt x="555" y="1055"/>
                    <a:pt x="581" y="1055"/>
                  </a:cubicBezTo>
                  <a:cubicBezTo>
                    <a:pt x="681" y="1055"/>
                    <a:pt x="773" y="1021"/>
                    <a:pt x="858" y="965"/>
                  </a:cubicBezTo>
                  <a:lnTo>
                    <a:pt x="870" y="965"/>
                  </a:lnTo>
                  <a:cubicBezTo>
                    <a:pt x="941" y="905"/>
                    <a:pt x="1013" y="846"/>
                    <a:pt x="1048" y="750"/>
                  </a:cubicBezTo>
                  <a:cubicBezTo>
                    <a:pt x="1084" y="691"/>
                    <a:pt x="1096" y="631"/>
                    <a:pt x="1096" y="572"/>
                  </a:cubicBezTo>
                  <a:cubicBezTo>
                    <a:pt x="1096" y="512"/>
                    <a:pt x="1096" y="465"/>
                    <a:pt x="1084" y="429"/>
                  </a:cubicBezTo>
                  <a:cubicBezTo>
                    <a:pt x="1084" y="417"/>
                    <a:pt x="1084" y="393"/>
                    <a:pt x="1072" y="381"/>
                  </a:cubicBezTo>
                  <a:cubicBezTo>
                    <a:pt x="1036" y="262"/>
                    <a:pt x="965" y="179"/>
                    <a:pt x="870" y="96"/>
                  </a:cubicBezTo>
                  <a:cubicBezTo>
                    <a:pt x="858" y="84"/>
                    <a:pt x="846" y="72"/>
                    <a:pt x="834" y="72"/>
                  </a:cubicBezTo>
                  <a:cubicBezTo>
                    <a:pt x="751" y="24"/>
                    <a:pt x="679" y="0"/>
                    <a:pt x="6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6"/>
            <p:cNvSpPr/>
            <p:nvPr/>
          </p:nvSpPr>
          <p:spPr>
            <a:xfrm>
              <a:off x="2754800" y="4228775"/>
              <a:ext cx="27100" cy="27250"/>
            </a:xfrm>
            <a:custGeom>
              <a:avLst/>
              <a:gdLst/>
              <a:ahLst/>
              <a:cxnLst/>
              <a:rect l="l" t="t" r="r" b="b"/>
              <a:pathLst>
                <a:path w="1084" h="1090" extrusionOk="0">
                  <a:moveTo>
                    <a:pt x="516" y="0"/>
                  </a:moveTo>
                  <a:cubicBezTo>
                    <a:pt x="325" y="0"/>
                    <a:pt x="166" y="111"/>
                    <a:pt x="72" y="268"/>
                  </a:cubicBezTo>
                  <a:cubicBezTo>
                    <a:pt x="36" y="328"/>
                    <a:pt x="12" y="399"/>
                    <a:pt x="0" y="495"/>
                  </a:cubicBezTo>
                  <a:cubicBezTo>
                    <a:pt x="0" y="554"/>
                    <a:pt x="0" y="614"/>
                    <a:pt x="12" y="661"/>
                  </a:cubicBezTo>
                  <a:cubicBezTo>
                    <a:pt x="36" y="721"/>
                    <a:pt x="60" y="780"/>
                    <a:pt x="96" y="840"/>
                  </a:cubicBezTo>
                  <a:cubicBezTo>
                    <a:pt x="179" y="971"/>
                    <a:pt x="310" y="1054"/>
                    <a:pt x="489" y="1090"/>
                  </a:cubicBezTo>
                  <a:lnTo>
                    <a:pt x="548" y="1090"/>
                  </a:lnTo>
                  <a:cubicBezTo>
                    <a:pt x="703" y="1090"/>
                    <a:pt x="834" y="1030"/>
                    <a:pt x="929" y="935"/>
                  </a:cubicBezTo>
                  <a:cubicBezTo>
                    <a:pt x="1012" y="852"/>
                    <a:pt x="1084" y="733"/>
                    <a:pt x="1084" y="602"/>
                  </a:cubicBezTo>
                  <a:lnTo>
                    <a:pt x="1084" y="506"/>
                  </a:lnTo>
                  <a:cubicBezTo>
                    <a:pt x="1084" y="387"/>
                    <a:pt x="1048" y="280"/>
                    <a:pt x="965" y="197"/>
                  </a:cubicBezTo>
                  <a:cubicBezTo>
                    <a:pt x="881" y="90"/>
                    <a:pt x="750" y="18"/>
                    <a:pt x="596" y="6"/>
                  </a:cubicBezTo>
                  <a:cubicBezTo>
                    <a:pt x="569" y="2"/>
                    <a:pt x="542" y="0"/>
                    <a:pt x="51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6"/>
            <p:cNvSpPr/>
            <p:nvPr/>
          </p:nvSpPr>
          <p:spPr>
            <a:xfrm>
              <a:off x="2582150" y="4308350"/>
              <a:ext cx="28000" cy="27250"/>
            </a:xfrm>
            <a:custGeom>
              <a:avLst/>
              <a:gdLst/>
              <a:ahLst/>
              <a:cxnLst/>
              <a:rect l="l" t="t" r="r" b="b"/>
              <a:pathLst>
                <a:path w="1120" h="1090" extrusionOk="0">
                  <a:moveTo>
                    <a:pt x="575" y="1"/>
                  </a:moveTo>
                  <a:cubicBezTo>
                    <a:pt x="296" y="1"/>
                    <a:pt x="58" y="208"/>
                    <a:pt x="25" y="491"/>
                  </a:cubicBezTo>
                  <a:cubicBezTo>
                    <a:pt x="1" y="788"/>
                    <a:pt x="215" y="1062"/>
                    <a:pt x="525" y="1086"/>
                  </a:cubicBezTo>
                  <a:cubicBezTo>
                    <a:pt x="545" y="1088"/>
                    <a:pt x="566" y="1090"/>
                    <a:pt x="586" y="1090"/>
                  </a:cubicBezTo>
                  <a:cubicBezTo>
                    <a:pt x="858" y="1090"/>
                    <a:pt x="1087" y="875"/>
                    <a:pt x="1120" y="598"/>
                  </a:cubicBezTo>
                  <a:cubicBezTo>
                    <a:pt x="1120" y="538"/>
                    <a:pt x="1120" y="479"/>
                    <a:pt x="1096" y="431"/>
                  </a:cubicBezTo>
                  <a:cubicBezTo>
                    <a:pt x="1072" y="312"/>
                    <a:pt x="1013" y="217"/>
                    <a:pt x="941" y="133"/>
                  </a:cubicBezTo>
                  <a:cubicBezTo>
                    <a:pt x="858" y="74"/>
                    <a:pt x="775" y="26"/>
                    <a:pt x="679" y="14"/>
                  </a:cubicBezTo>
                  <a:cubicBezTo>
                    <a:pt x="667" y="14"/>
                    <a:pt x="656" y="2"/>
                    <a:pt x="620" y="2"/>
                  </a:cubicBezTo>
                  <a:cubicBezTo>
                    <a:pt x="605" y="1"/>
                    <a:pt x="590" y="1"/>
                    <a:pt x="57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6"/>
            <p:cNvSpPr/>
            <p:nvPr/>
          </p:nvSpPr>
          <p:spPr>
            <a:xfrm>
              <a:off x="3259325" y="4015150"/>
              <a:ext cx="28300" cy="26950"/>
            </a:xfrm>
            <a:custGeom>
              <a:avLst/>
              <a:gdLst/>
              <a:ahLst/>
              <a:cxnLst/>
              <a:rect l="l" t="t" r="r" b="b"/>
              <a:pathLst>
                <a:path w="1132" h="1078" extrusionOk="0">
                  <a:moveTo>
                    <a:pt x="563" y="1"/>
                  </a:moveTo>
                  <a:cubicBezTo>
                    <a:pt x="284" y="1"/>
                    <a:pt x="46" y="208"/>
                    <a:pt x="12" y="491"/>
                  </a:cubicBezTo>
                  <a:cubicBezTo>
                    <a:pt x="0" y="646"/>
                    <a:pt x="48" y="777"/>
                    <a:pt x="155" y="896"/>
                  </a:cubicBezTo>
                  <a:cubicBezTo>
                    <a:pt x="215" y="967"/>
                    <a:pt x="310" y="1027"/>
                    <a:pt x="429" y="1062"/>
                  </a:cubicBezTo>
                  <a:cubicBezTo>
                    <a:pt x="453" y="1062"/>
                    <a:pt x="477" y="1074"/>
                    <a:pt x="489" y="1074"/>
                  </a:cubicBezTo>
                  <a:lnTo>
                    <a:pt x="512" y="1074"/>
                  </a:lnTo>
                  <a:cubicBezTo>
                    <a:pt x="533" y="1076"/>
                    <a:pt x="553" y="1077"/>
                    <a:pt x="572" y="1077"/>
                  </a:cubicBezTo>
                  <a:cubicBezTo>
                    <a:pt x="665" y="1077"/>
                    <a:pt x="745" y="1054"/>
                    <a:pt x="834" y="1015"/>
                  </a:cubicBezTo>
                  <a:cubicBezTo>
                    <a:pt x="989" y="931"/>
                    <a:pt x="1084" y="777"/>
                    <a:pt x="1108" y="598"/>
                  </a:cubicBezTo>
                  <a:cubicBezTo>
                    <a:pt x="1132" y="300"/>
                    <a:pt x="905" y="38"/>
                    <a:pt x="608" y="3"/>
                  </a:cubicBezTo>
                  <a:cubicBezTo>
                    <a:pt x="593" y="2"/>
                    <a:pt x="577" y="1"/>
                    <a:pt x="56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6"/>
            <p:cNvSpPr/>
            <p:nvPr/>
          </p:nvSpPr>
          <p:spPr>
            <a:xfrm>
              <a:off x="5234575" y="4397850"/>
              <a:ext cx="36625" cy="13550"/>
            </a:xfrm>
            <a:custGeom>
              <a:avLst/>
              <a:gdLst/>
              <a:ahLst/>
              <a:cxnLst/>
              <a:rect l="l" t="t" r="r" b="b"/>
              <a:pathLst>
                <a:path w="1465" h="542" extrusionOk="0">
                  <a:moveTo>
                    <a:pt x="736" y="1"/>
                  </a:moveTo>
                  <a:cubicBezTo>
                    <a:pt x="686" y="1"/>
                    <a:pt x="635" y="6"/>
                    <a:pt x="596" y="6"/>
                  </a:cubicBezTo>
                  <a:cubicBezTo>
                    <a:pt x="477" y="30"/>
                    <a:pt x="381" y="66"/>
                    <a:pt x="286" y="149"/>
                  </a:cubicBezTo>
                  <a:cubicBezTo>
                    <a:pt x="262" y="161"/>
                    <a:pt x="238" y="173"/>
                    <a:pt x="227" y="185"/>
                  </a:cubicBezTo>
                  <a:cubicBezTo>
                    <a:pt x="143" y="268"/>
                    <a:pt x="84" y="351"/>
                    <a:pt x="36" y="459"/>
                  </a:cubicBezTo>
                  <a:cubicBezTo>
                    <a:pt x="24" y="482"/>
                    <a:pt x="24" y="518"/>
                    <a:pt x="0" y="542"/>
                  </a:cubicBezTo>
                  <a:lnTo>
                    <a:pt x="1465" y="542"/>
                  </a:lnTo>
                  <a:cubicBezTo>
                    <a:pt x="1370" y="268"/>
                    <a:pt x="1120" y="42"/>
                    <a:pt x="810" y="6"/>
                  </a:cubicBezTo>
                  <a:cubicBezTo>
                    <a:pt x="786" y="2"/>
                    <a:pt x="761" y="1"/>
                    <a:pt x="73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6"/>
            <p:cNvSpPr/>
            <p:nvPr/>
          </p:nvSpPr>
          <p:spPr>
            <a:xfrm>
              <a:off x="4984250" y="3714800"/>
              <a:ext cx="39600" cy="38200"/>
            </a:xfrm>
            <a:custGeom>
              <a:avLst/>
              <a:gdLst/>
              <a:ahLst/>
              <a:cxnLst/>
              <a:rect l="l" t="t" r="r" b="b"/>
              <a:pathLst>
                <a:path w="1584" h="1528" extrusionOk="0">
                  <a:moveTo>
                    <a:pt x="778" y="0"/>
                  </a:moveTo>
                  <a:cubicBezTo>
                    <a:pt x="388" y="0"/>
                    <a:pt x="46" y="289"/>
                    <a:pt x="12" y="694"/>
                  </a:cubicBezTo>
                  <a:cubicBezTo>
                    <a:pt x="0" y="813"/>
                    <a:pt x="12" y="932"/>
                    <a:pt x="60" y="1039"/>
                  </a:cubicBezTo>
                  <a:cubicBezTo>
                    <a:pt x="119" y="1134"/>
                    <a:pt x="179" y="1242"/>
                    <a:pt x="274" y="1313"/>
                  </a:cubicBezTo>
                  <a:cubicBezTo>
                    <a:pt x="310" y="1361"/>
                    <a:pt x="369" y="1408"/>
                    <a:pt x="417" y="1432"/>
                  </a:cubicBezTo>
                  <a:cubicBezTo>
                    <a:pt x="512" y="1480"/>
                    <a:pt x="607" y="1527"/>
                    <a:pt x="715" y="1527"/>
                  </a:cubicBezTo>
                  <a:lnTo>
                    <a:pt x="893" y="1527"/>
                  </a:lnTo>
                  <a:cubicBezTo>
                    <a:pt x="1012" y="1515"/>
                    <a:pt x="1119" y="1468"/>
                    <a:pt x="1203" y="1408"/>
                  </a:cubicBezTo>
                  <a:cubicBezTo>
                    <a:pt x="1381" y="1289"/>
                    <a:pt x="1524" y="1075"/>
                    <a:pt x="1536" y="837"/>
                  </a:cubicBezTo>
                  <a:cubicBezTo>
                    <a:pt x="1584" y="420"/>
                    <a:pt x="1286" y="39"/>
                    <a:pt x="846" y="3"/>
                  </a:cubicBezTo>
                  <a:cubicBezTo>
                    <a:pt x="823" y="1"/>
                    <a:pt x="800" y="0"/>
                    <a:pt x="77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6"/>
            <p:cNvSpPr/>
            <p:nvPr/>
          </p:nvSpPr>
          <p:spPr>
            <a:xfrm>
              <a:off x="3074475" y="4307150"/>
              <a:ext cx="15500" cy="15550"/>
            </a:xfrm>
            <a:custGeom>
              <a:avLst/>
              <a:gdLst/>
              <a:ahLst/>
              <a:cxnLst/>
              <a:rect l="l" t="t" r="r" b="b"/>
              <a:pathLst>
                <a:path w="620" h="622" extrusionOk="0">
                  <a:moveTo>
                    <a:pt x="328" y="0"/>
                  </a:moveTo>
                  <a:cubicBezTo>
                    <a:pt x="264" y="0"/>
                    <a:pt x="195" y="30"/>
                    <a:pt x="144" y="50"/>
                  </a:cubicBezTo>
                  <a:cubicBezTo>
                    <a:pt x="72" y="86"/>
                    <a:pt x="13" y="169"/>
                    <a:pt x="1" y="277"/>
                  </a:cubicBezTo>
                  <a:cubicBezTo>
                    <a:pt x="1" y="300"/>
                    <a:pt x="1" y="336"/>
                    <a:pt x="13" y="360"/>
                  </a:cubicBezTo>
                  <a:cubicBezTo>
                    <a:pt x="24" y="408"/>
                    <a:pt x="48" y="455"/>
                    <a:pt x="60" y="479"/>
                  </a:cubicBezTo>
                  <a:cubicBezTo>
                    <a:pt x="96" y="562"/>
                    <a:pt x="191" y="622"/>
                    <a:pt x="286" y="622"/>
                  </a:cubicBezTo>
                  <a:lnTo>
                    <a:pt x="382" y="622"/>
                  </a:lnTo>
                  <a:cubicBezTo>
                    <a:pt x="465" y="598"/>
                    <a:pt x="536" y="562"/>
                    <a:pt x="560" y="503"/>
                  </a:cubicBezTo>
                  <a:cubicBezTo>
                    <a:pt x="596" y="455"/>
                    <a:pt x="620" y="408"/>
                    <a:pt x="620" y="348"/>
                  </a:cubicBezTo>
                  <a:cubicBezTo>
                    <a:pt x="620" y="300"/>
                    <a:pt x="620" y="265"/>
                    <a:pt x="608" y="217"/>
                  </a:cubicBezTo>
                  <a:cubicBezTo>
                    <a:pt x="584" y="110"/>
                    <a:pt x="489" y="38"/>
                    <a:pt x="382" y="27"/>
                  </a:cubicBezTo>
                  <a:cubicBezTo>
                    <a:pt x="370" y="27"/>
                    <a:pt x="358" y="27"/>
                    <a:pt x="358" y="3"/>
                  </a:cubicBezTo>
                  <a:cubicBezTo>
                    <a:pt x="348" y="1"/>
                    <a:pt x="338" y="0"/>
                    <a:pt x="32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6"/>
            <p:cNvSpPr/>
            <p:nvPr/>
          </p:nvSpPr>
          <p:spPr>
            <a:xfrm>
              <a:off x="3911200" y="4344925"/>
              <a:ext cx="16375" cy="15575"/>
            </a:xfrm>
            <a:custGeom>
              <a:avLst/>
              <a:gdLst/>
              <a:ahLst/>
              <a:cxnLst/>
              <a:rect l="l" t="t" r="r" b="b"/>
              <a:pathLst>
                <a:path w="655" h="623" extrusionOk="0">
                  <a:moveTo>
                    <a:pt x="312" y="1"/>
                  </a:moveTo>
                  <a:cubicBezTo>
                    <a:pt x="167" y="1"/>
                    <a:pt x="55" y="103"/>
                    <a:pt x="12" y="254"/>
                  </a:cubicBezTo>
                  <a:lnTo>
                    <a:pt x="12" y="278"/>
                  </a:lnTo>
                  <a:cubicBezTo>
                    <a:pt x="0" y="456"/>
                    <a:pt x="119" y="611"/>
                    <a:pt x="298" y="623"/>
                  </a:cubicBezTo>
                  <a:lnTo>
                    <a:pt x="405" y="623"/>
                  </a:lnTo>
                  <a:cubicBezTo>
                    <a:pt x="524" y="599"/>
                    <a:pt x="631" y="492"/>
                    <a:pt x="643" y="337"/>
                  </a:cubicBezTo>
                  <a:cubicBezTo>
                    <a:pt x="655" y="159"/>
                    <a:pt x="536" y="16"/>
                    <a:pt x="357" y="4"/>
                  </a:cubicBezTo>
                  <a:cubicBezTo>
                    <a:pt x="342" y="2"/>
                    <a:pt x="327" y="1"/>
                    <a:pt x="31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2" name="Google Shape;622;p6"/>
          <p:cNvGrpSpPr/>
          <p:nvPr/>
        </p:nvGrpSpPr>
        <p:grpSpPr>
          <a:xfrm rot="10800000">
            <a:off x="157" y="95"/>
            <a:ext cx="1146035" cy="1362783"/>
            <a:chOff x="3048875" y="2669025"/>
            <a:chExt cx="504550" cy="599975"/>
          </a:xfrm>
        </p:grpSpPr>
        <p:sp>
          <p:nvSpPr>
            <p:cNvPr id="623" name="Google Shape;623;p6"/>
            <p:cNvSpPr/>
            <p:nvPr/>
          </p:nvSpPr>
          <p:spPr>
            <a:xfrm>
              <a:off x="3048875" y="3200825"/>
              <a:ext cx="57175" cy="68175"/>
            </a:xfrm>
            <a:custGeom>
              <a:avLst/>
              <a:gdLst/>
              <a:ahLst/>
              <a:cxnLst/>
              <a:rect l="l" t="t" r="r" b="b"/>
              <a:pathLst>
                <a:path w="2287" h="2727" extrusionOk="0">
                  <a:moveTo>
                    <a:pt x="2215" y="0"/>
                  </a:moveTo>
                  <a:cubicBezTo>
                    <a:pt x="2180" y="0"/>
                    <a:pt x="2156" y="12"/>
                    <a:pt x="2120" y="36"/>
                  </a:cubicBezTo>
                  <a:lnTo>
                    <a:pt x="1" y="2727"/>
                  </a:lnTo>
                  <a:lnTo>
                    <a:pt x="358" y="2727"/>
                  </a:lnTo>
                  <a:lnTo>
                    <a:pt x="2287" y="286"/>
                  </a:lnTo>
                  <a:cubicBezTo>
                    <a:pt x="2275" y="250"/>
                    <a:pt x="2251" y="203"/>
                    <a:pt x="2239" y="179"/>
                  </a:cubicBezTo>
                  <a:cubicBezTo>
                    <a:pt x="2227" y="119"/>
                    <a:pt x="2215" y="60"/>
                    <a:pt x="221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6"/>
            <p:cNvSpPr/>
            <p:nvPr/>
          </p:nvSpPr>
          <p:spPr>
            <a:xfrm>
              <a:off x="3117925" y="2833225"/>
              <a:ext cx="56300" cy="351550"/>
            </a:xfrm>
            <a:custGeom>
              <a:avLst/>
              <a:gdLst/>
              <a:ahLst/>
              <a:cxnLst/>
              <a:rect l="l" t="t" r="r" b="b"/>
              <a:pathLst>
                <a:path w="2252" h="14062" extrusionOk="0">
                  <a:moveTo>
                    <a:pt x="2251" y="0"/>
                  </a:moveTo>
                  <a:lnTo>
                    <a:pt x="2251" y="0"/>
                  </a:lnTo>
                  <a:cubicBezTo>
                    <a:pt x="2216" y="12"/>
                    <a:pt x="2204" y="36"/>
                    <a:pt x="2168" y="36"/>
                  </a:cubicBezTo>
                  <a:cubicBezTo>
                    <a:pt x="2140" y="50"/>
                    <a:pt x="2113" y="57"/>
                    <a:pt x="2088" y="57"/>
                  </a:cubicBezTo>
                  <a:cubicBezTo>
                    <a:pt x="2050" y="57"/>
                    <a:pt x="2013" y="41"/>
                    <a:pt x="1977" y="12"/>
                  </a:cubicBezTo>
                  <a:lnTo>
                    <a:pt x="1" y="14026"/>
                  </a:lnTo>
                  <a:cubicBezTo>
                    <a:pt x="72" y="14038"/>
                    <a:pt x="180" y="14049"/>
                    <a:pt x="275" y="14061"/>
                  </a:cubicBezTo>
                  <a:lnTo>
                    <a:pt x="225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6"/>
            <p:cNvSpPr/>
            <p:nvPr/>
          </p:nvSpPr>
          <p:spPr>
            <a:xfrm>
              <a:off x="3174200" y="2826975"/>
              <a:ext cx="144675" cy="8050"/>
            </a:xfrm>
            <a:custGeom>
              <a:avLst/>
              <a:gdLst/>
              <a:ahLst/>
              <a:cxnLst/>
              <a:rect l="l" t="t" r="r" b="b"/>
              <a:pathLst>
                <a:path w="5787" h="322" extrusionOk="0">
                  <a:moveTo>
                    <a:pt x="24" y="0"/>
                  </a:moveTo>
                  <a:lnTo>
                    <a:pt x="24" y="0"/>
                  </a:lnTo>
                  <a:cubicBezTo>
                    <a:pt x="48" y="12"/>
                    <a:pt x="48" y="24"/>
                    <a:pt x="60" y="36"/>
                  </a:cubicBezTo>
                  <a:cubicBezTo>
                    <a:pt x="72" y="119"/>
                    <a:pt x="60" y="203"/>
                    <a:pt x="0" y="262"/>
                  </a:cubicBezTo>
                  <a:lnTo>
                    <a:pt x="5763" y="322"/>
                  </a:lnTo>
                  <a:cubicBezTo>
                    <a:pt x="5739" y="226"/>
                    <a:pt x="5763" y="131"/>
                    <a:pt x="5787" y="6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6"/>
            <p:cNvSpPr/>
            <p:nvPr/>
          </p:nvSpPr>
          <p:spPr>
            <a:xfrm>
              <a:off x="3128650" y="3208250"/>
              <a:ext cx="68500" cy="60175"/>
            </a:xfrm>
            <a:custGeom>
              <a:avLst/>
              <a:gdLst/>
              <a:ahLst/>
              <a:cxnLst/>
              <a:rect l="l" t="t" r="r" b="b"/>
              <a:pathLst>
                <a:path w="2740" h="2407" extrusionOk="0">
                  <a:moveTo>
                    <a:pt x="203" y="1"/>
                  </a:moveTo>
                  <a:cubicBezTo>
                    <a:pt x="155" y="72"/>
                    <a:pt x="96" y="144"/>
                    <a:pt x="1" y="191"/>
                  </a:cubicBezTo>
                  <a:lnTo>
                    <a:pt x="2346" y="2406"/>
                  </a:lnTo>
                  <a:lnTo>
                    <a:pt x="2739" y="2406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6"/>
            <p:cNvSpPr/>
            <p:nvPr/>
          </p:nvSpPr>
          <p:spPr>
            <a:xfrm>
              <a:off x="3202775" y="3124925"/>
              <a:ext cx="147350" cy="144075"/>
            </a:xfrm>
            <a:custGeom>
              <a:avLst/>
              <a:gdLst/>
              <a:ahLst/>
              <a:cxnLst/>
              <a:rect l="l" t="t" r="r" b="b"/>
              <a:pathLst>
                <a:path w="5894" h="5763" extrusionOk="0">
                  <a:moveTo>
                    <a:pt x="5703" y="0"/>
                  </a:moveTo>
                  <a:lnTo>
                    <a:pt x="0" y="5763"/>
                  </a:lnTo>
                  <a:lnTo>
                    <a:pt x="393" y="5763"/>
                  </a:lnTo>
                  <a:lnTo>
                    <a:pt x="5894" y="191"/>
                  </a:lnTo>
                  <a:cubicBezTo>
                    <a:pt x="5822" y="143"/>
                    <a:pt x="5751" y="84"/>
                    <a:pt x="5703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6"/>
            <p:cNvSpPr/>
            <p:nvPr/>
          </p:nvSpPr>
          <p:spPr>
            <a:xfrm>
              <a:off x="3367375" y="2941850"/>
              <a:ext cx="161950" cy="165825"/>
            </a:xfrm>
            <a:custGeom>
              <a:avLst/>
              <a:gdLst/>
              <a:ahLst/>
              <a:cxnLst/>
              <a:rect l="l" t="t" r="r" b="b"/>
              <a:pathLst>
                <a:path w="6478" h="6633" extrusionOk="0">
                  <a:moveTo>
                    <a:pt x="6311" y="1"/>
                  </a:moveTo>
                  <a:lnTo>
                    <a:pt x="0" y="6442"/>
                  </a:lnTo>
                  <a:cubicBezTo>
                    <a:pt x="72" y="6490"/>
                    <a:pt x="131" y="6561"/>
                    <a:pt x="191" y="6633"/>
                  </a:cubicBezTo>
                  <a:lnTo>
                    <a:pt x="6477" y="203"/>
                  </a:lnTo>
                  <a:cubicBezTo>
                    <a:pt x="6466" y="191"/>
                    <a:pt x="6466" y="156"/>
                    <a:pt x="6466" y="144"/>
                  </a:cubicBezTo>
                  <a:cubicBezTo>
                    <a:pt x="6382" y="132"/>
                    <a:pt x="6323" y="72"/>
                    <a:pt x="631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6"/>
            <p:cNvSpPr/>
            <p:nvPr/>
          </p:nvSpPr>
          <p:spPr>
            <a:xfrm>
              <a:off x="3356050" y="3130875"/>
              <a:ext cx="23850" cy="137550"/>
            </a:xfrm>
            <a:custGeom>
              <a:avLst/>
              <a:gdLst/>
              <a:ahLst/>
              <a:cxnLst/>
              <a:rect l="l" t="t" r="r" b="b"/>
              <a:pathLst>
                <a:path w="954" h="5502" extrusionOk="0">
                  <a:moveTo>
                    <a:pt x="287" y="0"/>
                  </a:moveTo>
                  <a:cubicBezTo>
                    <a:pt x="231" y="28"/>
                    <a:pt x="175" y="40"/>
                    <a:pt x="119" y="40"/>
                  </a:cubicBezTo>
                  <a:cubicBezTo>
                    <a:pt x="80" y="40"/>
                    <a:pt x="40" y="34"/>
                    <a:pt x="1" y="24"/>
                  </a:cubicBezTo>
                  <a:lnTo>
                    <a:pt x="1" y="24"/>
                  </a:lnTo>
                  <a:lnTo>
                    <a:pt x="668" y="5501"/>
                  </a:lnTo>
                  <a:lnTo>
                    <a:pt x="953" y="5501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6"/>
            <p:cNvSpPr/>
            <p:nvPr/>
          </p:nvSpPr>
          <p:spPr>
            <a:xfrm>
              <a:off x="3310225" y="2699575"/>
              <a:ext cx="19975" cy="123550"/>
            </a:xfrm>
            <a:custGeom>
              <a:avLst/>
              <a:gdLst/>
              <a:ahLst/>
              <a:cxnLst/>
              <a:rect l="l" t="t" r="r" b="b"/>
              <a:pathLst>
                <a:path w="799" h="4942" extrusionOk="0">
                  <a:moveTo>
                    <a:pt x="274" y="0"/>
                  </a:moveTo>
                  <a:cubicBezTo>
                    <a:pt x="262" y="0"/>
                    <a:pt x="239" y="12"/>
                    <a:pt x="227" y="12"/>
                  </a:cubicBezTo>
                  <a:cubicBezTo>
                    <a:pt x="155" y="48"/>
                    <a:pt x="84" y="48"/>
                    <a:pt x="0" y="48"/>
                  </a:cubicBezTo>
                  <a:lnTo>
                    <a:pt x="524" y="4941"/>
                  </a:lnTo>
                  <a:cubicBezTo>
                    <a:pt x="536" y="4929"/>
                    <a:pt x="572" y="4918"/>
                    <a:pt x="584" y="4918"/>
                  </a:cubicBezTo>
                  <a:cubicBezTo>
                    <a:pt x="629" y="4895"/>
                    <a:pt x="679" y="4887"/>
                    <a:pt x="725" y="4887"/>
                  </a:cubicBezTo>
                  <a:cubicBezTo>
                    <a:pt x="751" y="4887"/>
                    <a:pt x="776" y="4889"/>
                    <a:pt x="798" y="4894"/>
                  </a:cubicBez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6"/>
            <p:cNvSpPr/>
            <p:nvPr/>
          </p:nvSpPr>
          <p:spPr>
            <a:xfrm>
              <a:off x="3338500" y="2828750"/>
              <a:ext cx="94675" cy="9550"/>
            </a:xfrm>
            <a:custGeom>
              <a:avLst/>
              <a:gdLst/>
              <a:ahLst/>
              <a:cxnLst/>
              <a:rect l="l" t="t" r="r" b="b"/>
              <a:pathLst>
                <a:path w="3787" h="382" extrusionOk="0">
                  <a:moveTo>
                    <a:pt x="1" y="1"/>
                  </a:moveTo>
                  <a:cubicBezTo>
                    <a:pt x="1" y="12"/>
                    <a:pt x="24" y="12"/>
                    <a:pt x="24" y="24"/>
                  </a:cubicBezTo>
                  <a:cubicBezTo>
                    <a:pt x="48" y="120"/>
                    <a:pt x="48" y="191"/>
                    <a:pt x="36" y="286"/>
                  </a:cubicBezTo>
                  <a:lnTo>
                    <a:pt x="3787" y="382"/>
                  </a:lnTo>
                  <a:cubicBezTo>
                    <a:pt x="3775" y="370"/>
                    <a:pt x="3775" y="358"/>
                    <a:pt x="3775" y="346"/>
                  </a:cubicBezTo>
                  <a:cubicBezTo>
                    <a:pt x="3739" y="251"/>
                    <a:pt x="3739" y="179"/>
                    <a:pt x="3751" y="10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6"/>
            <p:cNvSpPr/>
            <p:nvPr/>
          </p:nvSpPr>
          <p:spPr>
            <a:xfrm>
              <a:off x="3531375" y="2913875"/>
              <a:ext cx="22050" cy="23850"/>
            </a:xfrm>
            <a:custGeom>
              <a:avLst/>
              <a:gdLst/>
              <a:ahLst/>
              <a:cxnLst/>
              <a:rect l="l" t="t" r="r" b="b"/>
              <a:pathLst>
                <a:path w="882" h="954" extrusionOk="0">
                  <a:moveTo>
                    <a:pt x="882" y="1"/>
                  </a:moveTo>
                  <a:lnTo>
                    <a:pt x="1" y="787"/>
                  </a:lnTo>
                  <a:cubicBezTo>
                    <a:pt x="84" y="787"/>
                    <a:pt x="179" y="846"/>
                    <a:pt x="227" y="953"/>
                  </a:cubicBezTo>
                  <a:lnTo>
                    <a:pt x="882" y="370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6"/>
            <p:cNvSpPr/>
            <p:nvPr/>
          </p:nvSpPr>
          <p:spPr>
            <a:xfrm>
              <a:off x="3319750" y="2693325"/>
              <a:ext cx="118200" cy="135750"/>
            </a:xfrm>
            <a:custGeom>
              <a:avLst/>
              <a:gdLst/>
              <a:ahLst/>
              <a:cxnLst/>
              <a:rect l="l" t="t" r="r" b="b"/>
              <a:pathLst>
                <a:path w="4728" h="5430" extrusionOk="0">
                  <a:moveTo>
                    <a:pt x="191" y="0"/>
                  </a:moveTo>
                  <a:cubicBezTo>
                    <a:pt x="143" y="72"/>
                    <a:pt x="72" y="143"/>
                    <a:pt x="0" y="191"/>
                  </a:cubicBezTo>
                  <a:lnTo>
                    <a:pt x="4537" y="5429"/>
                  </a:lnTo>
                  <a:cubicBezTo>
                    <a:pt x="4584" y="5346"/>
                    <a:pt x="4644" y="5287"/>
                    <a:pt x="4727" y="5239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6"/>
            <p:cNvSpPr/>
            <p:nvPr/>
          </p:nvSpPr>
          <p:spPr>
            <a:xfrm>
              <a:off x="3446250" y="2840650"/>
              <a:ext cx="82775" cy="98250"/>
            </a:xfrm>
            <a:custGeom>
              <a:avLst/>
              <a:gdLst/>
              <a:ahLst/>
              <a:cxnLst/>
              <a:rect l="l" t="t" r="r" b="b"/>
              <a:pathLst>
                <a:path w="3311" h="3930" extrusionOk="0">
                  <a:moveTo>
                    <a:pt x="215" y="1"/>
                  </a:moveTo>
                  <a:cubicBezTo>
                    <a:pt x="179" y="60"/>
                    <a:pt x="96" y="120"/>
                    <a:pt x="12" y="144"/>
                  </a:cubicBezTo>
                  <a:lnTo>
                    <a:pt x="1" y="144"/>
                  </a:lnTo>
                  <a:lnTo>
                    <a:pt x="3132" y="3930"/>
                  </a:lnTo>
                  <a:cubicBezTo>
                    <a:pt x="3156" y="3835"/>
                    <a:pt x="3215" y="3751"/>
                    <a:pt x="3311" y="3716"/>
                  </a:cubicBezTo>
                  <a:lnTo>
                    <a:pt x="215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6"/>
            <p:cNvSpPr/>
            <p:nvPr/>
          </p:nvSpPr>
          <p:spPr>
            <a:xfrm>
              <a:off x="3528700" y="2944550"/>
              <a:ext cx="24725" cy="46750"/>
            </a:xfrm>
            <a:custGeom>
              <a:avLst/>
              <a:gdLst/>
              <a:ahLst/>
              <a:cxnLst/>
              <a:rect l="l" t="t" r="r" b="b"/>
              <a:pathLst>
                <a:path w="989" h="1870" extrusionOk="0">
                  <a:moveTo>
                    <a:pt x="274" y="0"/>
                  </a:moveTo>
                  <a:cubicBezTo>
                    <a:pt x="239" y="24"/>
                    <a:pt x="215" y="36"/>
                    <a:pt x="167" y="60"/>
                  </a:cubicBezTo>
                  <a:cubicBezTo>
                    <a:pt x="138" y="66"/>
                    <a:pt x="108" y="69"/>
                    <a:pt x="79" y="69"/>
                  </a:cubicBezTo>
                  <a:cubicBezTo>
                    <a:pt x="51" y="69"/>
                    <a:pt x="24" y="66"/>
                    <a:pt x="1" y="60"/>
                  </a:cubicBezTo>
                  <a:lnTo>
                    <a:pt x="1" y="60"/>
                  </a:lnTo>
                  <a:cubicBezTo>
                    <a:pt x="1" y="72"/>
                    <a:pt x="1" y="95"/>
                    <a:pt x="13" y="119"/>
                  </a:cubicBezTo>
                  <a:lnTo>
                    <a:pt x="989" y="1869"/>
                  </a:lnTo>
                  <a:lnTo>
                    <a:pt x="989" y="1310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6"/>
            <p:cNvSpPr/>
            <p:nvPr/>
          </p:nvSpPr>
          <p:spPr>
            <a:xfrm>
              <a:off x="3292950" y="2669025"/>
              <a:ext cx="34550" cy="31750"/>
            </a:xfrm>
            <a:custGeom>
              <a:avLst/>
              <a:gdLst/>
              <a:ahLst/>
              <a:cxnLst/>
              <a:rect l="l" t="t" r="r" b="b"/>
              <a:pathLst>
                <a:path w="1382" h="1270" extrusionOk="0">
                  <a:moveTo>
                    <a:pt x="694" y="1"/>
                  </a:moveTo>
                  <a:cubicBezTo>
                    <a:pt x="629" y="1"/>
                    <a:pt x="564" y="11"/>
                    <a:pt x="501" y="32"/>
                  </a:cubicBezTo>
                  <a:cubicBezTo>
                    <a:pt x="179" y="151"/>
                    <a:pt x="1" y="508"/>
                    <a:pt x="96" y="841"/>
                  </a:cubicBezTo>
                  <a:cubicBezTo>
                    <a:pt x="191" y="1091"/>
                    <a:pt x="429" y="1258"/>
                    <a:pt x="680" y="1270"/>
                  </a:cubicBezTo>
                  <a:cubicBezTo>
                    <a:pt x="751" y="1270"/>
                    <a:pt x="822" y="1270"/>
                    <a:pt x="906" y="1234"/>
                  </a:cubicBezTo>
                  <a:cubicBezTo>
                    <a:pt x="953" y="1234"/>
                    <a:pt x="965" y="1222"/>
                    <a:pt x="965" y="1222"/>
                  </a:cubicBezTo>
                  <a:lnTo>
                    <a:pt x="1049" y="1175"/>
                  </a:lnTo>
                  <a:cubicBezTo>
                    <a:pt x="1132" y="1139"/>
                    <a:pt x="1203" y="1056"/>
                    <a:pt x="1251" y="984"/>
                  </a:cubicBezTo>
                  <a:cubicBezTo>
                    <a:pt x="1346" y="841"/>
                    <a:pt x="1382" y="627"/>
                    <a:pt x="1311" y="436"/>
                  </a:cubicBezTo>
                  <a:cubicBezTo>
                    <a:pt x="1215" y="169"/>
                    <a:pt x="958" y="1"/>
                    <a:pt x="69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6"/>
            <p:cNvSpPr/>
            <p:nvPr/>
          </p:nvSpPr>
          <p:spPr>
            <a:xfrm>
              <a:off x="3103950" y="3184550"/>
              <a:ext cx="32475" cy="31650"/>
            </a:xfrm>
            <a:custGeom>
              <a:avLst/>
              <a:gdLst/>
              <a:ahLst/>
              <a:cxnLst/>
              <a:rect l="l" t="t" r="r" b="b"/>
              <a:pathLst>
                <a:path w="1299" h="1266" extrusionOk="0">
                  <a:moveTo>
                    <a:pt x="669" y="1"/>
                  </a:moveTo>
                  <a:cubicBezTo>
                    <a:pt x="631" y="1"/>
                    <a:pt x="594" y="3"/>
                    <a:pt x="560" y="8"/>
                  </a:cubicBezTo>
                  <a:cubicBezTo>
                    <a:pt x="512" y="8"/>
                    <a:pt x="489" y="20"/>
                    <a:pt x="441" y="44"/>
                  </a:cubicBezTo>
                  <a:cubicBezTo>
                    <a:pt x="179" y="127"/>
                    <a:pt x="0" y="401"/>
                    <a:pt x="12" y="663"/>
                  </a:cubicBezTo>
                  <a:cubicBezTo>
                    <a:pt x="12" y="723"/>
                    <a:pt x="24" y="782"/>
                    <a:pt x="36" y="842"/>
                  </a:cubicBezTo>
                  <a:cubicBezTo>
                    <a:pt x="60" y="854"/>
                    <a:pt x="72" y="901"/>
                    <a:pt x="84" y="937"/>
                  </a:cubicBezTo>
                  <a:cubicBezTo>
                    <a:pt x="204" y="1141"/>
                    <a:pt x="419" y="1266"/>
                    <a:pt x="649" y="1266"/>
                  </a:cubicBezTo>
                  <a:cubicBezTo>
                    <a:pt x="714" y="1266"/>
                    <a:pt x="780" y="1256"/>
                    <a:pt x="846" y="1235"/>
                  </a:cubicBezTo>
                  <a:cubicBezTo>
                    <a:pt x="905" y="1211"/>
                    <a:pt x="953" y="1187"/>
                    <a:pt x="989" y="1151"/>
                  </a:cubicBezTo>
                  <a:cubicBezTo>
                    <a:pt x="1072" y="1092"/>
                    <a:pt x="1143" y="1032"/>
                    <a:pt x="1191" y="961"/>
                  </a:cubicBezTo>
                  <a:cubicBezTo>
                    <a:pt x="1274" y="818"/>
                    <a:pt x="1298" y="616"/>
                    <a:pt x="1239" y="425"/>
                  </a:cubicBezTo>
                  <a:cubicBezTo>
                    <a:pt x="1167" y="235"/>
                    <a:pt x="1024" y="80"/>
                    <a:pt x="834" y="20"/>
                  </a:cubicBezTo>
                  <a:cubicBezTo>
                    <a:pt x="778" y="6"/>
                    <a:pt x="722" y="1"/>
                    <a:pt x="669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6"/>
            <p:cNvSpPr/>
            <p:nvPr/>
          </p:nvSpPr>
          <p:spPr>
            <a:xfrm>
              <a:off x="3340000" y="3100100"/>
              <a:ext cx="35125" cy="32400"/>
            </a:xfrm>
            <a:custGeom>
              <a:avLst/>
              <a:gdLst/>
              <a:ahLst/>
              <a:cxnLst/>
              <a:rect l="l" t="t" r="r" b="b"/>
              <a:pathLst>
                <a:path w="1405" h="1296" extrusionOk="0">
                  <a:moveTo>
                    <a:pt x="710" y="1"/>
                  </a:moveTo>
                  <a:cubicBezTo>
                    <a:pt x="644" y="1"/>
                    <a:pt x="575" y="14"/>
                    <a:pt x="512" y="41"/>
                  </a:cubicBezTo>
                  <a:lnTo>
                    <a:pt x="500" y="41"/>
                  </a:lnTo>
                  <a:cubicBezTo>
                    <a:pt x="167" y="172"/>
                    <a:pt x="0" y="517"/>
                    <a:pt x="107" y="838"/>
                  </a:cubicBezTo>
                  <a:cubicBezTo>
                    <a:pt x="119" y="898"/>
                    <a:pt x="155" y="946"/>
                    <a:pt x="179" y="1005"/>
                  </a:cubicBezTo>
                  <a:cubicBezTo>
                    <a:pt x="238" y="1077"/>
                    <a:pt x="298" y="1136"/>
                    <a:pt x="393" y="1196"/>
                  </a:cubicBezTo>
                  <a:cubicBezTo>
                    <a:pt x="464" y="1243"/>
                    <a:pt x="560" y="1267"/>
                    <a:pt x="631" y="1291"/>
                  </a:cubicBezTo>
                  <a:cubicBezTo>
                    <a:pt x="652" y="1294"/>
                    <a:pt x="673" y="1295"/>
                    <a:pt x="695" y="1295"/>
                  </a:cubicBezTo>
                  <a:cubicBezTo>
                    <a:pt x="761" y="1295"/>
                    <a:pt x="831" y="1282"/>
                    <a:pt x="893" y="1255"/>
                  </a:cubicBezTo>
                  <a:cubicBezTo>
                    <a:pt x="1226" y="1136"/>
                    <a:pt x="1405" y="779"/>
                    <a:pt x="1298" y="457"/>
                  </a:cubicBezTo>
                  <a:cubicBezTo>
                    <a:pt x="1286" y="410"/>
                    <a:pt x="1274" y="362"/>
                    <a:pt x="1238" y="338"/>
                  </a:cubicBezTo>
                  <a:cubicBezTo>
                    <a:pt x="1226" y="231"/>
                    <a:pt x="1155" y="160"/>
                    <a:pt x="1072" y="112"/>
                  </a:cubicBezTo>
                  <a:cubicBezTo>
                    <a:pt x="988" y="53"/>
                    <a:pt x="881" y="5"/>
                    <a:pt x="774" y="5"/>
                  </a:cubicBezTo>
                  <a:cubicBezTo>
                    <a:pt x="753" y="2"/>
                    <a:pt x="732" y="1"/>
                    <a:pt x="71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6"/>
            <p:cNvSpPr/>
            <p:nvPr/>
          </p:nvSpPr>
          <p:spPr>
            <a:xfrm>
              <a:off x="3163775" y="2824375"/>
              <a:ext cx="12225" cy="10675"/>
            </a:xfrm>
            <a:custGeom>
              <a:avLst/>
              <a:gdLst/>
              <a:ahLst/>
              <a:cxnLst/>
              <a:rect l="l" t="t" r="r" b="b"/>
              <a:pathLst>
                <a:path w="489" h="427" extrusionOk="0">
                  <a:moveTo>
                    <a:pt x="251" y="0"/>
                  </a:moveTo>
                  <a:cubicBezTo>
                    <a:pt x="228" y="0"/>
                    <a:pt x="204" y="3"/>
                    <a:pt x="179" y="9"/>
                  </a:cubicBezTo>
                  <a:cubicBezTo>
                    <a:pt x="60" y="56"/>
                    <a:pt x="1" y="176"/>
                    <a:pt x="36" y="295"/>
                  </a:cubicBezTo>
                  <a:cubicBezTo>
                    <a:pt x="60" y="330"/>
                    <a:pt x="84" y="378"/>
                    <a:pt x="132" y="402"/>
                  </a:cubicBezTo>
                  <a:cubicBezTo>
                    <a:pt x="168" y="416"/>
                    <a:pt x="205" y="427"/>
                    <a:pt x="245" y="427"/>
                  </a:cubicBezTo>
                  <a:cubicBezTo>
                    <a:pt x="269" y="427"/>
                    <a:pt x="295" y="423"/>
                    <a:pt x="322" y="414"/>
                  </a:cubicBezTo>
                  <a:cubicBezTo>
                    <a:pt x="358" y="390"/>
                    <a:pt x="382" y="378"/>
                    <a:pt x="405" y="366"/>
                  </a:cubicBezTo>
                  <a:cubicBezTo>
                    <a:pt x="465" y="307"/>
                    <a:pt x="489" y="223"/>
                    <a:pt x="465" y="140"/>
                  </a:cubicBezTo>
                  <a:cubicBezTo>
                    <a:pt x="465" y="128"/>
                    <a:pt x="441" y="116"/>
                    <a:pt x="429" y="104"/>
                  </a:cubicBezTo>
                  <a:cubicBezTo>
                    <a:pt x="384" y="31"/>
                    <a:pt x="324" y="0"/>
                    <a:pt x="25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6"/>
            <p:cNvSpPr/>
            <p:nvPr/>
          </p:nvSpPr>
          <p:spPr>
            <a:xfrm>
              <a:off x="3431975" y="2823200"/>
              <a:ext cx="22625" cy="21500"/>
            </a:xfrm>
            <a:custGeom>
              <a:avLst/>
              <a:gdLst/>
              <a:ahLst/>
              <a:cxnLst/>
              <a:rect l="l" t="t" r="r" b="b"/>
              <a:pathLst>
                <a:path w="905" h="860" extrusionOk="0">
                  <a:moveTo>
                    <a:pt x="452" y="1"/>
                  </a:moveTo>
                  <a:cubicBezTo>
                    <a:pt x="401" y="1"/>
                    <a:pt x="349" y="11"/>
                    <a:pt x="298" y="32"/>
                  </a:cubicBezTo>
                  <a:cubicBezTo>
                    <a:pt x="274" y="44"/>
                    <a:pt x="250" y="44"/>
                    <a:pt x="238" y="56"/>
                  </a:cubicBezTo>
                  <a:cubicBezTo>
                    <a:pt x="155" y="80"/>
                    <a:pt x="95" y="163"/>
                    <a:pt x="48" y="234"/>
                  </a:cubicBezTo>
                  <a:cubicBezTo>
                    <a:pt x="36" y="270"/>
                    <a:pt x="36" y="294"/>
                    <a:pt x="12" y="330"/>
                  </a:cubicBezTo>
                  <a:cubicBezTo>
                    <a:pt x="0" y="401"/>
                    <a:pt x="0" y="484"/>
                    <a:pt x="36" y="568"/>
                  </a:cubicBezTo>
                  <a:cubicBezTo>
                    <a:pt x="36" y="580"/>
                    <a:pt x="48" y="580"/>
                    <a:pt x="48" y="592"/>
                  </a:cubicBezTo>
                  <a:cubicBezTo>
                    <a:pt x="105" y="764"/>
                    <a:pt x="270" y="859"/>
                    <a:pt x="444" y="859"/>
                  </a:cubicBezTo>
                  <a:cubicBezTo>
                    <a:pt x="486" y="859"/>
                    <a:pt x="529" y="853"/>
                    <a:pt x="572" y="842"/>
                  </a:cubicBezTo>
                  <a:lnTo>
                    <a:pt x="583" y="842"/>
                  </a:lnTo>
                  <a:cubicBezTo>
                    <a:pt x="667" y="818"/>
                    <a:pt x="750" y="770"/>
                    <a:pt x="786" y="699"/>
                  </a:cubicBezTo>
                  <a:cubicBezTo>
                    <a:pt x="881" y="592"/>
                    <a:pt x="905" y="425"/>
                    <a:pt x="845" y="294"/>
                  </a:cubicBezTo>
                  <a:cubicBezTo>
                    <a:pt x="790" y="119"/>
                    <a:pt x="628" y="1"/>
                    <a:pt x="45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6"/>
            <p:cNvSpPr/>
            <p:nvPr/>
          </p:nvSpPr>
          <p:spPr>
            <a:xfrm>
              <a:off x="3317375" y="2821475"/>
              <a:ext cx="22350" cy="22125"/>
            </a:xfrm>
            <a:custGeom>
              <a:avLst/>
              <a:gdLst/>
              <a:ahLst/>
              <a:cxnLst/>
              <a:rect l="l" t="t" r="r" b="b"/>
              <a:pathLst>
                <a:path w="894" h="885" extrusionOk="0">
                  <a:moveTo>
                    <a:pt x="455" y="1"/>
                  </a:moveTo>
                  <a:cubicBezTo>
                    <a:pt x="405" y="1"/>
                    <a:pt x="348" y="9"/>
                    <a:pt x="298" y="18"/>
                  </a:cubicBezTo>
                  <a:cubicBezTo>
                    <a:pt x="274" y="30"/>
                    <a:pt x="250" y="30"/>
                    <a:pt x="238" y="53"/>
                  </a:cubicBezTo>
                  <a:cubicBezTo>
                    <a:pt x="155" y="89"/>
                    <a:pt x="95" y="172"/>
                    <a:pt x="48" y="256"/>
                  </a:cubicBezTo>
                  <a:cubicBezTo>
                    <a:pt x="12" y="351"/>
                    <a:pt x="0" y="446"/>
                    <a:pt x="12" y="542"/>
                  </a:cubicBezTo>
                  <a:cubicBezTo>
                    <a:pt x="12" y="553"/>
                    <a:pt x="12" y="577"/>
                    <a:pt x="36" y="589"/>
                  </a:cubicBezTo>
                  <a:cubicBezTo>
                    <a:pt x="72" y="732"/>
                    <a:pt x="191" y="827"/>
                    <a:pt x="334" y="863"/>
                  </a:cubicBezTo>
                  <a:cubicBezTo>
                    <a:pt x="368" y="878"/>
                    <a:pt x="405" y="885"/>
                    <a:pt x="443" y="885"/>
                  </a:cubicBezTo>
                  <a:cubicBezTo>
                    <a:pt x="495" y="885"/>
                    <a:pt x="547" y="872"/>
                    <a:pt x="595" y="851"/>
                  </a:cubicBezTo>
                  <a:lnTo>
                    <a:pt x="607" y="851"/>
                  </a:lnTo>
                  <a:cubicBezTo>
                    <a:pt x="750" y="804"/>
                    <a:pt x="846" y="684"/>
                    <a:pt x="881" y="553"/>
                  </a:cubicBezTo>
                  <a:cubicBezTo>
                    <a:pt x="893" y="482"/>
                    <a:pt x="893" y="387"/>
                    <a:pt x="869" y="303"/>
                  </a:cubicBezTo>
                  <a:cubicBezTo>
                    <a:pt x="869" y="292"/>
                    <a:pt x="846" y="292"/>
                    <a:pt x="846" y="268"/>
                  </a:cubicBezTo>
                  <a:cubicBezTo>
                    <a:pt x="786" y="125"/>
                    <a:pt x="655" y="18"/>
                    <a:pt x="512" y="6"/>
                  </a:cubicBezTo>
                  <a:cubicBezTo>
                    <a:pt x="495" y="2"/>
                    <a:pt x="475" y="1"/>
                    <a:pt x="45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6"/>
            <p:cNvSpPr/>
            <p:nvPr/>
          </p:nvSpPr>
          <p:spPr>
            <a:xfrm>
              <a:off x="3196225" y="3268725"/>
              <a:ext cx="925" cy="275"/>
            </a:xfrm>
            <a:custGeom>
              <a:avLst/>
              <a:gdLst/>
              <a:ahLst/>
              <a:cxnLst/>
              <a:rect l="l" t="t" r="r" b="b"/>
              <a:pathLst>
                <a:path w="37" h="11" extrusionOk="0">
                  <a:moveTo>
                    <a:pt x="24" y="0"/>
                  </a:moveTo>
                  <a:cubicBezTo>
                    <a:pt x="16" y="0"/>
                    <a:pt x="8" y="11"/>
                    <a:pt x="0" y="11"/>
                  </a:cubicBezTo>
                  <a:lnTo>
                    <a:pt x="36" y="11"/>
                  </a:lnTo>
                  <a:cubicBezTo>
                    <a:pt x="32" y="3"/>
                    <a:pt x="28" y="0"/>
                    <a:pt x="24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6"/>
            <p:cNvSpPr/>
            <p:nvPr/>
          </p:nvSpPr>
          <p:spPr>
            <a:xfrm>
              <a:off x="3524525" y="2933525"/>
              <a:ext cx="14025" cy="12750"/>
            </a:xfrm>
            <a:custGeom>
              <a:avLst/>
              <a:gdLst/>
              <a:ahLst/>
              <a:cxnLst/>
              <a:rect l="l" t="t" r="r" b="b"/>
              <a:pathLst>
                <a:path w="561" h="510" extrusionOk="0">
                  <a:moveTo>
                    <a:pt x="287" y="1"/>
                  </a:moveTo>
                  <a:cubicBezTo>
                    <a:pt x="263" y="1"/>
                    <a:pt x="227" y="1"/>
                    <a:pt x="203" y="24"/>
                  </a:cubicBezTo>
                  <a:cubicBezTo>
                    <a:pt x="84" y="48"/>
                    <a:pt x="1" y="120"/>
                    <a:pt x="1" y="227"/>
                  </a:cubicBezTo>
                  <a:cubicBezTo>
                    <a:pt x="1" y="262"/>
                    <a:pt x="1" y="298"/>
                    <a:pt x="25" y="334"/>
                  </a:cubicBezTo>
                  <a:cubicBezTo>
                    <a:pt x="49" y="405"/>
                    <a:pt x="108" y="465"/>
                    <a:pt x="180" y="501"/>
                  </a:cubicBezTo>
                  <a:cubicBezTo>
                    <a:pt x="203" y="507"/>
                    <a:pt x="230" y="510"/>
                    <a:pt x="258" y="510"/>
                  </a:cubicBezTo>
                  <a:cubicBezTo>
                    <a:pt x="287" y="510"/>
                    <a:pt x="316" y="507"/>
                    <a:pt x="346" y="501"/>
                  </a:cubicBezTo>
                  <a:cubicBezTo>
                    <a:pt x="394" y="477"/>
                    <a:pt x="418" y="465"/>
                    <a:pt x="453" y="441"/>
                  </a:cubicBezTo>
                  <a:cubicBezTo>
                    <a:pt x="525" y="382"/>
                    <a:pt x="561" y="274"/>
                    <a:pt x="513" y="179"/>
                  </a:cubicBezTo>
                  <a:lnTo>
                    <a:pt x="513" y="167"/>
                  </a:lnTo>
                  <a:cubicBezTo>
                    <a:pt x="465" y="60"/>
                    <a:pt x="382" y="1"/>
                    <a:pt x="28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6"/>
            <p:cNvSpPr/>
            <p:nvPr/>
          </p:nvSpPr>
          <p:spPr>
            <a:xfrm>
              <a:off x="3325700" y="2843050"/>
              <a:ext cx="34250" cy="258075"/>
            </a:xfrm>
            <a:custGeom>
              <a:avLst/>
              <a:gdLst/>
              <a:ahLst/>
              <a:cxnLst/>
              <a:rect l="l" t="t" r="r" b="b"/>
              <a:pathLst>
                <a:path w="1370" h="10323" extrusionOk="0">
                  <a:moveTo>
                    <a:pt x="262" y="0"/>
                  </a:moveTo>
                  <a:cubicBezTo>
                    <a:pt x="210" y="23"/>
                    <a:pt x="152" y="31"/>
                    <a:pt x="96" y="31"/>
                  </a:cubicBezTo>
                  <a:cubicBezTo>
                    <a:pt x="63" y="31"/>
                    <a:pt x="31" y="28"/>
                    <a:pt x="1" y="24"/>
                  </a:cubicBezTo>
                  <a:lnTo>
                    <a:pt x="1" y="24"/>
                  </a:lnTo>
                  <a:lnTo>
                    <a:pt x="1096" y="10323"/>
                  </a:lnTo>
                  <a:cubicBezTo>
                    <a:pt x="1167" y="10296"/>
                    <a:pt x="1232" y="10283"/>
                    <a:pt x="1300" y="10283"/>
                  </a:cubicBezTo>
                  <a:cubicBezTo>
                    <a:pt x="1323" y="10283"/>
                    <a:pt x="1346" y="10284"/>
                    <a:pt x="1370" y="10287"/>
                  </a:cubicBez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5" name="Google Shape;645;p6"/>
          <p:cNvGrpSpPr/>
          <p:nvPr/>
        </p:nvGrpSpPr>
        <p:grpSpPr>
          <a:xfrm rot="10800000" flipH="1">
            <a:off x="7997632" y="95"/>
            <a:ext cx="1146035" cy="1362783"/>
            <a:chOff x="3048875" y="2669025"/>
            <a:chExt cx="504550" cy="599975"/>
          </a:xfrm>
        </p:grpSpPr>
        <p:sp>
          <p:nvSpPr>
            <p:cNvPr id="646" name="Google Shape;646;p6"/>
            <p:cNvSpPr/>
            <p:nvPr/>
          </p:nvSpPr>
          <p:spPr>
            <a:xfrm>
              <a:off x="3048875" y="3200825"/>
              <a:ext cx="57175" cy="68175"/>
            </a:xfrm>
            <a:custGeom>
              <a:avLst/>
              <a:gdLst/>
              <a:ahLst/>
              <a:cxnLst/>
              <a:rect l="l" t="t" r="r" b="b"/>
              <a:pathLst>
                <a:path w="2287" h="2727" extrusionOk="0">
                  <a:moveTo>
                    <a:pt x="2215" y="0"/>
                  </a:moveTo>
                  <a:cubicBezTo>
                    <a:pt x="2180" y="0"/>
                    <a:pt x="2156" y="12"/>
                    <a:pt x="2120" y="36"/>
                  </a:cubicBezTo>
                  <a:lnTo>
                    <a:pt x="1" y="2727"/>
                  </a:lnTo>
                  <a:lnTo>
                    <a:pt x="358" y="2727"/>
                  </a:lnTo>
                  <a:lnTo>
                    <a:pt x="2287" y="286"/>
                  </a:lnTo>
                  <a:cubicBezTo>
                    <a:pt x="2275" y="250"/>
                    <a:pt x="2251" y="203"/>
                    <a:pt x="2239" y="179"/>
                  </a:cubicBezTo>
                  <a:cubicBezTo>
                    <a:pt x="2227" y="119"/>
                    <a:pt x="2215" y="60"/>
                    <a:pt x="221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6"/>
            <p:cNvSpPr/>
            <p:nvPr/>
          </p:nvSpPr>
          <p:spPr>
            <a:xfrm>
              <a:off x="3117925" y="2833225"/>
              <a:ext cx="56300" cy="351550"/>
            </a:xfrm>
            <a:custGeom>
              <a:avLst/>
              <a:gdLst/>
              <a:ahLst/>
              <a:cxnLst/>
              <a:rect l="l" t="t" r="r" b="b"/>
              <a:pathLst>
                <a:path w="2252" h="14062" extrusionOk="0">
                  <a:moveTo>
                    <a:pt x="2251" y="0"/>
                  </a:moveTo>
                  <a:lnTo>
                    <a:pt x="2251" y="0"/>
                  </a:lnTo>
                  <a:cubicBezTo>
                    <a:pt x="2216" y="12"/>
                    <a:pt x="2204" y="36"/>
                    <a:pt x="2168" y="36"/>
                  </a:cubicBezTo>
                  <a:cubicBezTo>
                    <a:pt x="2140" y="50"/>
                    <a:pt x="2113" y="57"/>
                    <a:pt x="2088" y="57"/>
                  </a:cubicBezTo>
                  <a:cubicBezTo>
                    <a:pt x="2050" y="57"/>
                    <a:pt x="2013" y="41"/>
                    <a:pt x="1977" y="12"/>
                  </a:cubicBezTo>
                  <a:lnTo>
                    <a:pt x="1" y="14026"/>
                  </a:lnTo>
                  <a:cubicBezTo>
                    <a:pt x="72" y="14038"/>
                    <a:pt x="180" y="14049"/>
                    <a:pt x="275" y="14061"/>
                  </a:cubicBezTo>
                  <a:lnTo>
                    <a:pt x="225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6"/>
            <p:cNvSpPr/>
            <p:nvPr/>
          </p:nvSpPr>
          <p:spPr>
            <a:xfrm>
              <a:off x="3174200" y="2826975"/>
              <a:ext cx="144675" cy="8050"/>
            </a:xfrm>
            <a:custGeom>
              <a:avLst/>
              <a:gdLst/>
              <a:ahLst/>
              <a:cxnLst/>
              <a:rect l="l" t="t" r="r" b="b"/>
              <a:pathLst>
                <a:path w="5787" h="322" extrusionOk="0">
                  <a:moveTo>
                    <a:pt x="24" y="0"/>
                  </a:moveTo>
                  <a:lnTo>
                    <a:pt x="24" y="0"/>
                  </a:lnTo>
                  <a:cubicBezTo>
                    <a:pt x="48" y="12"/>
                    <a:pt x="48" y="24"/>
                    <a:pt x="60" y="36"/>
                  </a:cubicBezTo>
                  <a:cubicBezTo>
                    <a:pt x="72" y="119"/>
                    <a:pt x="60" y="203"/>
                    <a:pt x="0" y="262"/>
                  </a:cubicBezTo>
                  <a:lnTo>
                    <a:pt x="5763" y="322"/>
                  </a:lnTo>
                  <a:cubicBezTo>
                    <a:pt x="5739" y="226"/>
                    <a:pt x="5763" y="131"/>
                    <a:pt x="5787" y="6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6"/>
            <p:cNvSpPr/>
            <p:nvPr/>
          </p:nvSpPr>
          <p:spPr>
            <a:xfrm>
              <a:off x="3128650" y="3208250"/>
              <a:ext cx="68500" cy="60175"/>
            </a:xfrm>
            <a:custGeom>
              <a:avLst/>
              <a:gdLst/>
              <a:ahLst/>
              <a:cxnLst/>
              <a:rect l="l" t="t" r="r" b="b"/>
              <a:pathLst>
                <a:path w="2740" h="2407" extrusionOk="0">
                  <a:moveTo>
                    <a:pt x="203" y="1"/>
                  </a:moveTo>
                  <a:cubicBezTo>
                    <a:pt x="155" y="72"/>
                    <a:pt x="96" y="144"/>
                    <a:pt x="1" y="191"/>
                  </a:cubicBezTo>
                  <a:lnTo>
                    <a:pt x="2346" y="2406"/>
                  </a:lnTo>
                  <a:lnTo>
                    <a:pt x="2739" y="2406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6"/>
            <p:cNvSpPr/>
            <p:nvPr/>
          </p:nvSpPr>
          <p:spPr>
            <a:xfrm>
              <a:off x="3202775" y="3124925"/>
              <a:ext cx="147350" cy="144075"/>
            </a:xfrm>
            <a:custGeom>
              <a:avLst/>
              <a:gdLst/>
              <a:ahLst/>
              <a:cxnLst/>
              <a:rect l="l" t="t" r="r" b="b"/>
              <a:pathLst>
                <a:path w="5894" h="5763" extrusionOk="0">
                  <a:moveTo>
                    <a:pt x="5703" y="0"/>
                  </a:moveTo>
                  <a:lnTo>
                    <a:pt x="0" y="5763"/>
                  </a:lnTo>
                  <a:lnTo>
                    <a:pt x="393" y="5763"/>
                  </a:lnTo>
                  <a:lnTo>
                    <a:pt x="5894" y="191"/>
                  </a:lnTo>
                  <a:cubicBezTo>
                    <a:pt x="5822" y="143"/>
                    <a:pt x="5751" y="84"/>
                    <a:pt x="5703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6"/>
            <p:cNvSpPr/>
            <p:nvPr/>
          </p:nvSpPr>
          <p:spPr>
            <a:xfrm>
              <a:off x="3367375" y="2941850"/>
              <a:ext cx="161950" cy="165825"/>
            </a:xfrm>
            <a:custGeom>
              <a:avLst/>
              <a:gdLst/>
              <a:ahLst/>
              <a:cxnLst/>
              <a:rect l="l" t="t" r="r" b="b"/>
              <a:pathLst>
                <a:path w="6478" h="6633" extrusionOk="0">
                  <a:moveTo>
                    <a:pt x="6311" y="1"/>
                  </a:moveTo>
                  <a:lnTo>
                    <a:pt x="0" y="6442"/>
                  </a:lnTo>
                  <a:cubicBezTo>
                    <a:pt x="72" y="6490"/>
                    <a:pt x="131" y="6561"/>
                    <a:pt x="191" y="6633"/>
                  </a:cubicBezTo>
                  <a:lnTo>
                    <a:pt x="6477" y="203"/>
                  </a:lnTo>
                  <a:cubicBezTo>
                    <a:pt x="6466" y="191"/>
                    <a:pt x="6466" y="156"/>
                    <a:pt x="6466" y="144"/>
                  </a:cubicBezTo>
                  <a:cubicBezTo>
                    <a:pt x="6382" y="132"/>
                    <a:pt x="6323" y="72"/>
                    <a:pt x="631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6"/>
            <p:cNvSpPr/>
            <p:nvPr/>
          </p:nvSpPr>
          <p:spPr>
            <a:xfrm>
              <a:off x="3356050" y="3130875"/>
              <a:ext cx="23850" cy="137550"/>
            </a:xfrm>
            <a:custGeom>
              <a:avLst/>
              <a:gdLst/>
              <a:ahLst/>
              <a:cxnLst/>
              <a:rect l="l" t="t" r="r" b="b"/>
              <a:pathLst>
                <a:path w="954" h="5502" extrusionOk="0">
                  <a:moveTo>
                    <a:pt x="287" y="0"/>
                  </a:moveTo>
                  <a:cubicBezTo>
                    <a:pt x="231" y="28"/>
                    <a:pt x="175" y="40"/>
                    <a:pt x="119" y="40"/>
                  </a:cubicBezTo>
                  <a:cubicBezTo>
                    <a:pt x="80" y="40"/>
                    <a:pt x="40" y="34"/>
                    <a:pt x="1" y="24"/>
                  </a:cubicBezTo>
                  <a:lnTo>
                    <a:pt x="1" y="24"/>
                  </a:lnTo>
                  <a:lnTo>
                    <a:pt x="668" y="5501"/>
                  </a:lnTo>
                  <a:lnTo>
                    <a:pt x="953" y="5501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6"/>
            <p:cNvSpPr/>
            <p:nvPr/>
          </p:nvSpPr>
          <p:spPr>
            <a:xfrm>
              <a:off x="3310225" y="2699575"/>
              <a:ext cx="19975" cy="123550"/>
            </a:xfrm>
            <a:custGeom>
              <a:avLst/>
              <a:gdLst/>
              <a:ahLst/>
              <a:cxnLst/>
              <a:rect l="l" t="t" r="r" b="b"/>
              <a:pathLst>
                <a:path w="799" h="4942" extrusionOk="0">
                  <a:moveTo>
                    <a:pt x="274" y="0"/>
                  </a:moveTo>
                  <a:cubicBezTo>
                    <a:pt x="262" y="0"/>
                    <a:pt x="239" y="12"/>
                    <a:pt x="227" y="12"/>
                  </a:cubicBezTo>
                  <a:cubicBezTo>
                    <a:pt x="155" y="48"/>
                    <a:pt x="84" y="48"/>
                    <a:pt x="0" y="48"/>
                  </a:cubicBezTo>
                  <a:lnTo>
                    <a:pt x="524" y="4941"/>
                  </a:lnTo>
                  <a:cubicBezTo>
                    <a:pt x="536" y="4929"/>
                    <a:pt x="572" y="4918"/>
                    <a:pt x="584" y="4918"/>
                  </a:cubicBezTo>
                  <a:cubicBezTo>
                    <a:pt x="629" y="4895"/>
                    <a:pt x="679" y="4887"/>
                    <a:pt x="725" y="4887"/>
                  </a:cubicBezTo>
                  <a:cubicBezTo>
                    <a:pt x="751" y="4887"/>
                    <a:pt x="776" y="4889"/>
                    <a:pt x="798" y="4894"/>
                  </a:cubicBez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6"/>
            <p:cNvSpPr/>
            <p:nvPr/>
          </p:nvSpPr>
          <p:spPr>
            <a:xfrm>
              <a:off x="3338500" y="2828750"/>
              <a:ext cx="94675" cy="9550"/>
            </a:xfrm>
            <a:custGeom>
              <a:avLst/>
              <a:gdLst/>
              <a:ahLst/>
              <a:cxnLst/>
              <a:rect l="l" t="t" r="r" b="b"/>
              <a:pathLst>
                <a:path w="3787" h="382" extrusionOk="0">
                  <a:moveTo>
                    <a:pt x="1" y="1"/>
                  </a:moveTo>
                  <a:cubicBezTo>
                    <a:pt x="1" y="12"/>
                    <a:pt x="24" y="12"/>
                    <a:pt x="24" y="24"/>
                  </a:cubicBezTo>
                  <a:cubicBezTo>
                    <a:pt x="48" y="120"/>
                    <a:pt x="48" y="191"/>
                    <a:pt x="36" y="286"/>
                  </a:cubicBezTo>
                  <a:lnTo>
                    <a:pt x="3787" y="382"/>
                  </a:lnTo>
                  <a:cubicBezTo>
                    <a:pt x="3775" y="370"/>
                    <a:pt x="3775" y="358"/>
                    <a:pt x="3775" y="346"/>
                  </a:cubicBezTo>
                  <a:cubicBezTo>
                    <a:pt x="3739" y="251"/>
                    <a:pt x="3739" y="179"/>
                    <a:pt x="3751" y="10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6"/>
            <p:cNvSpPr/>
            <p:nvPr/>
          </p:nvSpPr>
          <p:spPr>
            <a:xfrm>
              <a:off x="3531375" y="2913875"/>
              <a:ext cx="22050" cy="23850"/>
            </a:xfrm>
            <a:custGeom>
              <a:avLst/>
              <a:gdLst/>
              <a:ahLst/>
              <a:cxnLst/>
              <a:rect l="l" t="t" r="r" b="b"/>
              <a:pathLst>
                <a:path w="882" h="954" extrusionOk="0">
                  <a:moveTo>
                    <a:pt x="882" y="1"/>
                  </a:moveTo>
                  <a:lnTo>
                    <a:pt x="1" y="787"/>
                  </a:lnTo>
                  <a:cubicBezTo>
                    <a:pt x="84" y="787"/>
                    <a:pt x="179" y="846"/>
                    <a:pt x="227" y="953"/>
                  </a:cubicBezTo>
                  <a:lnTo>
                    <a:pt x="882" y="370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6"/>
            <p:cNvSpPr/>
            <p:nvPr/>
          </p:nvSpPr>
          <p:spPr>
            <a:xfrm>
              <a:off x="3319750" y="2693325"/>
              <a:ext cx="118200" cy="135750"/>
            </a:xfrm>
            <a:custGeom>
              <a:avLst/>
              <a:gdLst/>
              <a:ahLst/>
              <a:cxnLst/>
              <a:rect l="l" t="t" r="r" b="b"/>
              <a:pathLst>
                <a:path w="4728" h="5430" extrusionOk="0">
                  <a:moveTo>
                    <a:pt x="191" y="0"/>
                  </a:moveTo>
                  <a:cubicBezTo>
                    <a:pt x="143" y="72"/>
                    <a:pt x="72" y="143"/>
                    <a:pt x="0" y="191"/>
                  </a:cubicBezTo>
                  <a:lnTo>
                    <a:pt x="4537" y="5429"/>
                  </a:lnTo>
                  <a:cubicBezTo>
                    <a:pt x="4584" y="5346"/>
                    <a:pt x="4644" y="5287"/>
                    <a:pt x="4727" y="5239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6"/>
            <p:cNvSpPr/>
            <p:nvPr/>
          </p:nvSpPr>
          <p:spPr>
            <a:xfrm>
              <a:off x="3446250" y="2840650"/>
              <a:ext cx="82775" cy="98250"/>
            </a:xfrm>
            <a:custGeom>
              <a:avLst/>
              <a:gdLst/>
              <a:ahLst/>
              <a:cxnLst/>
              <a:rect l="l" t="t" r="r" b="b"/>
              <a:pathLst>
                <a:path w="3311" h="3930" extrusionOk="0">
                  <a:moveTo>
                    <a:pt x="215" y="1"/>
                  </a:moveTo>
                  <a:cubicBezTo>
                    <a:pt x="179" y="60"/>
                    <a:pt x="96" y="120"/>
                    <a:pt x="12" y="144"/>
                  </a:cubicBezTo>
                  <a:lnTo>
                    <a:pt x="1" y="144"/>
                  </a:lnTo>
                  <a:lnTo>
                    <a:pt x="3132" y="3930"/>
                  </a:lnTo>
                  <a:cubicBezTo>
                    <a:pt x="3156" y="3835"/>
                    <a:pt x="3215" y="3751"/>
                    <a:pt x="3311" y="3716"/>
                  </a:cubicBezTo>
                  <a:lnTo>
                    <a:pt x="215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6"/>
            <p:cNvSpPr/>
            <p:nvPr/>
          </p:nvSpPr>
          <p:spPr>
            <a:xfrm>
              <a:off x="3528700" y="2944550"/>
              <a:ext cx="24725" cy="46750"/>
            </a:xfrm>
            <a:custGeom>
              <a:avLst/>
              <a:gdLst/>
              <a:ahLst/>
              <a:cxnLst/>
              <a:rect l="l" t="t" r="r" b="b"/>
              <a:pathLst>
                <a:path w="989" h="1870" extrusionOk="0">
                  <a:moveTo>
                    <a:pt x="274" y="0"/>
                  </a:moveTo>
                  <a:cubicBezTo>
                    <a:pt x="239" y="24"/>
                    <a:pt x="215" y="36"/>
                    <a:pt x="167" y="60"/>
                  </a:cubicBezTo>
                  <a:cubicBezTo>
                    <a:pt x="138" y="66"/>
                    <a:pt x="108" y="69"/>
                    <a:pt x="79" y="69"/>
                  </a:cubicBezTo>
                  <a:cubicBezTo>
                    <a:pt x="51" y="69"/>
                    <a:pt x="24" y="66"/>
                    <a:pt x="1" y="60"/>
                  </a:cubicBezTo>
                  <a:lnTo>
                    <a:pt x="1" y="60"/>
                  </a:lnTo>
                  <a:cubicBezTo>
                    <a:pt x="1" y="72"/>
                    <a:pt x="1" y="95"/>
                    <a:pt x="13" y="119"/>
                  </a:cubicBezTo>
                  <a:lnTo>
                    <a:pt x="989" y="1869"/>
                  </a:lnTo>
                  <a:lnTo>
                    <a:pt x="989" y="1310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6"/>
            <p:cNvSpPr/>
            <p:nvPr/>
          </p:nvSpPr>
          <p:spPr>
            <a:xfrm>
              <a:off x="3292950" y="2669025"/>
              <a:ext cx="34550" cy="31750"/>
            </a:xfrm>
            <a:custGeom>
              <a:avLst/>
              <a:gdLst/>
              <a:ahLst/>
              <a:cxnLst/>
              <a:rect l="l" t="t" r="r" b="b"/>
              <a:pathLst>
                <a:path w="1382" h="1270" extrusionOk="0">
                  <a:moveTo>
                    <a:pt x="694" y="1"/>
                  </a:moveTo>
                  <a:cubicBezTo>
                    <a:pt x="629" y="1"/>
                    <a:pt x="564" y="11"/>
                    <a:pt x="501" y="32"/>
                  </a:cubicBezTo>
                  <a:cubicBezTo>
                    <a:pt x="179" y="151"/>
                    <a:pt x="1" y="508"/>
                    <a:pt x="96" y="841"/>
                  </a:cubicBezTo>
                  <a:cubicBezTo>
                    <a:pt x="191" y="1091"/>
                    <a:pt x="429" y="1258"/>
                    <a:pt x="680" y="1270"/>
                  </a:cubicBezTo>
                  <a:cubicBezTo>
                    <a:pt x="751" y="1270"/>
                    <a:pt x="822" y="1270"/>
                    <a:pt x="906" y="1234"/>
                  </a:cubicBezTo>
                  <a:cubicBezTo>
                    <a:pt x="953" y="1234"/>
                    <a:pt x="965" y="1222"/>
                    <a:pt x="965" y="1222"/>
                  </a:cubicBezTo>
                  <a:lnTo>
                    <a:pt x="1049" y="1175"/>
                  </a:lnTo>
                  <a:cubicBezTo>
                    <a:pt x="1132" y="1139"/>
                    <a:pt x="1203" y="1056"/>
                    <a:pt x="1251" y="984"/>
                  </a:cubicBezTo>
                  <a:cubicBezTo>
                    <a:pt x="1346" y="841"/>
                    <a:pt x="1382" y="627"/>
                    <a:pt x="1311" y="436"/>
                  </a:cubicBezTo>
                  <a:cubicBezTo>
                    <a:pt x="1215" y="169"/>
                    <a:pt x="958" y="1"/>
                    <a:pt x="69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6"/>
            <p:cNvSpPr/>
            <p:nvPr/>
          </p:nvSpPr>
          <p:spPr>
            <a:xfrm>
              <a:off x="3103950" y="3184550"/>
              <a:ext cx="32475" cy="31650"/>
            </a:xfrm>
            <a:custGeom>
              <a:avLst/>
              <a:gdLst/>
              <a:ahLst/>
              <a:cxnLst/>
              <a:rect l="l" t="t" r="r" b="b"/>
              <a:pathLst>
                <a:path w="1299" h="1266" extrusionOk="0">
                  <a:moveTo>
                    <a:pt x="669" y="1"/>
                  </a:moveTo>
                  <a:cubicBezTo>
                    <a:pt x="631" y="1"/>
                    <a:pt x="594" y="3"/>
                    <a:pt x="560" y="8"/>
                  </a:cubicBezTo>
                  <a:cubicBezTo>
                    <a:pt x="512" y="8"/>
                    <a:pt x="489" y="20"/>
                    <a:pt x="441" y="44"/>
                  </a:cubicBezTo>
                  <a:cubicBezTo>
                    <a:pt x="179" y="127"/>
                    <a:pt x="0" y="401"/>
                    <a:pt x="12" y="663"/>
                  </a:cubicBezTo>
                  <a:cubicBezTo>
                    <a:pt x="12" y="723"/>
                    <a:pt x="24" y="782"/>
                    <a:pt x="36" y="842"/>
                  </a:cubicBezTo>
                  <a:cubicBezTo>
                    <a:pt x="60" y="854"/>
                    <a:pt x="72" y="901"/>
                    <a:pt x="84" y="937"/>
                  </a:cubicBezTo>
                  <a:cubicBezTo>
                    <a:pt x="204" y="1141"/>
                    <a:pt x="419" y="1266"/>
                    <a:pt x="649" y="1266"/>
                  </a:cubicBezTo>
                  <a:cubicBezTo>
                    <a:pt x="714" y="1266"/>
                    <a:pt x="780" y="1256"/>
                    <a:pt x="846" y="1235"/>
                  </a:cubicBezTo>
                  <a:cubicBezTo>
                    <a:pt x="905" y="1211"/>
                    <a:pt x="953" y="1187"/>
                    <a:pt x="989" y="1151"/>
                  </a:cubicBezTo>
                  <a:cubicBezTo>
                    <a:pt x="1072" y="1092"/>
                    <a:pt x="1143" y="1032"/>
                    <a:pt x="1191" y="961"/>
                  </a:cubicBezTo>
                  <a:cubicBezTo>
                    <a:pt x="1274" y="818"/>
                    <a:pt x="1298" y="616"/>
                    <a:pt x="1239" y="425"/>
                  </a:cubicBezTo>
                  <a:cubicBezTo>
                    <a:pt x="1167" y="235"/>
                    <a:pt x="1024" y="80"/>
                    <a:pt x="834" y="20"/>
                  </a:cubicBezTo>
                  <a:cubicBezTo>
                    <a:pt x="778" y="6"/>
                    <a:pt x="722" y="1"/>
                    <a:pt x="669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6"/>
            <p:cNvSpPr/>
            <p:nvPr/>
          </p:nvSpPr>
          <p:spPr>
            <a:xfrm>
              <a:off x="3340000" y="3100100"/>
              <a:ext cx="35125" cy="32400"/>
            </a:xfrm>
            <a:custGeom>
              <a:avLst/>
              <a:gdLst/>
              <a:ahLst/>
              <a:cxnLst/>
              <a:rect l="l" t="t" r="r" b="b"/>
              <a:pathLst>
                <a:path w="1405" h="1296" extrusionOk="0">
                  <a:moveTo>
                    <a:pt x="710" y="1"/>
                  </a:moveTo>
                  <a:cubicBezTo>
                    <a:pt x="644" y="1"/>
                    <a:pt x="575" y="14"/>
                    <a:pt x="512" y="41"/>
                  </a:cubicBezTo>
                  <a:lnTo>
                    <a:pt x="500" y="41"/>
                  </a:lnTo>
                  <a:cubicBezTo>
                    <a:pt x="167" y="172"/>
                    <a:pt x="0" y="517"/>
                    <a:pt x="107" y="838"/>
                  </a:cubicBezTo>
                  <a:cubicBezTo>
                    <a:pt x="119" y="898"/>
                    <a:pt x="155" y="946"/>
                    <a:pt x="179" y="1005"/>
                  </a:cubicBezTo>
                  <a:cubicBezTo>
                    <a:pt x="238" y="1077"/>
                    <a:pt x="298" y="1136"/>
                    <a:pt x="393" y="1196"/>
                  </a:cubicBezTo>
                  <a:cubicBezTo>
                    <a:pt x="464" y="1243"/>
                    <a:pt x="560" y="1267"/>
                    <a:pt x="631" y="1291"/>
                  </a:cubicBezTo>
                  <a:cubicBezTo>
                    <a:pt x="652" y="1294"/>
                    <a:pt x="673" y="1295"/>
                    <a:pt x="695" y="1295"/>
                  </a:cubicBezTo>
                  <a:cubicBezTo>
                    <a:pt x="761" y="1295"/>
                    <a:pt x="831" y="1282"/>
                    <a:pt x="893" y="1255"/>
                  </a:cubicBezTo>
                  <a:cubicBezTo>
                    <a:pt x="1226" y="1136"/>
                    <a:pt x="1405" y="779"/>
                    <a:pt x="1298" y="457"/>
                  </a:cubicBezTo>
                  <a:cubicBezTo>
                    <a:pt x="1286" y="410"/>
                    <a:pt x="1274" y="362"/>
                    <a:pt x="1238" y="338"/>
                  </a:cubicBezTo>
                  <a:cubicBezTo>
                    <a:pt x="1226" y="231"/>
                    <a:pt x="1155" y="160"/>
                    <a:pt x="1072" y="112"/>
                  </a:cubicBezTo>
                  <a:cubicBezTo>
                    <a:pt x="988" y="53"/>
                    <a:pt x="881" y="5"/>
                    <a:pt x="774" y="5"/>
                  </a:cubicBezTo>
                  <a:cubicBezTo>
                    <a:pt x="753" y="2"/>
                    <a:pt x="732" y="1"/>
                    <a:pt x="71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6"/>
            <p:cNvSpPr/>
            <p:nvPr/>
          </p:nvSpPr>
          <p:spPr>
            <a:xfrm>
              <a:off x="3163775" y="2824375"/>
              <a:ext cx="12225" cy="10675"/>
            </a:xfrm>
            <a:custGeom>
              <a:avLst/>
              <a:gdLst/>
              <a:ahLst/>
              <a:cxnLst/>
              <a:rect l="l" t="t" r="r" b="b"/>
              <a:pathLst>
                <a:path w="489" h="427" extrusionOk="0">
                  <a:moveTo>
                    <a:pt x="251" y="0"/>
                  </a:moveTo>
                  <a:cubicBezTo>
                    <a:pt x="228" y="0"/>
                    <a:pt x="204" y="3"/>
                    <a:pt x="179" y="9"/>
                  </a:cubicBezTo>
                  <a:cubicBezTo>
                    <a:pt x="60" y="56"/>
                    <a:pt x="1" y="176"/>
                    <a:pt x="36" y="295"/>
                  </a:cubicBezTo>
                  <a:cubicBezTo>
                    <a:pt x="60" y="330"/>
                    <a:pt x="84" y="378"/>
                    <a:pt x="132" y="402"/>
                  </a:cubicBezTo>
                  <a:cubicBezTo>
                    <a:pt x="168" y="416"/>
                    <a:pt x="205" y="427"/>
                    <a:pt x="245" y="427"/>
                  </a:cubicBezTo>
                  <a:cubicBezTo>
                    <a:pt x="269" y="427"/>
                    <a:pt x="295" y="423"/>
                    <a:pt x="322" y="414"/>
                  </a:cubicBezTo>
                  <a:cubicBezTo>
                    <a:pt x="358" y="390"/>
                    <a:pt x="382" y="378"/>
                    <a:pt x="405" y="366"/>
                  </a:cubicBezTo>
                  <a:cubicBezTo>
                    <a:pt x="465" y="307"/>
                    <a:pt x="489" y="223"/>
                    <a:pt x="465" y="140"/>
                  </a:cubicBezTo>
                  <a:cubicBezTo>
                    <a:pt x="465" y="128"/>
                    <a:pt x="441" y="116"/>
                    <a:pt x="429" y="104"/>
                  </a:cubicBezTo>
                  <a:cubicBezTo>
                    <a:pt x="384" y="31"/>
                    <a:pt x="324" y="0"/>
                    <a:pt x="25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6"/>
            <p:cNvSpPr/>
            <p:nvPr/>
          </p:nvSpPr>
          <p:spPr>
            <a:xfrm>
              <a:off x="3431975" y="2823200"/>
              <a:ext cx="22625" cy="21500"/>
            </a:xfrm>
            <a:custGeom>
              <a:avLst/>
              <a:gdLst/>
              <a:ahLst/>
              <a:cxnLst/>
              <a:rect l="l" t="t" r="r" b="b"/>
              <a:pathLst>
                <a:path w="905" h="860" extrusionOk="0">
                  <a:moveTo>
                    <a:pt x="452" y="1"/>
                  </a:moveTo>
                  <a:cubicBezTo>
                    <a:pt x="401" y="1"/>
                    <a:pt x="349" y="11"/>
                    <a:pt x="298" y="32"/>
                  </a:cubicBezTo>
                  <a:cubicBezTo>
                    <a:pt x="274" y="44"/>
                    <a:pt x="250" y="44"/>
                    <a:pt x="238" y="56"/>
                  </a:cubicBezTo>
                  <a:cubicBezTo>
                    <a:pt x="155" y="80"/>
                    <a:pt x="95" y="163"/>
                    <a:pt x="48" y="234"/>
                  </a:cubicBezTo>
                  <a:cubicBezTo>
                    <a:pt x="36" y="270"/>
                    <a:pt x="36" y="294"/>
                    <a:pt x="12" y="330"/>
                  </a:cubicBezTo>
                  <a:cubicBezTo>
                    <a:pt x="0" y="401"/>
                    <a:pt x="0" y="484"/>
                    <a:pt x="36" y="568"/>
                  </a:cubicBezTo>
                  <a:cubicBezTo>
                    <a:pt x="36" y="580"/>
                    <a:pt x="48" y="580"/>
                    <a:pt x="48" y="592"/>
                  </a:cubicBezTo>
                  <a:cubicBezTo>
                    <a:pt x="105" y="764"/>
                    <a:pt x="270" y="859"/>
                    <a:pt x="444" y="859"/>
                  </a:cubicBezTo>
                  <a:cubicBezTo>
                    <a:pt x="486" y="859"/>
                    <a:pt x="529" y="853"/>
                    <a:pt x="572" y="842"/>
                  </a:cubicBezTo>
                  <a:lnTo>
                    <a:pt x="583" y="842"/>
                  </a:lnTo>
                  <a:cubicBezTo>
                    <a:pt x="667" y="818"/>
                    <a:pt x="750" y="770"/>
                    <a:pt x="786" y="699"/>
                  </a:cubicBezTo>
                  <a:cubicBezTo>
                    <a:pt x="881" y="592"/>
                    <a:pt x="905" y="425"/>
                    <a:pt x="845" y="294"/>
                  </a:cubicBezTo>
                  <a:cubicBezTo>
                    <a:pt x="790" y="119"/>
                    <a:pt x="628" y="1"/>
                    <a:pt x="45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6"/>
            <p:cNvSpPr/>
            <p:nvPr/>
          </p:nvSpPr>
          <p:spPr>
            <a:xfrm>
              <a:off x="3317375" y="2821475"/>
              <a:ext cx="22350" cy="22125"/>
            </a:xfrm>
            <a:custGeom>
              <a:avLst/>
              <a:gdLst/>
              <a:ahLst/>
              <a:cxnLst/>
              <a:rect l="l" t="t" r="r" b="b"/>
              <a:pathLst>
                <a:path w="894" h="885" extrusionOk="0">
                  <a:moveTo>
                    <a:pt x="455" y="1"/>
                  </a:moveTo>
                  <a:cubicBezTo>
                    <a:pt x="405" y="1"/>
                    <a:pt x="348" y="9"/>
                    <a:pt x="298" y="18"/>
                  </a:cubicBezTo>
                  <a:cubicBezTo>
                    <a:pt x="274" y="30"/>
                    <a:pt x="250" y="30"/>
                    <a:pt x="238" y="53"/>
                  </a:cubicBezTo>
                  <a:cubicBezTo>
                    <a:pt x="155" y="89"/>
                    <a:pt x="95" y="172"/>
                    <a:pt x="48" y="256"/>
                  </a:cubicBezTo>
                  <a:cubicBezTo>
                    <a:pt x="12" y="351"/>
                    <a:pt x="0" y="446"/>
                    <a:pt x="12" y="542"/>
                  </a:cubicBezTo>
                  <a:cubicBezTo>
                    <a:pt x="12" y="553"/>
                    <a:pt x="12" y="577"/>
                    <a:pt x="36" y="589"/>
                  </a:cubicBezTo>
                  <a:cubicBezTo>
                    <a:pt x="72" y="732"/>
                    <a:pt x="191" y="827"/>
                    <a:pt x="334" y="863"/>
                  </a:cubicBezTo>
                  <a:cubicBezTo>
                    <a:pt x="368" y="878"/>
                    <a:pt x="405" y="885"/>
                    <a:pt x="443" y="885"/>
                  </a:cubicBezTo>
                  <a:cubicBezTo>
                    <a:pt x="495" y="885"/>
                    <a:pt x="547" y="872"/>
                    <a:pt x="595" y="851"/>
                  </a:cubicBezTo>
                  <a:lnTo>
                    <a:pt x="607" y="851"/>
                  </a:lnTo>
                  <a:cubicBezTo>
                    <a:pt x="750" y="804"/>
                    <a:pt x="846" y="684"/>
                    <a:pt x="881" y="553"/>
                  </a:cubicBezTo>
                  <a:cubicBezTo>
                    <a:pt x="893" y="482"/>
                    <a:pt x="893" y="387"/>
                    <a:pt x="869" y="303"/>
                  </a:cubicBezTo>
                  <a:cubicBezTo>
                    <a:pt x="869" y="292"/>
                    <a:pt x="846" y="292"/>
                    <a:pt x="846" y="268"/>
                  </a:cubicBezTo>
                  <a:cubicBezTo>
                    <a:pt x="786" y="125"/>
                    <a:pt x="655" y="18"/>
                    <a:pt x="512" y="6"/>
                  </a:cubicBezTo>
                  <a:cubicBezTo>
                    <a:pt x="495" y="2"/>
                    <a:pt x="475" y="1"/>
                    <a:pt x="45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6"/>
            <p:cNvSpPr/>
            <p:nvPr/>
          </p:nvSpPr>
          <p:spPr>
            <a:xfrm>
              <a:off x="3196225" y="3268725"/>
              <a:ext cx="925" cy="275"/>
            </a:xfrm>
            <a:custGeom>
              <a:avLst/>
              <a:gdLst/>
              <a:ahLst/>
              <a:cxnLst/>
              <a:rect l="l" t="t" r="r" b="b"/>
              <a:pathLst>
                <a:path w="37" h="11" extrusionOk="0">
                  <a:moveTo>
                    <a:pt x="24" y="0"/>
                  </a:moveTo>
                  <a:cubicBezTo>
                    <a:pt x="16" y="0"/>
                    <a:pt x="8" y="11"/>
                    <a:pt x="0" y="11"/>
                  </a:cubicBezTo>
                  <a:lnTo>
                    <a:pt x="36" y="11"/>
                  </a:lnTo>
                  <a:cubicBezTo>
                    <a:pt x="32" y="3"/>
                    <a:pt x="28" y="0"/>
                    <a:pt x="24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6"/>
            <p:cNvSpPr/>
            <p:nvPr/>
          </p:nvSpPr>
          <p:spPr>
            <a:xfrm>
              <a:off x="3524525" y="2933525"/>
              <a:ext cx="14025" cy="12750"/>
            </a:xfrm>
            <a:custGeom>
              <a:avLst/>
              <a:gdLst/>
              <a:ahLst/>
              <a:cxnLst/>
              <a:rect l="l" t="t" r="r" b="b"/>
              <a:pathLst>
                <a:path w="561" h="510" extrusionOk="0">
                  <a:moveTo>
                    <a:pt x="287" y="1"/>
                  </a:moveTo>
                  <a:cubicBezTo>
                    <a:pt x="263" y="1"/>
                    <a:pt x="227" y="1"/>
                    <a:pt x="203" y="24"/>
                  </a:cubicBezTo>
                  <a:cubicBezTo>
                    <a:pt x="84" y="48"/>
                    <a:pt x="1" y="120"/>
                    <a:pt x="1" y="227"/>
                  </a:cubicBezTo>
                  <a:cubicBezTo>
                    <a:pt x="1" y="262"/>
                    <a:pt x="1" y="298"/>
                    <a:pt x="25" y="334"/>
                  </a:cubicBezTo>
                  <a:cubicBezTo>
                    <a:pt x="49" y="405"/>
                    <a:pt x="108" y="465"/>
                    <a:pt x="180" y="501"/>
                  </a:cubicBezTo>
                  <a:cubicBezTo>
                    <a:pt x="203" y="507"/>
                    <a:pt x="230" y="510"/>
                    <a:pt x="258" y="510"/>
                  </a:cubicBezTo>
                  <a:cubicBezTo>
                    <a:pt x="287" y="510"/>
                    <a:pt x="316" y="507"/>
                    <a:pt x="346" y="501"/>
                  </a:cubicBezTo>
                  <a:cubicBezTo>
                    <a:pt x="394" y="477"/>
                    <a:pt x="418" y="465"/>
                    <a:pt x="453" y="441"/>
                  </a:cubicBezTo>
                  <a:cubicBezTo>
                    <a:pt x="525" y="382"/>
                    <a:pt x="561" y="274"/>
                    <a:pt x="513" y="179"/>
                  </a:cubicBezTo>
                  <a:lnTo>
                    <a:pt x="513" y="167"/>
                  </a:lnTo>
                  <a:cubicBezTo>
                    <a:pt x="465" y="60"/>
                    <a:pt x="382" y="1"/>
                    <a:pt x="28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6"/>
            <p:cNvSpPr/>
            <p:nvPr/>
          </p:nvSpPr>
          <p:spPr>
            <a:xfrm>
              <a:off x="3325700" y="2843050"/>
              <a:ext cx="34250" cy="258075"/>
            </a:xfrm>
            <a:custGeom>
              <a:avLst/>
              <a:gdLst/>
              <a:ahLst/>
              <a:cxnLst/>
              <a:rect l="l" t="t" r="r" b="b"/>
              <a:pathLst>
                <a:path w="1370" h="10323" extrusionOk="0">
                  <a:moveTo>
                    <a:pt x="262" y="0"/>
                  </a:moveTo>
                  <a:cubicBezTo>
                    <a:pt x="210" y="23"/>
                    <a:pt x="152" y="31"/>
                    <a:pt x="96" y="31"/>
                  </a:cubicBezTo>
                  <a:cubicBezTo>
                    <a:pt x="63" y="31"/>
                    <a:pt x="31" y="28"/>
                    <a:pt x="1" y="24"/>
                  </a:cubicBezTo>
                  <a:lnTo>
                    <a:pt x="1" y="24"/>
                  </a:lnTo>
                  <a:lnTo>
                    <a:pt x="1096" y="10323"/>
                  </a:lnTo>
                  <a:cubicBezTo>
                    <a:pt x="1167" y="10296"/>
                    <a:pt x="1232" y="10283"/>
                    <a:pt x="1300" y="10283"/>
                  </a:cubicBezTo>
                  <a:cubicBezTo>
                    <a:pt x="1323" y="10283"/>
                    <a:pt x="1346" y="10284"/>
                    <a:pt x="1370" y="10287"/>
                  </a:cubicBez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8" name="Google Shape;66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1" name="Google Shape;1061;p9"/>
          <p:cNvGrpSpPr/>
          <p:nvPr/>
        </p:nvGrpSpPr>
        <p:grpSpPr>
          <a:xfrm>
            <a:off x="5145516" y="-10"/>
            <a:ext cx="3998452" cy="1553293"/>
            <a:chOff x="874500" y="1324100"/>
            <a:chExt cx="2298225" cy="892800"/>
          </a:xfrm>
        </p:grpSpPr>
        <p:sp>
          <p:nvSpPr>
            <p:cNvPr id="1062" name="Google Shape;1062;p9"/>
            <p:cNvSpPr/>
            <p:nvPr/>
          </p:nvSpPr>
          <p:spPr>
            <a:xfrm>
              <a:off x="3108700" y="1324100"/>
              <a:ext cx="64025" cy="42300"/>
            </a:xfrm>
            <a:custGeom>
              <a:avLst/>
              <a:gdLst/>
              <a:ahLst/>
              <a:cxnLst/>
              <a:rect l="l" t="t" r="r" b="b"/>
              <a:pathLst>
                <a:path w="2561" h="1692" extrusionOk="0">
                  <a:moveTo>
                    <a:pt x="1918" y="1"/>
                  </a:moveTo>
                  <a:lnTo>
                    <a:pt x="1918" y="12"/>
                  </a:lnTo>
                  <a:lnTo>
                    <a:pt x="25" y="1334"/>
                  </a:lnTo>
                  <a:lnTo>
                    <a:pt x="1" y="1417"/>
                  </a:lnTo>
                  <a:cubicBezTo>
                    <a:pt x="72" y="1489"/>
                    <a:pt x="132" y="1572"/>
                    <a:pt x="156" y="1691"/>
                  </a:cubicBezTo>
                  <a:lnTo>
                    <a:pt x="256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9"/>
            <p:cNvSpPr/>
            <p:nvPr/>
          </p:nvSpPr>
          <p:spPr>
            <a:xfrm>
              <a:off x="3100375" y="1324400"/>
              <a:ext cx="24425" cy="35450"/>
            </a:xfrm>
            <a:custGeom>
              <a:avLst/>
              <a:gdLst/>
              <a:ahLst/>
              <a:cxnLst/>
              <a:rect l="l" t="t" r="r" b="b"/>
              <a:pathLst>
                <a:path w="977" h="1418" extrusionOk="0">
                  <a:moveTo>
                    <a:pt x="572" y="0"/>
                  </a:moveTo>
                  <a:lnTo>
                    <a:pt x="1" y="1263"/>
                  </a:lnTo>
                  <a:cubicBezTo>
                    <a:pt x="120" y="1286"/>
                    <a:pt x="239" y="1346"/>
                    <a:pt x="334" y="1417"/>
                  </a:cubicBezTo>
                  <a:lnTo>
                    <a:pt x="358" y="1346"/>
                  </a:lnTo>
                  <a:lnTo>
                    <a:pt x="977" y="12"/>
                  </a:lnTo>
                  <a:lnTo>
                    <a:pt x="572" y="12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9"/>
            <p:cNvSpPr/>
            <p:nvPr/>
          </p:nvSpPr>
          <p:spPr>
            <a:xfrm>
              <a:off x="2658050" y="1324100"/>
              <a:ext cx="77725" cy="101225"/>
            </a:xfrm>
            <a:custGeom>
              <a:avLst/>
              <a:gdLst/>
              <a:ahLst/>
              <a:cxnLst/>
              <a:rect l="l" t="t" r="r" b="b"/>
              <a:pathLst>
                <a:path w="3109" h="4049" extrusionOk="0">
                  <a:moveTo>
                    <a:pt x="2668" y="1"/>
                  </a:moveTo>
                  <a:lnTo>
                    <a:pt x="1" y="3834"/>
                  </a:lnTo>
                  <a:cubicBezTo>
                    <a:pt x="120" y="3894"/>
                    <a:pt x="227" y="3953"/>
                    <a:pt x="298" y="4049"/>
                  </a:cubicBezTo>
                  <a:lnTo>
                    <a:pt x="310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9"/>
            <p:cNvSpPr/>
            <p:nvPr/>
          </p:nvSpPr>
          <p:spPr>
            <a:xfrm>
              <a:off x="3039950" y="1324100"/>
              <a:ext cx="46750" cy="37525"/>
            </a:xfrm>
            <a:custGeom>
              <a:avLst/>
              <a:gdLst/>
              <a:ahLst/>
              <a:cxnLst/>
              <a:rect l="l" t="t" r="r" b="b"/>
              <a:pathLst>
                <a:path w="1870" h="1501" extrusionOk="0">
                  <a:moveTo>
                    <a:pt x="1" y="1"/>
                  </a:moveTo>
                  <a:lnTo>
                    <a:pt x="1" y="12"/>
                  </a:lnTo>
                  <a:lnTo>
                    <a:pt x="1144" y="1239"/>
                  </a:lnTo>
                  <a:lnTo>
                    <a:pt x="1870" y="1501"/>
                  </a:lnTo>
                  <a:lnTo>
                    <a:pt x="1870" y="1489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9"/>
            <p:cNvSpPr/>
            <p:nvPr/>
          </p:nvSpPr>
          <p:spPr>
            <a:xfrm>
              <a:off x="3095625" y="1382750"/>
              <a:ext cx="10725" cy="6125"/>
            </a:xfrm>
            <a:custGeom>
              <a:avLst/>
              <a:gdLst/>
              <a:ahLst/>
              <a:cxnLst/>
              <a:rect l="l" t="t" r="r" b="b"/>
              <a:pathLst>
                <a:path w="429" h="245" extrusionOk="0">
                  <a:moveTo>
                    <a:pt x="405" y="0"/>
                  </a:moveTo>
                  <a:lnTo>
                    <a:pt x="405" y="0"/>
                  </a:lnTo>
                  <a:cubicBezTo>
                    <a:pt x="357" y="36"/>
                    <a:pt x="298" y="48"/>
                    <a:pt x="250" y="60"/>
                  </a:cubicBezTo>
                  <a:cubicBezTo>
                    <a:pt x="214" y="72"/>
                    <a:pt x="176" y="78"/>
                    <a:pt x="134" y="78"/>
                  </a:cubicBezTo>
                  <a:cubicBezTo>
                    <a:pt x="92" y="78"/>
                    <a:pt x="48" y="72"/>
                    <a:pt x="0" y="60"/>
                  </a:cubicBezTo>
                  <a:lnTo>
                    <a:pt x="0" y="60"/>
                  </a:lnTo>
                  <a:lnTo>
                    <a:pt x="107" y="179"/>
                  </a:lnTo>
                  <a:cubicBezTo>
                    <a:pt x="139" y="224"/>
                    <a:pt x="189" y="245"/>
                    <a:pt x="239" y="245"/>
                  </a:cubicBezTo>
                  <a:cubicBezTo>
                    <a:pt x="282" y="245"/>
                    <a:pt x="324" y="230"/>
                    <a:pt x="357" y="203"/>
                  </a:cubicBezTo>
                  <a:cubicBezTo>
                    <a:pt x="417" y="155"/>
                    <a:pt x="429" y="60"/>
                    <a:pt x="40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9"/>
            <p:cNvSpPr/>
            <p:nvPr/>
          </p:nvSpPr>
          <p:spPr>
            <a:xfrm>
              <a:off x="2519350" y="1324100"/>
              <a:ext cx="119375" cy="105400"/>
            </a:xfrm>
            <a:custGeom>
              <a:avLst/>
              <a:gdLst/>
              <a:ahLst/>
              <a:cxnLst/>
              <a:rect l="l" t="t" r="r" b="b"/>
              <a:pathLst>
                <a:path w="4775" h="4216" extrusionOk="0">
                  <a:moveTo>
                    <a:pt x="1" y="1"/>
                  </a:moveTo>
                  <a:lnTo>
                    <a:pt x="4477" y="4180"/>
                  </a:lnTo>
                  <a:lnTo>
                    <a:pt x="4549" y="4215"/>
                  </a:lnTo>
                  <a:cubicBezTo>
                    <a:pt x="4608" y="4108"/>
                    <a:pt x="4692" y="4037"/>
                    <a:pt x="4775" y="3953"/>
                  </a:cubicBezTo>
                  <a:lnTo>
                    <a:pt x="536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9"/>
            <p:cNvSpPr/>
            <p:nvPr/>
          </p:nvSpPr>
          <p:spPr>
            <a:xfrm>
              <a:off x="2959575" y="1324400"/>
              <a:ext cx="127425" cy="44675"/>
            </a:xfrm>
            <a:custGeom>
              <a:avLst/>
              <a:gdLst/>
              <a:ahLst/>
              <a:cxnLst/>
              <a:rect l="l" t="t" r="r" b="b"/>
              <a:pathLst>
                <a:path w="5097" h="1787" extrusionOk="0">
                  <a:moveTo>
                    <a:pt x="1" y="0"/>
                  </a:moveTo>
                  <a:lnTo>
                    <a:pt x="4847" y="1786"/>
                  </a:lnTo>
                  <a:lnTo>
                    <a:pt x="5001" y="1763"/>
                  </a:lnTo>
                  <a:cubicBezTo>
                    <a:pt x="5013" y="1655"/>
                    <a:pt x="5037" y="1560"/>
                    <a:pt x="5097" y="1489"/>
                  </a:cubicBezTo>
                  <a:lnTo>
                    <a:pt x="4370" y="1227"/>
                  </a:lnTo>
                  <a:lnTo>
                    <a:pt x="103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9"/>
            <p:cNvSpPr/>
            <p:nvPr/>
          </p:nvSpPr>
          <p:spPr>
            <a:xfrm>
              <a:off x="2669975" y="1368450"/>
              <a:ext cx="416425" cy="72950"/>
            </a:xfrm>
            <a:custGeom>
              <a:avLst/>
              <a:gdLst/>
              <a:ahLst/>
              <a:cxnLst/>
              <a:rect l="l" t="t" r="r" b="b"/>
              <a:pathLst>
                <a:path w="16657" h="2918" extrusionOk="0">
                  <a:moveTo>
                    <a:pt x="16585" y="1"/>
                  </a:moveTo>
                  <a:lnTo>
                    <a:pt x="16419" y="24"/>
                  </a:lnTo>
                  <a:lnTo>
                    <a:pt x="0" y="2560"/>
                  </a:lnTo>
                  <a:cubicBezTo>
                    <a:pt x="12" y="2584"/>
                    <a:pt x="12" y="2620"/>
                    <a:pt x="36" y="2644"/>
                  </a:cubicBezTo>
                  <a:cubicBezTo>
                    <a:pt x="60" y="2739"/>
                    <a:pt x="60" y="2822"/>
                    <a:pt x="60" y="2918"/>
                  </a:cubicBezTo>
                  <a:lnTo>
                    <a:pt x="16657" y="358"/>
                  </a:lnTo>
                  <a:cubicBezTo>
                    <a:pt x="16621" y="310"/>
                    <a:pt x="16609" y="251"/>
                    <a:pt x="16597" y="203"/>
                  </a:cubicBezTo>
                  <a:cubicBezTo>
                    <a:pt x="16585" y="132"/>
                    <a:pt x="16585" y="72"/>
                    <a:pt x="1658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9"/>
            <p:cNvSpPr/>
            <p:nvPr/>
          </p:nvSpPr>
          <p:spPr>
            <a:xfrm>
              <a:off x="2464575" y="1378875"/>
              <a:ext cx="629275" cy="804275"/>
            </a:xfrm>
            <a:custGeom>
              <a:avLst/>
              <a:gdLst/>
              <a:ahLst/>
              <a:cxnLst/>
              <a:rect l="l" t="t" r="r" b="b"/>
              <a:pathLst>
                <a:path w="25171" h="32171" extrusionOk="0">
                  <a:moveTo>
                    <a:pt x="24885" y="0"/>
                  </a:moveTo>
                  <a:lnTo>
                    <a:pt x="1" y="31945"/>
                  </a:lnTo>
                  <a:cubicBezTo>
                    <a:pt x="108" y="31992"/>
                    <a:pt x="203" y="32064"/>
                    <a:pt x="287" y="32171"/>
                  </a:cubicBezTo>
                  <a:lnTo>
                    <a:pt x="25171" y="203"/>
                  </a:lnTo>
                  <a:cubicBezTo>
                    <a:pt x="25063" y="155"/>
                    <a:pt x="24956" y="84"/>
                    <a:pt x="2488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9"/>
            <p:cNvSpPr/>
            <p:nvPr/>
          </p:nvSpPr>
          <p:spPr>
            <a:xfrm>
              <a:off x="2489575" y="1454775"/>
              <a:ext cx="155400" cy="285775"/>
            </a:xfrm>
            <a:custGeom>
              <a:avLst/>
              <a:gdLst/>
              <a:ahLst/>
              <a:cxnLst/>
              <a:rect l="l" t="t" r="r" b="b"/>
              <a:pathLst>
                <a:path w="6216" h="11431" extrusionOk="0">
                  <a:moveTo>
                    <a:pt x="5906" y="0"/>
                  </a:moveTo>
                  <a:lnTo>
                    <a:pt x="1" y="11264"/>
                  </a:lnTo>
                  <a:cubicBezTo>
                    <a:pt x="120" y="11311"/>
                    <a:pt x="227" y="11371"/>
                    <a:pt x="322" y="11430"/>
                  </a:cubicBezTo>
                  <a:lnTo>
                    <a:pt x="6216" y="179"/>
                  </a:lnTo>
                  <a:cubicBezTo>
                    <a:pt x="6097" y="143"/>
                    <a:pt x="6002" y="84"/>
                    <a:pt x="590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9"/>
            <p:cNvSpPr/>
            <p:nvPr/>
          </p:nvSpPr>
          <p:spPr>
            <a:xfrm>
              <a:off x="2481850" y="1387200"/>
              <a:ext cx="1500" cy="2400"/>
            </a:xfrm>
            <a:custGeom>
              <a:avLst/>
              <a:gdLst/>
              <a:ahLst/>
              <a:cxnLst/>
              <a:rect l="l" t="t" r="r" b="b"/>
              <a:pathLst>
                <a:path w="60" h="96" extrusionOk="0">
                  <a:moveTo>
                    <a:pt x="0" y="1"/>
                  </a:moveTo>
                  <a:lnTo>
                    <a:pt x="0" y="96"/>
                  </a:lnTo>
                  <a:cubicBezTo>
                    <a:pt x="24" y="60"/>
                    <a:pt x="36" y="36"/>
                    <a:pt x="60" y="2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9"/>
            <p:cNvSpPr/>
            <p:nvPr/>
          </p:nvSpPr>
          <p:spPr>
            <a:xfrm>
              <a:off x="2482450" y="1324400"/>
              <a:ext cx="12225" cy="56575"/>
            </a:xfrm>
            <a:custGeom>
              <a:avLst/>
              <a:gdLst/>
              <a:ahLst/>
              <a:cxnLst/>
              <a:rect l="l" t="t" r="r" b="b"/>
              <a:pathLst>
                <a:path w="489" h="2263" extrusionOk="0">
                  <a:moveTo>
                    <a:pt x="131" y="0"/>
                  </a:moveTo>
                  <a:lnTo>
                    <a:pt x="0" y="2132"/>
                  </a:lnTo>
                  <a:lnTo>
                    <a:pt x="357" y="2263"/>
                  </a:lnTo>
                  <a:lnTo>
                    <a:pt x="48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9"/>
            <p:cNvSpPr/>
            <p:nvPr/>
          </p:nvSpPr>
          <p:spPr>
            <a:xfrm>
              <a:off x="2461300" y="1397025"/>
              <a:ext cx="28600" cy="338450"/>
            </a:xfrm>
            <a:custGeom>
              <a:avLst/>
              <a:gdLst/>
              <a:ahLst/>
              <a:cxnLst/>
              <a:rect l="l" t="t" r="r" b="b"/>
              <a:pathLst>
                <a:path w="1144" h="13538" extrusionOk="0">
                  <a:moveTo>
                    <a:pt x="799" y="1"/>
                  </a:moveTo>
                  <a:lnTo>
                    <a:pt x="1" y="13455"/>
                  </a:lnTo>
                  <a:cubicBezTo>
                    <a:pt x="1" y="13478"/>
                    <a:pt x="1" y="13514"/>
                    <a:pt x="13" y="13538"/>
                  </a:cubicBezTo>
                  <a:cubicBezTo>
                    <a:pt x="60" y="13526"/>
                    <a:pt x="84" y="13514"/>
                    <a:pt x="132" y="13514"/>
                  </a:cubicBezTo>
                  <a:lnTo>
                    <a:pt x="358" y="13467"/>
                  </a:lnTo>
                  <a:lnTo>
                    <a:pt x="1144" y="203"/>
                  </a:lnTo>
                  <a:lnTo>
                    <a:pt x="1144" y="203"/>
                  </a:lnTo>
                  <a:cubicBezTo>
                    <a:pt x="1129" y="206"/>
                    <a:pt x="1114" y="207"/>
                    <a:pt x="1098" y="207"/>
                  </a:cubicBezTo>
                  <a:cubicBezTo>
                    <a:pt x="979" y="207"/>
                    <a:pt x="851" y="127"/>
                    <a:pt x="79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9"/>
            <p:cNvSpPr/>
            <p:nvPr/>
          </p:nvSpPr>
          <p:spPr>
            <a:xfrm>
              <a:off x="2299675" y="1324400"/>
              <a:ext cx="333400" cy="114025"/>
            </a:xfrm>
            <a:custGeom>
              <a:avLst/>
              <a:gdLst/>
              <a:ahLst/>
              <a:cxnLst/>
              <a:rect l="l" t="t" r="r" b="b"/>
              <a:pathLst>
                <a:path w="13336" h="4561" extrusionOk="0">
                  <a:moveTo>
                    <a:pt x="36" y="0"/>
                  </a:moveTo>
                  <a:lnTo>
                    <a:pt x="1" y="24"/>
                  </a:lnTo>
                  <a:lnTo>
                    <a:pt x="7299" y="2513"/>
                  </a:lnTo>
                  <a:lnTo>
                    <a:pt x="7359" y="2537"/>
                  </a:lnTo>
                  <a:cubicBezTo>
                    <a:pt x="7394" y="2501"/>
                    <a:pt x="7442" y="2477"/>
                    <a:pt x="7502" y="2453"/>
                  </a:cubicBezTo>
                  <a:cubicBezTo>
                    <a:pt x="7522" y="2451"/>
                    <a:pt x="7542" y="2449"/>
                    <a:pt x="7561" y="2449"/>
                  </a:cubicBezTo>
                  <a:cubicBezTo>
                    <a:pt x="7719" y="2449"/>
                    <a:pt x="7864" y="2533"/>
                    <a:pt x="7906" y="2691"/>
                  </a:cubicBezTo>
                  <a:lnTo>
                    <a:pt x="7906" y="2727"/>
                  </a:lnTo>
                  <a:lnTo>
                    <a:pt x="13240" y="4561"/>
                  </a:lnTo>
                  <a:cubicBezTo>
                    <a:pt x="13240" y="4430"/>
                    <a:pt x="13276" y="4322"/>
                    <a:pt x="13336" y="4215"/>
                  </a:cubicBezTo>
                  <a:lnTo>
                    <a:pt x="13264" y="4180"/>
                  </a:lnTo>
                  <a:lnTo>
                    <a:pt x="7668" y="2263"/>
                  </a:lnTo>
                  <a:lnTo>
                    <a:pt x="7311" y="2144"/>
                  </a:lnTo>
                  <a:lnTo>
                    <a:pt x="106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9"/>
            <p:cNvSpPr/>
            <p:nvPr/>
          </p:nvSpPr>
          <p:spPr>
            <a:xfrm>
              <a:off x="2163950" y="1324400"/>
              <a:ext cx="136950" cy="109550"/>
            </a:xfrm>
            <a:custGeom>
              <a:avLst/>
              <a:gdLst/>
              <a:ahLst/>
              <a:cxnLst/>
              <a:rect l="l" t="t" r="r" b="b"/>
              <a:pathLst>
                <a:path w="5478" h="4382" extrusionOk="0">
                  <a:moveTo>
                    <a:pt x="4918" y="0"/>
                  </a:moveTo>
                  <a:lnTo>
                    <a:pt x="0" y="4025"/>
                  </a:lnTo>
                  <a:lnTo>
                    <a:pt x="131" y="4382"/>
                  </a:lnTo>
                  <a:lnTo>
                    <a:pt x="5454" y="12"/>
                  </a:lnTo>
                  <a:lnTo>
                    <a:pt x="547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9"/>
            <p:cNvSpPr/>
            <p:nvPr/>
          </p:nvSpPr>
          <p:spPr>
            <a:xfrm>
              <a:off x="1971375" y="1430950"/>
              <a:ext cx="188425" cy="158400"/>
            </a:xfrm>
            <a:custGeom>
              <a:avLst/>
              <a:gdLst/>
              <a:ahLst/>
              <a:cxnLst/>
              <a:rect l="l" t="t" r="r" b="b"/>
              <a:pathLst>
                <a:path w="7537" h="6336" extrusionOk="0">
                  <a:moveTo>
                    <a:pt x="7406" y="1"/>
                  </a:moveTo>
                  <a:lnTo>
                    <a:pt x="0" y="6073"/>
                  </a:lnTo>
                  <a:cubicBezTo>
                    <a:pt x="95" y="6145"/>
                    <a:pt x="179" y="6228"/>
                    <a:pt x="238" y="6335"/>
                  </a:cubicBezTo>
                  <a:lnTo>
                    <a:pt x="7537" y="358"/>
                  </a:lnTo>
                  <a:lnTo>
                    <a:pt x="7406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9"/>
            <p:cNvSpPr/>
            <p:nvPr/>
          </p:nvSpPr>
          <p:spPr>
            <a:xfrm>
              <a:off x="2269925" y="1742600"/>
              <a:ext cx="5075" cy="3000"/>
            </a:xfrm>
            <a:custGeom>
              <a:avLst/>
              <a:gdLst/>
              <a:ahLst/>
              <a:cxnLst/>
              <a:rect l="l" t="t" r="r" b="b"/>
              <a:pathLst>
                <a:path w="203" h="120" extrusionOk="0">
                  <a:moveTo>
                    <a:pt x="143" y="1"/>
                  </a:moveTo>
                  <a:cubicBezTo>
                    <a:pt x="95" y="1"/>
                    <a:pt x="48" y="1"/>
                    <a:pt x="0" y="13"/>
                  </a:cubicBezTo>
                  <a:cubicBezTo>
                    <a:pt x="36" y="96"/>
                    <a:pt x="107" y="120"/>
                    <a:pt x="202" y="120"/>
                  </a:cubicBezTo>
                  <a:lnTo>
                    <a:pt x="155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9"/>
            <p:cNvSpPr/>
            <p:nvPr/>
          </p:nvSpPr>
          <p:spPr>
            <a:xfrm>
              <a:off x="2117800" y="1324100"/>
              <a:ext cx="141425" cy="365850"/>
            </a:xfrm>
            <a:custGeom>
              <a:avLst/>
              <a:gdLst/>
              <a:ahLst/>
              <a:cxnLst/>
              <a:rect l="l" t="t" r="r" b="b"/>
              <a:pathLst>
                <a:path w="5657" h="14634" extrusionOk="0">
                  <a:moveTo>
                    <a:pt x="1" y="1"/>
                  </a:moveTo>
                  <a:lnTo>
                    <a:pt x="1549" y="4275"/>
                  </a:lnTo>
                  <a:lnTo>
                    <a:pt x="1680" y="4632"/>
                  </a:lnTo>
                  <a:lnTo>
                    <a:pt x="5335" y="14633"/>
                  </a:lnTo>
                  <a:cubicBezTo>
                    <a:pt x="5430" y="14574"/>
                    <a:pt x="5537" y="14514"/>
                    <a:pt x="5656" y="14479"/>
                  </a:cubicBezTo>
                  <a:lnTo>
                    <a:pt x="1977" y="4370"/>
                  </a:lnTo>
                  <a:lnTo>
                    <a:pt x="1846" y="4013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9"/>
            <p:cNvSpPr/>
            <p:nvPr/>
          </p:nvSpPr>
          <p:spPr>
            <a:xfrm>
              <a:off x="2450600" y="1814350"/>
              <a:ext cx="27100" cy="362275"/>
            </a:xfrm>
            <a:custGeom>
              <a:avLst/>
              <a:gdLst/>
              <a:ahLst/>
              <a:cxnLst/>
              <a:rect l="l" t="t" r="r" b="b"/>
              <a:pathLst>
                <a:path w="1084" h="14491" extrusionOk="0">
                  <a:moveTo>
                    <a:pt x="726" y="0"/>
                  </a:moveTo>
                  <a:lnTo>
                    <a:pt x="0" y="14490"/>
                  </a:lnTo>
                  <a:cubicBezTo>
                    <a:pt x="12" y="14490"/>
                    <a:pt x="12" y="14490"/>
                    <a:pt x="24" y="14466"/>
                  </a:cubicBezTo>
                  <a:cubicBezTo>
                    <a:pt x="87" y="14452"/>
                    <a:pt x="154" y="14446"/>
                    <a:pt x="220" y="14446"/>
                  </a:cubicBezTo>
                  <a:cubicBezTo>
                    <a:pt x="267" y="14446"/>
                    <a:pt x="313" y="14449"/>
                    <a:pt x="357" y="14454"/>
                  </a:cubicBezTo>
                  <a:lnTo>
                    <a:pt x="1084" y="0"/>
                  </a:lnTo>
                  <a:lnTo>
                    <a:pt x="1084" y="0"/>
                  </a:lnTo>
                  <a:cubicBezTo>
                    <a:pt x="1030" y="16"/>
                    <a:pt x="976" y="23"/>
                    <a:pt x="922" y="23"/>
                  </a:cubicBezTo>
                  <a:cubicBezTo>
                    <a:pt x="857" y="23"/>
                    <a:pt x="792" y="13"/>
                    <a:pt x="72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9"/>
            <p:cNvSpPr/>
            <p:nvPr/>
          </p:nvSpPr>
          <p:spPr>
            <a:xfrm>
              <a:off x="2273475" y="1738150"/>
              <a:ext cx="176850" cy="439950"/>
            </a:xfrm>
            <a:custGeom>
              <a:avLst/>
              <a:gdLst/>
              <a:ahLst/>
              <a:cxnLst/>
              <a:rect l="l" t="t" r="r" b="b"/>
              <a:pathLst>
                <a:path w="7074" h="17598" extrusionOk="0">
                  <a:moveTo>
                    <a:pt x="334" y="0"/>
                  </a:moveTo>
                  <a:cubicBezTo>
                    <a:pt x="239" y="72"/>
                    <a:pt x="132" y="131"/>
                    <a:pt x="1" y="167"/>
                  </a:cubicBezTo>
                  <a:lnTo>
                    <a:pt x="37" y="286"/>
                  </a:lnTo>
                  <a:lnTo>
                    <a:pt x="6514" y="17097"/>
                  </a:lnTo>
                  <a:lnTo>
                    <a:pt x="6930" y="17598"/>
                  </a:lnTo>
                  <a:cubicBezTo>
                    <a:pt x="6978" y="17562"/>
                    <a:pt x="7014" y="17550"/>
                    <a:pt x="7073" y="17538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9"/>
            <p:cNvSpPr/>
            <p:nvPr/>
          </p:nvSpPr>
          <p:spPr>
            <a:xfrm>
              <a:off x="2293425" y="1714325"/>
              <a:ext cx="141725" cy="60150"/>
            </a:xfrm>
            <a:custGeom>
              <a:avLst/>
              <a:gdLst/>
              <a:ahLst/>
              <a:cxnLst/>
              <a:rect l="l" t="t" r="r" b="b"/>
              <a:pathLst>
                <a:path w="5669" h="2406" extrusionOk="0">
                  <a:moveTo>
                    <a:pt x="60" y="1"/>
                  </a:moveTo>
                  <a:cubicBezTo>
                    <a:pt x="60" y="120"/>
                    <a:pt x="48" y="251"/>
                    <a:pt x="1" y="370"/>
                  </a:cubicBezTo>
                  <a:lnTo>
                    <a:pt x="5620" y="2406"/>
                  </a:lnTo>
                  <a:cubicBezTo>
                    <a:pt x="5620" y="2287"/>
                    <a:pt x="5644" y="2156"/>
                    <a:pt x="5668" y="2037"/>
                  </a:cubicBezTo>
                  <a:lnTo>
                    <a:pt x="6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9"/>
            <p:cNvSpPr/>
            <p:nvPr/>
          </p:nvSpPr>
          <p:spPr>
            <a:xfrm>
              <a:off x="1976725" y="1600625"/>
              <a:ext cx="267625" cy="103300"/>
            </a:xfrm>
            <a:custGeom>
              <a:avLst/>
              <a:gdLst/>
              <a:ahLst/>
              <a:cxnLst/>
              <a:rect l="l" t="t" r="r" b="b"/>
              <a:pathLst>
                <a:path w="10705" h="4132" extrusionOk="0">
                  <a:moveTo>
                    <a:pt x="108" y="0"/>
                  </a:moveTo>
                  <a:cubicBezTo>
                    <a:pt x="108" y="120"/>
                    <a:pt x="60" y="239"/>
                    <a:pt x="0" y="334"/>
                  </a:cubicBezTo>
                  <a:lnTo>
                    <a:pt x="10490" y="4132"/>
                  </a:lnTo>
                  <a:cubicBezTo>
                    <a:pt x="10561" y="4013"/>
                    <a:pt x="10621" y="3906"/>
                    <a:pt x="10704" y="3822"/>
                  </a:cubicBezTo>
                  <a:lnTo>
                    <a:pt x="10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9"/>
            <p:cNvSpPr/>
            <p:nvPr/>
          </p:nvSpPr>
          <p:spPr>
            <a:xfrm>
              <a:off x="1969275" y="1610450"/>
              <a:ext cx="477475" cy="573900"/>
            </a:xfrm>
            <a:custGeom>
              <a:avLst/>
              <a:gdLst/>
              <a:ahLst/>
              <a:cxnLst/>
              <a:rect l="l" t="t" r="r" b="b"/>
              <a:pathLst>
                <a:path w="19099" h="22956" extrusionOk="0">
                  <a:moveTo>
                    <a:pt x="275" y="0"/>
                  </a:moveTo>
                  <a:cubicBezTo>
                    <a:pt x="203" y="108"/>
                    <a:pt x="108" y="179"/>
                    <a:pt x="1" y="262"/>
                  </a:cubicBezTo>
                  <a:lnTo>
                    <a:pt x="18825" y="22956"/>
                  </a:lnTo>
                  <a:cubicBezTo>
                    <a:pt x="18896" y="22848"/>
                    <a:pt x="18991" y="22777"/>
                    <a:pt x="19098" y="22717"/>
                  </a:cubicBezTo>
                  <a:lnTo>
                    <a:pt x="18682" y="22229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9"/>
            <p:cNvSpPr/>
            <p:nvPr/>
          </p:nvSpPr>
          <p:spPr>
            <a:xfrm>
              <a:off x="1726400" y="1324400"/>
              <a:ext cx="224450" cy="261075"/>
            </a:xfrm>
            <a:custGeom>
              <a:avLst/>
              <a:gdLst/>
              <a:ahLst/>
              <a:cxnLst/>
              <a:rect l="l" t="t" r="r" b="b"/>
              <a:pathLst>
                <a:path w="8978" h="10443" extrusionOk="0">
                  <a:moveTo>
                    <a:pt x="0" y="0"/>
                  </a:moveTo>
                  <a:lnTo>
                    <a:pt x="8680" y="10442"/>
                  </a:lnTo>
                  <a:cubicBezTo>
                    <a:pt x="8763" y="10359"/>
                    <a:pt x="8870" y="10287"/>
                    <a:pt x="8978" y="10240"/>
                  </a:cubicBezTo>
                  <a:lnTo>
                    <a:pt x="47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9"/>
            <p:cNvSpPr/>
            <p:nvPr/>
          </p:nvSpPr>
          <p:spPr>
            <a:xfrm>
              <a:off x="1592450" y="1416675"/>
              <a:ext cx="110450" cy="205100"/>
            </a:xfrm>
            <a:custGeom>
              <a:avLst/>
              <a:gdLst/>
              <a:ahLst/>
              <a:cxnLst/>
              <a:rect l="l" t="t" r="r" b="b"/>
              <a:pathLst>
                <a:path w="4418" h="8204" extrusionOk="0">
                  <a:moveTo>
                    <a:pt x="334" y="0"/>
                  </a:moveTo>
                  <a:cubicBezTo>
                    <a:pt x="239" y="60"/>
                    <a:pt x="155" y="108"/>
                    <a:pt x="48" y="131"/>
                  </a:cubicBezTo>
                  <a:cubicBezTo>
                    <a:pt x="44" y="127"/>
                    <a:pt x="39" y="126"/>
                    <a:pt x="33" y="126"/>
                  </a:cubicBezTo>
                  <a:cubicBezTo>
                    <a:pt x="22" y="126"/>
                    <a:pt x="8" y="131"/>
                    <a:pt x="0" y="131"/>
                  </a:cubicBezTo>
                  <a:lnTo>
                    <a:pt x="4108" y="8204"/>
                  </a:lnTo>
                  <a:cubicBezTo>
                    <a:pt x="4203" y="8132"/>
                    <a:pt x="4299" y="8073"/>
                    <a:pt x="4418" y="8025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9"/>
            <p:cNvSpPr/>
            <p:nvPr/>
          </p:nvSpPr>
          <p:spPr>
            <a:xfrm>
              <a:off x="1346575" y="16699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9"/>
            <p:cNvSpPr/>
            <p:nvPr/>
          </p:nvSpPr>
          <p:spPr>
            <a:xfrm>
              <a:off x="1593350" y="1324400"/>
              <a:ext cx="59850" cy="58675"/>
            </a:xfrm>
            <a:custGeom>
              <a:avLst/>
              <a:gdLst/>
              <a:ahLst/>
              <a:cxnLst/>
              <a:rect l="l" t="t" r="r" b="b"/>
              <a:pathLst>
                <a:path w="2394" h="2347" extrusionOk="0">
                  <a:moveTo>
                    <a:pt x="1905" y="0"/>
                  </a:moveTo>
                  <a:lnTo>
                    <a:pt x="0" y="2191"/>
                  </a:lnTo>
                  <a:cubicBezTo>
                    <a:pt x="119" y="2215"/>
                    <a:pt x="238" y="2275"/>
                    <a:pt x="334" y="2346"/>
                  </a:cubicBezTo>
                  <a:lnTo>
                    <a:pt x="239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9"/>
            <p:cNvSpPr/>
            <p:nvPr/>
          </p:nvSpPr>
          <p:spPr>
            <a:xfrm>
              <a:off x="1345100" y="1669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9"/>
            <p:cNvSpPr/>
            <p:nvPr/>
          </p:nvSpPr>
          <p:spPr>
            <a:xfrm>
              <a:off x="1348075" y="1670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9"/>
            <p:cNvSpPr/>
            <p:nvPr/>
          </p:nvSpPr>
          <p:spPr>
            <a:xfrm>
              <a:off x="1354625" y="1406550"/>
              <a:ext cx="219700" cy="254225"/>
            </a:xfrm>
            <a:custGeom>
              <a:avLst/>
              <a:gdLst/>
              <a:ahLst/>
              <a:cxnLst/>
              <a:rect l="l" t="t" r="r" b="b"/>
              <a:pathLst>
                <a:path w="8788" h="10169" extrusionOk="0">
                  <a:moveTo>
                    <a:pt x="8573" y="1"/>
                  </a:moveTo>
                  <a:lnTo>
                    <a:pt x="215" y="9561"/>
                  </a:lnTo>
                  <a:lnTo>
                    <a:pt x="0" y="10169"/>
                  </a:lnTo>
                  <a:lnTo>
                    <a:pt x="0" y="10169"/>
                  </a:lnTo>
                  <a:lnTo>
                    <a:pt x="167" y="10157"/>
                  </a:lnTo>
                  <a:lnTo>
                    <a:pt x="8787" y="322"/>
                  </a:lnTo>
                  <a:cubicBezTo>
                    <a:pt x="8692" y="227"/>
                    <a:pt x="8620" y="120"/>
                    <a:pt x="857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9"/>
            <p:cNvSpPr/>
            <p:nvPr/>
          </p:nvSpPr>
          <p:spPr>
            <a:xfrm>
              <a:off x="1345700" y="1669675"/>
              <a:ext cx="600" cy="325"/>
            </a:xfrm>
            <a:custGeom>
              <a:avLst/>
              <a:gdLst/>
              <a:ahLst/>
              <a:cxnLst/>
              <a:rect l="l" t="t" r="r" b="b"/>
              <a:pathLst>
                <a:path w="24" h="13" extrusionOk="0">
                  <a:moveTo>
                    <a:pt x="0" y="1"/>
                  </a:moveTo>
                  <a:cubicBezTo>
                    <a:pt x="0" y="13"/>
                    <a:pt x="24" y="13"/>
                    <a:pt x="24" y="13"/>
                  </a:cubicBezTo>
                  <a:cubicBezTo>
                    <a:pt x="24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9"/>
            <p:cNvSpPr/>
            <p:nvPr/>
          </p:nvSpPr>
          <p:spPr>
            <a:xfrm>
              <a:off x="1348675" y="1635750"/>
              <a:ext cx="339650" cy="34250"/>
            </a:xfrm>
            <a:custGeom>
              <a:avLst/>
              <a:gdLst/>
              <a:ahLst/>
              <a:cxnLst/>
              <a:rect l="l" t="t" r="r" b="b"/>
              <a:pathLst>
                <a:path w="13586" h="1370" extrusionOk="0">
                  <a:moveTo>
                    <a:pt x="13550" y="0"/>
                  </a:moveTo>
                  <a:lnTo>
                    <a:pt x="393" y="989"/>
                  </a:lnTo>
                  <a:lnTo>
                    <a:pt x="226" y="1001"/>
                  </a:lnTo>
                  <a:lnTo>
                    <a:pt x="131" y="1274"/>
                  </a:lnTo>
                  <a:lnTo>
                    <a:pt x="131" y="1286"/>
                  </a:lnTo>
                  <a:cubicBezTo>
                    <a:pt x="119" y="1298"/>
                    <a:pt x="119" y="1310"/>
                    <a:pt x="107" y="1334"/>
                  </a:cubicBezTo>
                  <a:lnTo>
                    <a:pt x="95" y="1346"/>
                  </a:lnTo>
                  <a:cubicBezTo>
                    <a:pt x="75" y="1356"/>
                    <a:pt x="63" y="1358"/>
                    <a:pt x="52" y="1366"/>
                  </a:cubicBezTo>
                  <a:lnTo>
                    <a:pt x="52" y="1366"/>
                  </a:lnTo>
                  <a:lnTo>
                    <a:pt x="13585" y="346"/>
                  </a:lnTo>
                  <a:cubicBezTo>
                    <a:pt x="13585" y="334"/>
                    <a:pt x="13585" y="334"/>
                    <a:pt x="13573" y="322"/>
                  </a:cubicBezTo>
                  <a:cubicBezTo>
                    <a:pt x="13550" y="227"/>
                    <a:pt x="13538" y="119"/>
                    <a:pt x="13550" y="0"/>
                  </a:cubicBezTo>
                  <a:close/>
                  <a:moveTo>
                    <a:pt x="52" y="1366"/>
                  </a:moveTo>
                  <a:lnTo>
                    <a:pt x="0" y="1370"/>
                  </a:lnTo>
                  <a:lnTo>
                    <a:pt x="48" y="1370"/>
                  </a:lnTo>
                  <a:cubicBezTo>
                    <a:pt x="49" y="1368"/>
                    <a:pt x="51" y="1367"/>
                    <a:pt x="52" y="1366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9"/>
            <p:cNvSpPr/>
            <p:nvPr/>
          </p:nvSpPr>
          <p:spPr>
            <a:xfrm>
              <a:off x="1346575" y="1669975"/>
              <a:ext cx="1225" cy="625"/>
            </a:xfrm>
            <a:custGeom>
              <a:avLst/>
              <a:gdLst/>
              <a:ahLst/>
              <a:cxnLst/>
              <a:rect l="l" t="t" r="r" b="b"/>
              <a:pathLst>
                <a:path w="49" h="25" extrusionOk="0">
                  <a:moveTo>
                    <a:pt x="49" y="24"/>
                  </a:moveTo>
                  <a:cubicBezTo>
                    <a:pt x="25" y="24"/>
                    <a:pt x="13" y="24"/>
                    <a:pt x="1" y="1"/>
                  </a:cubicBezTo>
                  <a:cubicBezTo>
                    <a:pt x="13" y="24"/>
                    <a:pt x="25" y="24"/>
                    <a:pt x="49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9"/>
            <p:cNvSpPr/>
            <p:nvPr/>
          </p:nvSpPr>
          <p:spPr>
            <a:xfrm>
              <a:off x="1346575" y="16699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9"/>
            <p:cNvSpPr/>
            <p:nvPr/>
          </p:nvSpPr>
          <p:spPr>
            <a:xfrm>
              <a:off x="1345100" y="16693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1"/>
                  </a:moveTo>
                  <a:lnTo>
                    <a:pt x="0" y="1"/>
                  </a:lnTo>
                  <a:lnTo>
                    <a:pt x="12" y="13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9"/>
            <p:cNvSpPr/>
            <p:nvPr/>
          </p:nvSpPr>
          <p:spPr>
            <a:xfrm>
              <a:off x="1349275" y="1670125"/>
              <a:ext cx="300" cy="475"/>
            </a:xfrm>
            <a:custGeom>
              <a:avLst/>
              <a:gdLst/>
              <a:ahLst/>
              <a:cxnLst/>
              <a:rect l="l" t="t" r="r" b="b"/>
              <a:pathLst>
                <a:path w="12" h="19" extrusionOk="0">
                  <a:moveTo>
                    <a:pt x="10" y="1"/>
                  </a:moveTo>
                  <a:cubicBezTo>
                    <a:pt x="9" y="1"/>
                    <a:pt x="6" y="7"/>
                    <a:pt x="0" y="18"/>
                  </a:cubicBezTo>
                  <a:lnTo>
                    <a:pt x="12" y="18"/>
                  </a:lnTo>
                  <a:cubicBezTo>
                    <a:pt x="12" y="7"/>
                    <a:pt x="12" y="1"/>
                    <a:pt x="1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9"/>
            <p:cNvSpPr/>
            <p:nvPr/>
          </p:nvSpPr>
          <p:spPr>
            <a:xfrm>
              <a:off x="1351050" y="1669075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13"/>
                  </a:moveTo>
                  <a:lnTo>
                    <a:pt x="0" y="13"/>
                  </a:lnTo>
                  <a:lnTo>
                    <a:pt x="12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9"/>
            <p:cNvSpPr/>
            <p:nvPr/>
          </p:nvSpPr>
          <p:spPr>
            <a:xfrm>
              <a:off x="992675" y="1324400"/>
              <a:ext cx="353050" cy="345000"/>
            </a:xfrm>
            <a:custGeom>
              <a:avLst/>
              <a:gdLst/>
              <a:ahLst/>
              <a:cxnLst/>
              <a:rect l="l" t="t" r="r" b="b"/>
              <a:pathLst>
                <a:path w="14122" h="13800" extrusionOk="0">
                  <a:moveTo>
                    <a:pt x="0" y="0"/>
                  </a:moveTo>
                  <a:lnTo>
                    <a:pt x="14085" y="13800"/>
                  </a:lnTo>
                  <a:cubicBezTo>
                    <a:pt x="14038" y="13752"/>
                    <a:pt x="14026" y="13681"/>
                    <a:pt x="14038" y="13609"/>
                  </a:cubicBezTo>
                  <a:lnTo>
                    <a:pt x="14121" y="13335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9"/>
            <p:cNvSpPr/>
            <p:nvPr/>
          </p:nvSpPr>
          <p:spPr>
            <a:xfrm>
              <a:off x="1346275" y="16699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13" y="1"/>
                    <a:pt x="13" y="1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9"/>
            <p:cNvSpPr/>
            <p:nvPr/>
          </p:nvSpPr>
          <p:spPr>
            <a:xfrm>
              <a:off x="1348075" y="1670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9"/>
            <p:cNvSpPr/>
            <p:nvPr/>
          </p:nvSpPr>
          <p:spPr>
            <a:xfrm>
              <a:off x="1351050" y="1669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9"/>
            <p:cNvSpPr/>
            <p:nvPr/>
          </p:nvSpPr>
          <p:spPr>
            <a:xfrm>
              <a:off x="1351950" y="166760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0"/>
                  </a:moveTo>
                  <a:cubicBezTo>
                    <a:pt x="0" y="0"/>
                    <a:pt x="0" y="12"/>
                    <a:pt x="0" y="0"/>
                  </a:cubicBezTo>
                  <a:cubicBezTo>
                    <a:pt x="0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9"/>
            <p:cNvSpPr/>
            <p:nvPr/>
          </p:nvSpPr>
          <p:spPr>
            <a:xfrm>
              <a:off x="1343300" y="1324400"/>
              <a:ext cx="127425" cy="346500"/>
            </a:xfrm>
            <a:custGeom>
              <a:avLst/>
              <a:gdLst/>
              <a:ahLst/>
              <a:cxnLst/>
              <a:rect l="l" t="t" r="r" b="b"/>
              <a:pathLst>
                <a:path w="5097" h="13860" extrusionOk="0">
                  <a:moveTo>
                    <a:pt x="4716" y="0"/>
                  </a:moveTo>
                  <a:lnTo>
                    <a:pt x="120" y="13335"/>
                  </a:lnTo>
                  <a:lnTo>
                    <a:pt x="25" y="13609"/>
                  </a:lnTo>
                  <a:cubicBezTo>
                    <a:pt x="1" y="13681"/>
                    <a:pt x="25" y="13752"/>
                    <a:pt x="72" y="13800"/>
                  </a:cubicBezTo>
                  <a:lnTo>
                    <a:pt x="84" y="13812"/>
                  </a:lnTo>
                  <a:cubicBezTo>
                    <a:pt x="84" y="13812"/>
                    <a:pt x="96" y="13812"/>
                    <a:pt x="96" y="13824"/>
                  </a:cubicBezTo>
                  <a:cubicBezTo>
                    <a:pt x="96" y="13824"/>
                    <a:pt x="120" y="13824"/>
                    <a:pt x="120" y="13847"/>
                  </a:cubicBezTo>
                  <a:lnTo>
                    <a:pt x="132" y="13847"/>
                  </a:lnTo>
                  <a:cubicBezTo>
                    <a:pt x="144" y="13847"/>
                    <a:pt x="156" y="13859"/>
                    <a:pt x="180" y="13859"/>
                  </a:cubicBezTo>
                  <a:cubicBezTo>
                    <a:pt x="180" y="13847"/>
                    <a:pt x="180" y="13847"/>
                    <a:pt x="191" y="13847"/>
                  </a:cubicBezTo>
                  <a:lnTo>
                    <a:pt x="251" y="13847"/>
                  </a:lnTo>
                  <a:cubicBezTo>
                    <a:pt x="263" y="13847"/>
                    <a:pt x="275" y="13824"/>
                    <a:pt x="299" y="13812"/>
                  </a:cubicBezTo>
                  <a:lnTo>
                    <a:pt x="310" y="13800"/>
                  </a:lnTo>
                  <a:cubicBezTo>
                    <a:pt x="322" y="13788"/>
                    <a:pt x="322" y="13764"/>
                    <a:pt x="334" y="13752"/>
                  </a:cubicBezTo>
                  <a:lnTo>
                    <a:pt x="334" y="13740"/>
                  </a:lnTo>
                  <a:lnTo>
                    <a:pt x="430" y="13466"/>
                  </a:lnTo>
                  <a:lnTo>
                    <a:pt x="632" y="12847"/>
                  </a:lnTo>
                  <a:lnTo>
                    <a:pt x="509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9"/>
            <p:cNvSpPr/>
            <p:nvPr/>
          </p:nvSpPr>
          <p:spPr>
            <a:xfrm>
              <a:off x="2236875" y="1685475"/>
              <a:ext cx="58075" cy="57750"/>
            </a:xfrm>
            <a:custGeom>
              <a:avLst/>
              <a:gdLst/>
              <a:ahLst/>
              <a:cxnLst/>
              <a:rect l="l" t="t" r="r" b="b"/>
              <a:pathLst>
                <a:path w="2323" h="2310" extrusionOk="0">
                  <a:moveTo>
                    <a:pt x="1174" y="0"/>
                  </a:moveTo>
                  <a:cubicBezTo>
                    <a:pt x="1081" y="0"/>
                    <a:pt x="987" y="12"/>
                    <a:pt x="893" y="35"/>
                  </a:cubicBezTo>
                  <a:cubicBezTo>
                    <a:pt x="774" y="71"/>
                    <a:pt x="655" y="119"/>
                    <a:pt x="572" y="190"/>
                  </a:cubicBezTo>
                  <a:cubicBezTo>
                    <a:pt x="465" y="250"/>
                    <a:pt x="370" y="333"/>
                    <a:pt x="298" y="428"/>
                  </a:cubicBezTo>
                  <a:cubicBezTo>
                    <a:pt x="227" y="512"/>
                    <a:pt x="155" y="631"/>
                    <a:pt x="108" y="738"/>
                  </a:cubicBezTo>
                  <a:cubicBezTo>
                    <a:pt x="12" y="964"/>
                    <a:pt x="0" y="1202"/>
                    <a:pt x="60" y="1440"/>
                  </a:cubicBezTo>
                  <a:cubicBezTo>
                    <a:pt x="200" y="1948"/>
                    <a:pt x="665" y="2309"/>
                    <a:pt x="1168" y="2309"/>
                  </a:cubicBezTo>
                  <a:cubicBezTo>
                    <a:pt x="1219" y="2309"/>
                    <a:pt x="1270" y="2305"/>
                    <a:pt x="1322" y="2298"/>
                  </a:cubicBezTo>
                  <a:cubicBezTo>
                    <a:pt x="1370" y="2298"/>
                    <a:pt x="1417" y="2286"/>
                    <a:pt x="1465" y="2274"/>
                  </a:cubicBezTo>
                  <a:lnTo>
                    <a:pt x="1477" y="2274"/>
                  </a:lnTo>
                  <a:cubicBezTo>
                    <a:pt x="1596" y="2238"/>
                    <a:pt x="1715" y="2202"/>
                    <a:pt x="1798" y="2119"/>
                  </a:cubicBezTo>
                  <a:cubicBezTo>
                    <a:pt x="2025" y="1976"/>
                    <a:pt x="2191" y="1762"/>
                    <a:pt x="2263" y="1512"/>
                  </a:cubicBezTo>
                  <a:cubicBezTo>
                    <a:pt x="2310" y="1393"/>
                    <a:pt x="2322" y="1274"/>
                    <a:pt x="2322" y="1143"/>
                  </a:cubicBezTo>
                  <a:cubicBezTo>
                    <a:pt x="2322" y="1071"/>
                    <a:pt x="2310" y="964"/>
                    <a:pt x="2298" y="869"/>
                  </a:cubicBezTo>
                  <a:cubicBezTo>
                    <a:pt x="2157" y="345"/>
                    <a:pt x="1684" y="0"/>
                    <a:pt x="1174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9"/>
            <p:cNvSpPr/>
            <p:nvPr/>
          </p:nvSpPr>
          <p:spPr>
            <a:xfrm>
              <a:off x="2434225" y="1733500"/>
              <a:ext cx="85450" cy="81450"/>
            </a:xfrm>
            <a:custGeom>
              <a:avLst/>
              <a:gdLst/>
              <a:ahLst/>
              <a:cxnLst/>
              <a:rect l="l" t="t" r="r" b="b"/>
              <a:pathLst>
                <a:path w="3418" h="3258" extrusionOk="0">
                  <a:moveTo>
                    <a:pt x="1610" y="0"/>
                  </a:moveTo>
                  <a:cubicBezTo>
                    <a:pt x="1558" y="0"/>
                    <a:pt x="1505" y="3"/>
                    <a:pt x="1453" y="8"/>
                  </a:cubicBezTo>
                  <a:cubicBezTo>
                    <a:pt x="1381" y="19"/>
                    <a:pt x="1310" y="19"/>
                    <a:pt x="1227" y="55"/>
                  </a:cubicBezTo>
                  <a:cubicBezTo>
                    <a:pt x="1191" y="67"/>
                    <a:pt x="1155" y="79"/>
                    <a:pt x="1108" y="79"/>
                  </a:cubicBezTo>
                  <a:cubicBezTo>
                    <a:pt x="560" y="281"/>
                    <a:pt x="179" y="722"/>
                    <a:pt x="36" y="1258"/>
                  </a:cubicBezTo>
                  <a:cubicBezTo>
                    <a:pt x="12" y="1377"/>
                    <a:pt x="0" y="1496"/>
                    <a:pt x="0" y="1627"/>
                  </a:cubicBezTo>
                  <a:cubicBezTo>
                    <a:pt x="0" y="1770"/>
                    <a:pt x="12" y="1901"/>
                    <a:pt x="36" y="2032"/>
                  </a:cubicBezTo>
                  <a:cubicBezTo>
                    <a:pt x="203" y="2686"/>
                    <a:pt x="750" y="3151"/>
                    <a:pt x="1381" y="3234"/>
                  </a:cubicBezTo>
                  <a:cubicBezTo>
                    <a:pt x="1501" y="3258"/>
                    <a:pt x="1620" y="3258"/>
                    <a:pt x="1739" y="3258"/>
                  </a:cubicBezTo>
                  <a:cubicBezTo>
                    <a:pt x="1822" y="3258"/>
                    <a:pt x="1929" y="3234"/>
                    <a:pt x="2012" y="3210"/>
                  </a:cubicBezTo>
                  <a:cubicBezTo>
                    <a:pt x="2882" y="2984"/>
                    <a:pt x="3417" y="2091"/>
                    <a:pt x="3191" y="1210"/>
                  </a:cubicBezTo>
                  <a:cubicBezTo>
                    <a:pt x="3084" y="817"/>
                    <a:pt x="2834" y="484"/>
                    <a:pt x="2524" y="281"/>
                  </a:cubicBezTo>
                  <a:cubicBezTo>
                    <a:pt x="2417" y="198"/>
                    <a:pt x="2310" y="162"/>
                    <a:pt x="2191" y="115"/>
                  </a:cubicBezTo>
                  <a:cubicBezTo>
                    <a:pt x="2020" y="39"/>
                    <a:pt x="1818" y="0"/>
                    <a:pt x="1610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9"/>
            <p:cNvSpPr/>
            <p:nvPr/>
          </p:nvSpPr>
          <p:spPr>
            <a:xfrm>
              <a:off x="2630075" y="1418625"/>
              <a:ext cx="41100" cy="40925"/>
            </a:xfrm>
            <a:custGeom>
              <a:avLst/>
              <a:gdLst/>
              <a:ahLst/>
              <a:cxnLst/>
              <a:rect l="l" t="t" r="r" b="b"/>
              <a:pathLst>
                <a:path w="1644" h="1637" extrusionOk="0">
                  <a:moveTo>
                    <a:pt x="848" y="0"/>
                  </a:moveTo>
                  <a:cubicBezTo>
                    <a:pt x="779" y="0"/>
                    <a:pt x="706" y="10"/>
                    <a:pt x="632" y="30"/>
                  </a:cubicBezTo>
                  <a:cubicBezTo>
                    <a:pt x="525" y="53"/>
                    <a:pt x="417" y="101"/>
                    <a:pt x="334" y="161"/>
                  </a:cubicBezTo>
                  <a:cubicBezTo>
                    <a:pt x="239" y="232"/>
                    <a:pt x="167" y="315"/>
                    <a:pt x="108" y="411"/>
                  </a:cubicBezTo>
                  <a:cubicBezTo>
                    <a:pt x="48" y="518"/>
                    <a:pt x="24" y="637"/>
                    <a:pt x="1" y="756"/>
                  </a:cubicBezTo>
                  <a:cubicBezTo>
                    <a:pt x="1" y="851"/>
                    <a:pt x="1" y="923"/>
                    <a:pt x="36" y="1006"/>
                  </a:cubicBezTo>
                  <a:cubicBezTo>
                    <a:pt x="84" y="1173"/>
                    <a:pt x="155" y="1327"/>
                    <a:pt x="274" y="1423"/>
                  </a:cubicBezTo>
                  <a:cubicBezTo>
                    <a:pt x="358" y="1506"/>
                    <a:pt x="465" y="1577"/>
                    <a:pt x="584" y="1601"/>
                  </a:cubicBezTo>
                  <a:cubicBezTo>
                    <a:pt x="650" y="1625"/>
                    <a:pt x="721" y="1637"/>
                    <a:pt x="794" y="1637"/>
                  </a:cubicBezTo>
                  <a:cubicBezTo>
                    <a:pt x="867" y="1637"/>
                    <a:pt x="941" y="1625"/>
                    <a:pt x="1013" y="1601"/>
                  </a:cubicBezTo>
                  <a:cubicBezTo>
                    <a:pt x="1358" y="1530"/>
                    <a:pt x="1596" y="1232"/>
                    <a:pt x="1632" y="887"/>
                  </a:cubicBezTo>
                  <a:cubicBezTo>
                    <a:pt x="1644" y="803"/>
                    <a:pt x="1632" y="708"/>
                    <a:pt x="1596" y="625"/>
                  </a:cubicBezTo>
                  <a:cubicBezTo>
                    <a:pt x="1584" y="589"/>
                    <a:pt x="1584" y="565"/>
                    <a:pt x="1572" y="530"/>
                  </a:cubicBezTo>
                  <a:cubicBezTo>
                    <a:pt x="1548" y="446"/>
                    <a:pt x="1489" y="351"/>
                    <a:pt x="1417" y="268"/>
                  </a:cubicBezTo>
                  <a:cubicBezTo>
                    <a:pt x="1322" y="172"/>
                    <a:pt x="1227" y="101"/>
                    <a:pt x="1120" y="53"/>
                  </a:cubicBezTo>
                  <a:cubicBezTo>
                    <a:pt x="1037" y="19"/>
                    <a:pt x="945" y="0"/>
                    <a:pt x="84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9"/>
            <p:cNvSpPr/>
            <p:nvPr/>
          </p:nvSpPr>
          <p:spPr>
            <a:xfrm>
              <a:off x="2338375" y="1395450"/>
              <a:ext cx="32475" cy="28775"/>
            </a:xfrm>
            <a:custGeom>
              <a:avLst/>
              <a:gdLst/>
              <a:ahLst/>
              <a:cxnLst/>
              <a:rect l="l" t="t" r="r" b="b"/>
              <a:pathLst>
                <a:path w="1299" h="1151" extrusionOk="0">
                  <a:moveTo>
                    <a:pt x="645" y="0"/>
                  </a:moveTo>
                  <a:cubicBezTo>
                    <a:pt x="601" y="0"/>
                    <a:pt x="557" y="5"/>
                    <a:pt x="512" y="16"/>
                  </a:cubicBezTo>
                  <a:cubicBezTo>
                    <a:pt x="191" y="87"/>
                    <a:pt x="1" y="421"/>
                    <a:pt x="96" y="718"/>
                  </a:cubicBezTo>
                  <a:cubicBezTo>
                    <a:pt x="157" y="982"/>
                    <a:pt x="399" y="1151"/>
                    <a:pt x="653" y="1151"/>
                  </a:cubicBezTo>
                  <a:cubicBezTo>
                    <a:pt x="698" y="1151"/>
                    <a:pt x="742" y="1146"/>
                    <a:pt x="786" y="1135"/>
                  </a:cubicBezTo>
                  <a:cubicBezTo>
                    <a:pt x="1108" y="1064"/>
                    <a:pt x="1298" y="730"/>
                    <a:pt x="1203" y="433"/>
                  </a:cubicBezTo>
                  <a:cubicBezTo>
                    <a:pt x="1132" y="169"/>
                    <a:pt x="897" y="0"/>
                    <a:pt x="645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9"/>
            <p:cNvSpPr/>
            <p:nvPr/>
          </p:nvSpPr>
          <p:spPr>
            <a:xfrm>
              <a:off x="3084300" y="1355525"/>
              <a:ext cx="30375" cy="29150"/>
            </a:xfrm>
            <a:custGeom>
              <a:avLst/>
              <a:gdLst/>
              <a:ahLst/>
              <a:cxnLst/>
              <a:rect l="l" t="t" r="r" b="b"/>
              <a:pathLst>
                <a:path w="1215" h="1166" extrusionOk="0">
                  <a:moveTo>
                    <a:pt x="581" y="1"/>
                  </a:moveTo>
                  <a:cubicBezTo>
                    <a:pt x="531" y="1"/>
                    <a:pt x="483" y="9"/>
                    <a:pt x="441" y="18"/>
                  </a:cubicBezTo>
                  <a:cubicBezTo>
                    <a:pt x="310" y="53"/>
                    <a:pt x="191" y="137"/>
                    <a:pt x="108" y="244"/>
                  </a:cubicBezTo>
                  <a:lnTo>
                    <a:pt x="108" y="256"/>
                  </a:lnTo>
                  <a:cubicBezTo>
                    <a:pt x="48" y="339"/>
                    <a:pt x="24" y="434"/>
                    <a:pt x="1" y="530"/>
                  </a:cubicBezTo>
                  <a:cubicBezTo>
                    <a:pt x="1" y="589"/>
                    <a:pt x="1" y="660"/>
                    <a:pt x="24" y="732"/>
                  </a:cubicBezTo>
                  <a:cubicBezTo>
                    <a:pt x="36" y="791"/>
                    <a:pt x="48" y="839"/>
                    <a:pt x="84" y="887"/>
                  </a:cubicBezTo>
                  <a:cubicBezTo>
                    <a:pt x="96" y="899"/>
                    <a:pt x="96" y="911"/>
                    <a:pt x="108" y="934"/>
                  </a:cubicBezTo>
                  <a:cubicBezTo>
                    <a:pt x="191" y="1030"/>
                    <a:pt x="286" y="1113"/>
                    <a:pt x="405" y="1137"/>
                  </a:cubicBezTo>
                  <a:cubicBezTo>
                    <a:pt x="429" y="1137"/>
                    <a:pt x="453" y="1149"/>
                    <a:pt x="465" y="1149"/>
                  </a:cubicBezTo>
                  <a:cubicBezTo>
                    <a:pt x="508" y="1159"/>
                    <a:pt x="546" y="1165"/>
                    <a:pt x="583" y="1165"/>
                  </a:cubicBezTo>
                  <a:cubicBezTo>
                    <a:pt x="629" y="1165"/>
                    <a:pt x="674" y="1156"/>
                    <a:pt x="727" y="1137"/>
                  </a:cubicBezTo>
                  <a:cubicBezTo>
                    <a:pt x="786" y="1125"/>
                    <a:pt x="822" y="1113"/>
                    <a:pt x="870" y="1077"/>
                  </a:cubicBezTo>
                  <a:cubicBezTo>
                    <a:pt x="1096" y="946"/>
                    <a:pt x="1215" y="696"/>
                    <a:pt x="1132" y="434"/>
                  </a:cubicBezTo>
                  <a:cubicBezTo>
                    <a:pt x="1108" y="339"/>
                    <a:pt x="1048" y="232"/>
                    <a:pt x="977" y="160"/>
                  </a:cubicBezTo>
                  <a:cubicBezTo>
                    <a:pt x="882" y="77"/>
                    <a:pt x="763" y="18"/>
                    <a:pt x="644" y="6"/>
                  </a:cubicBezTo>
                  <a:cubicBezTo>
                    <a:pt x="623" y="2"/>
                    <a:pt x="602" y="1"/>
                    <a:pt x="581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9"/>
            <p:cNvSpPr/>
            <p:nvPr/>
          </p:nvSpPr>
          <p:spPr>
            <a:xfrm>
              <a:off x="1937425" y="1579200"/>
              <a:ext cx="42300" cy="40575"/>
            </a:xfrm>
            <a:custGeom>
              <a:avLst/>
              <a:gdLst/>
              <a:ahLst/>
              <a:cxnLst/>
              <a:rect l="l" t="t" r="r" b="b"/>
              <a:pathLst>
                <a:path w="1692" h="1623" extrusionOk="0">
                  <a:moveTo>
                    <a:pt x="863" y="1"/>
                  </a:moveTo>
                  <a:cubicBezTo>
                    <a:pt x="799" y="1"/>
                    <a:pt x="734" y="8"/>
                    <a:pt x="668" y="24"/>
                  </a:cubicBezTo>
                  <a:lnTo>
                    <a:pt x="537" y="60"/>
                  </a:lnTo>
                  <a:cubicBezTo>
                    <a:pt x="418" y="107"/>
                    <a:pt x="322" y="179"/>
                    <a:pt x="239" y="274"/>
                  </a:cubicBezTo>
                  <a:cubicBezTo>
                    <a:pt x="72" y="465"/>
                    <a:pt x="1" y="738"/>
                    <a:pt x="72" y="1000"/>
                  </a:cubicBezTo>
                  <a:cubicBezTo>
                    <a:pt x="163" y="1363"/>
                    <a:pt x="492" y="1623"/>
                    <a:pt x="857" y="1623"/>
                  </a:cubicBezTo>
                  <a:cubicBezTo>
                    <a:pt x="924" y="1623"/>
                    <a:pt x="992" y="1614"/>
                    <a:pt x="1060" y="1596"/>
                  </a:cubicBezTo>
                  <a:cubicBezTo>
                    <a:pt x="1132" y="1584"/>
                    <a:pt x="1203" y="1548"/>
                    <a:pt x="1263" y="1524"/>
                  </a:cubicBezTo>
                  <a:cubicBezTo>
                    <a:pt x="1382" y="1453"/>
                    <a:pt x="1477" y="1358"/>
                    <a:pt x="1549" y="1250"/>
                  </a:cubicBezTo>
                  <a:cubicBezTo>
                    <a:pt x="1561" y="1238"/>
                    <a:pt x="1572" y="1215"/>
                    <a:pt x="1596" y="1191"/>
                  </a:cubicBezTo>
                  <a:cubicBezTo>
                    <a:pt x="1656" y="1096"/>
                    <a:pt x="1680" y="977"/>
                    <a:pt x="1691" y="857"/>
                  </a:cubicBezTo>
                  <a:cubicBezTo>
                    <a:pt x="1691" y="762"/>
                    <a:pt x="1691" y="691"/>
                    <a:pt x="1668" y="596"/>
                  </a:cubicBezTo>
                  <a:cubicBezTo>
                    <a:pt x="1656" y="536"/>
                    <a:pt x="1620" y="476"/>
                    <a:pt x="1596" y="417"/>
                  </a:cubicBezTo>
                  <a:cubicBezTo>
                    <a:pt x="1537" y="322"/>
                    <a:pt x="1453" y="215"/>
                    <a:pt x="1358" y="155"/>
                  </a:cubicBezTo>
                  <a:cubicBezTo>
                    <a:pt x="1209" y="59"/>
                    <a:pt x="1041" y="1"/>
                    <a:pt x="86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9"/>
            <p:cNvSpPr/>
            <p:nvPr/>
          </p:nvSpPr>
          <p:spPr>
            <a:xfrm>
              <a:off x="2435125" y="2175825"/>
              <a:ext cx="44075" cy="41075"/>
            </a:xfrm>
            <a:custGeom>
              <a:avLst/>
              <a:gdLst/>
              <a:ahLst/>
              <a:cxnLst/>
              <a:rect l="l" t="t" r="r" b="b"/>
              <a:pathLst>
                <a:path w="1763" h="1643" extrusionOk="0">
                  <a:moveTo>
                    <a:pt x="867" y="0"/>
                  </a:moveTo>
                  <a:cubicBezTo>
                    <a:pt x="796" y="0"/>
                    <a:pt x="723" y="8"/>
                    <a:pt x="655" y="31"/>
                  </a:cubicBezTo>
                  <a:cubicBezTo>
                    <a:pt x="643" y="31"/>
                    <a:pt x="643" y="31"/>
                    <a:pt x="631" y="43"/>
                  </a:cubicBezTo>
                  <a:cubicBezTo>
                    <a:pt x="583" y="55"/>
                    <a:pt x="524" y="67"/>
                    <a:pt x="476" y="102"/>
                  </a:cubicBezTo>
                  <a:cubicBezTo>
                    <a:pt x="369" y="162"/>
                    <a:pt x="274" y="233"/>
                    <a:pt x="191" y="341"/>
                  </a:cubicBezTo>
                  <a:cubicBezTo>
                    <a:pt x="60" y="531"/>
                    <a:pt x="0" y="769"/>
                    <a:pt x="60" y="1019"/>
                  </a:cubicBezTo>
                  <a:cubicBezTo>
                    <a:pt x="150" y="1390"/>
                    <a:pt x="484" y="1642"/>
                    <a:pt x="843" y="1642"/>
                  </a:cubicBezTo>
                  <a:cubicBezTo>
                    <a:pt x="911" y="1642"/>
                    <a:pt x="980" y="1633"/>
                    <a:pt x="1048" y="1615"/>
                  </a:cubicBezTo>
                  <a:cubicBezTo>
                    <a:pt x="1476" y="1519"/>
                    <a:pt x="1762" y="1067"/>
                    <a:pt x="1643" y="638"/>
                  </a:cubicBezTo>
                  <a:cubicBezTo>
                    <a:pt x="1607" y="519"/>
                    <a:pt x="1548" y="400"/>
                    <a:pt x="1476" y="305"/>
                  </a:cubicBezTo>
                  <a:cubicBezTo>
                    <a:pt x="1381" y="210"/>
                    <a:pt x="1298" y="126"/>
                    <a:pt x="1179" y="67"/>
                  </a:cubicBezTo>
                  <a:cubicBezTo>
                    <a:pt x="1119" y="43"/>
                    <a:pt x="1048" y="31"/>
                    <a:pt x="988" y="7"/>
                  </a:cubicBezTo>
                  <a:cubicBezTo>
                    <a:pt x="949" y="3"/>
                    <a:pt x="908" y="0"/>
                    <a:pt x="86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9"/>
            <p:cNvSpPr/>
            <p:nvPr/>
          </p:nvSpPr>
          <p:spPr>
            <a:xfrm>
              <a:off x="874500" y="1324400"/>
              <a:ext cx="61050" cy="39475"/>
            </a:xfrm>
            <a:custGeom>
              <a:avLst/>
              <a:gdLst/>
              <a:ahLst/>
              <a:cxnLst/>
              <a:rect l="l" t="t" r="r" b="b"/>
              <a:pathLst>
                <a:path w="2442" h="1579" extrusionOk="0">
                  <a:moveTo>
                    <a:pt x="120" y="0"/>
                  </a:moveTo>
                  <a:cubicBezTo>
                    <a:pt x="12" y="215"/>
                    <a:pt x="1" y="465"/>
                    <a:pt x="60" y="715"/>
                  </a:cubicBezTo>
                  <a:cubicBezTo>
                    <a:pt x="182" y="1234"/>
                    <a:pt x="670" y="1579"/>
                    <a:pt x="1188" y="1579"/>
                  </a:cubicBezTo>
                  <a:cubicBezTo>
                    <a:pt x="1276" y="1579"/>
                    <a:pt x="1365" y="1569"/>
                    <a:pt x="1453" y="1548"/>
                  </a:cubicBezTo>
                  <a:cubicBezTo>
                    <a:pt x="2060" y="1394"/>
                    <a:pt x="2441" y="762"/>
                    <a:pt x="2287" y="143"/>
                  </a:cubicBezTo>
                  <a:cubicBezTo>
                    <a:pt x="2275" y="108"/>
                    <a:pt x="2263" y="48"/>
                    <a:pt x="2239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9"/>
            <p:cNvSpPr/>
            <p:nvPr/>
          </p:nvSpPr>
          <p:spPr>
            <a:xfrm>
              <a:off x="1687100" y="1615750"/>
              <a:ext cx="48250" cy="45975"/>
            </a:xfrm>
            <a:custGeom>
              <a:avLst/>
              <a:gdLst/>
              <a:ahLst/>
              <a:cxnLst/>
              <a:rect l="l" t="t" r="r" b="b"/>
              <a:pathLst>
                <a:path w="1930" h="1839" extrusionOk="0">
                  <a:moveTo>
                    <a:pt x="912" y="0"/>
                  </a:moveTo>
                  <a:cubicBezTo>
                    <a:pt x="839" y="0"/>
                    <a:pt x="765" y="9"/>
                    <a:pt x="691" y="26"/>
                  </a:cubicBezTo>
                  <a:cubicBezTo>
                    <a:pt x="679" y="26"/>
                    <a:pt x="655" y="50"/>
                    <a:pt x="632" y="50"/>
                  </a:cubicBezTo>
                  <a:cubicBezTo>
                    <a:pt x="513" y="86"/>
                    <a:pt x="417" y="146"/>
                    <a:pt x="322" y="229"/>
                  </a:cubicBezTo>
                  <a:cubicBezTo>
                    <a:pt x="155" y="372"/>
                    <a:pt x="36" y="586"/>
                    <a:pt x="13" y="800"/>
                  </a:cubicBezTo>
                  <a:cubicBezTo>
                    <a:pt x="1" y="908"/>
                    <a:pt x="1" y="1027"/>
                    <a:pt x="24" y="1146"/>
                  </a:cubicBezTo>
                  <a:cubicBezTo>
                    <a:pt x="24" y="1158"/>
                    <a:pt x="24" y="1158"/>
                    <a:pt x="36" y="1181"/>
                  </a:cubicBezTo>
                  <a:cubicBezTo>
                    <a:pt x="158" y="1566"/>
                    <a:pt x="529" y="1839"/>
                    <a:pt x="930" y="1839"/>
                  </a:cubicBezTo>
                  <a:cubicBezTo>
                    <a:pt x="1001" y="1839"/>
                    <a:pt x="1072" y="1830"/>
                    <a:pt x="1144" y="1812"/>
                  </a:cubicBezTo>
                  <a:cubicBezTo>
                    <a:pt x="1620" y="1693"/>
                    <a:pt x="1929" y="1193"/>
                    <a:pt x="1810" y="705"/>
                  </a:cubicBezTo>
                  <a:cubicBezTo>
                    <a:pt x="1699" y="279"/>
                    <a:pt x="1328" y="0"/>
                    <a:pt x="91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9"/>
            <p:cNvSpPr/>
            <p:nvPr/>
          </p:nvSpPr>
          <p:spPr>
            <a:xfrm>
              <a:off x="2480650" y="1385525"/>
              <a:ext cx="17900" cy="16475"/>
            </a:xfrm>
            <a:custGeom>
              <a:avLst/>
              <a:gdLst/>
              <a:ahLst/>
              <a:cxnLst/>
              <a:rect l="l" t="t" r="r" b="b"/>
              <a:pathLst>
                <a:path w="716" h="659" extrusionOk="0">
                  <a:moveTo>
                    <a:pt x="365" y="1"/>
                  </a:moveTo>
                  <a:cubicBezTo>
                    <a:pt x="342" y="1"/>
                    <a:pt x="320" y="3"/>
                    <a:pt x="298" y="8"/>
                  </a:cubicBezTo>
                  <a:cubicBezTo>
                    <a:pt x="239" y="32"/>
                    <a:pt x="191" y="56"/>
                    <a:pt x="144" y="92"/>
                  </a:cubicBezTo>
                  <a:cubicBezTo>
                    <a:pt x="84" y="103"/>
                    <a:pt x="72" y="127"/>
                    <a:pt x="60" y="163"/>
                  </a:cubicBezTo>
                  <a:cubicBezTo>
                    <a:pt x="13" y="234"/>
                    <a:pt x="1" y="330"/>
                    <a:pt x="25" y="413"/>
                  </a:cubicBezTo>
                  <a:cubicBezTo>
                    <a:pt x="25" y="425"/>
                    <a:pt x="48" y="437"/>
                    <a:pt x="48" y="461"/>
                  </a:cubicBezTo>
                  <a:cubicBezTo>
                    <a:pt x="99" y="573"/>
                    <a:pt x="203" y="659"/>
                    <a:pt x="336" y="659"/>
                  </a:cubicBezTo>
                  <a:cubicBezTo>
                    <a:pt x="358" y="659"/>
                    <a:pt x="382" y="656"/>
                    <a:pt x="406" y="651"/>
                  </a:cubicBezTo>
                  <a:lnTo>
                    <a:pt x="441" y="651"/>
                  </a:lnTo>
                  <a:cubicBezTo>
                    <a:pt x="620" y="603"/>
                    <a:pt x="715" y="449"/>
                    <a:pt x="703" y="282"/>
                  </a:cubicBezTo>
                  <a:lnTo>
                    <a:pt x="703" y="246"/>
                  </a:lnTo>
                  <a:cubicBezTo>
                    <a:pt x="652" y="93"/>
                    <a:pt x="504" y="1"/>
                    <a:pt x="36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9"/>
            <p:cNvSpPr/>
            <p:nvPr/>
          </p:nvSpPr>
          <p:spPr>
            <a:xfrm>
              <a:off x="1565650" y="1378450"/>
              <a:ext cx="45875" cy="41525"/>
            </a:xfrm>
            <a:custGeom>
              <a:avLst/>
              <a:gdLst/>
              <a:ahLst/>
              <a:cxnLst/>
              <a:rect l="l" t="t" r="r" b="b"/>
              <a:pathLst>
                <a:path w="1835" h="1661" extrusionOk="0">
                  <a:moveTo>
                    <a:pt x="929" y="1"/>
                  </a:moveTo>
                  <a:cubicBezTo>
                    <a:pt x="856" y="1"/>
                    <a:pt x="787" y="10"/>
                    <a:pt x="715" y="29"/>
                  </a:cubicBezTo>
                  <a:cubicBezTo>
                    <a:pt x="275" y="124"/>
                    <a:pt x="1" y="589"/>
                    <a:pt x="120" y="1041"/>
                  </a:cubicBezTo>
                  <a:cubicBezTo>
                    <a:pt x="120" y="1065"/>
                    <a:pt x="132" y="1089"/>
                    <a:pt x="156" y="1113"/>
                  </a:cubicBezTo>
                  <a:cubicBezTo>
                    <a:pt x="191" y="1232"/>
                    <a:pt x="275" y="1351"/>
                    <a:pt x="358" y="1422"/>
                  </a:cubicBezTo>
                  <a:cubicBezTo>
                    <a:pt x="516" y="1570"/>
                    <a:pt x="730" y="1661"/>
                    <a:pt x="948" y="1661"/>
                  </a:cubicBezTo>
                  <a:cubicBezTo>
                    <a:pt x="993" y="1661"/>
                    <a:pt x="1039" y="1657"/>
                    <a:pt x="1084" y="1648"/>
                  </a:cubicBezTo>
                  <a:cubicBezTo>
                    <a:pt x="1108" y="1648"/>
                    <a:pt x="1120" y="1648"/>
                    <a:pt x="1144" y="1637"/>
                  </a:cubicBezTo>
                  <a:cubicBezTo>
                    <a:pt x="1251" y="1601"/>
                    <a:pt x="1334" y="1565"/>
                    <a:pt x="1430" y="1506"/>
                  </a:cubicBezTo>
                  <a:cubicBezTo>
                    <a:pt x="1692" y="1303"/>
                    <a:pt x="1834" y="970"/>
                    <a:pt x="1751" y="625"/>
                  </a:cubicBezTo>
                  <a:cubicBezTo>
                    <a:pt x="1715" y="422"/>
                    <a:pt x="1608" y="279"/>
                    <a:pt x="1453" y="172"/>
                  </a:cubicBezTo>
                  <a:cubicBezTo>
                    <a:pt x="1358" y="101"/>
                    <a:pt x="1239" y="41"/>
                    <a:pt x="1120" y="17"/>
                  </a:cubicBezTo>
                  <a:cubicBezTo>
                    <a:pt x="1050" y="7"/>
                    <a:pt x="988" y="1"/>
                    <a:pt x="929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6" name="Google Shape;1116;p9"/>
          <p:cNvGrpSpPr/>
          <p:nvPr/>
        </p:nvGrpSpPr>
        <p:grpSpPr>
          <a:xfrm flipH="1">
            <a:off x="70" y="2509549"/>
            <a:ext cx="3663378" cy="2633777"/>
            <a:chOff x="-66598" y="5832282"/>
            <a:chExt cx="2812790" cy="2022249"/>
          </a:xfrm>
        </p:grpSpPr>
        <p:sp>
          <p:nvSpPr>
            <p:cNvPr id="1117" name="Google Shape;1117;p9"/>
            <p:cNvSpPr/>
            <p:nvPr/>
          </p:nvSpPr>
          <p:spPr>
            <a:xfrm>
              <a:off x="328475" y="7378484"/>
              <a:ext cx="465911" cy="321630"/>
            </a:xfrm>
            <a:custGeom>
              <a:avLst/>
              <a:gdLst/>
              <a:ahLst/>
              <a:cxnLst/>
              <a:rect l="l" t="t" r="r" b="b"/>
              <a:pathLst>
                <a:path w="8228" h="5680" extrusionOk="0">
                  <a:moveTo>
                    <a:pt x="8109" y="1"/>
                  </a:moveTo>
                  <a:lnTo>
                    <a:pt x="1" y="5537"/>
                  </a:lnTo>
                  <a:lnTo>
                    <a:pt x="310" y="5680"/>
                  </a:lnTo>
                  <a:lnTo>
                    <a:pt x="8204" y="274"/>
                  </a:lnTo>
                  <a:lnTo>
                    <a:pt x="8228" y="215"/>
                  </a:lnTo>
                  <a:cubicBezTo>
                    <a:pt x="8168" y="155"/>
                    <a:pt x="8121" y="84"/>
                    <a:pt x="810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9"/>
            <p:cNvSpPr/>
            <p:nvPr/>
          </p:nvSpPr>
          <p:spPr>
            <a:xfrm>
              <a:off x="89800" y="7701417"/>
              <a:ext cx="239411" cy="152435"/>
            </a:xfrm>
            <a:custGeom>
              <a:avLst/>
              <a:gdLst/>
              <a:ahLst/>
              <a:cxnLst/>
              <a:rect l="l" t="t" r="r" b="b"/>
              <a:pathLst>
                <a:path w="4228" h="2692" extrusionOk="0">
                  <a:moveTo>
                    <a:pt x="3918" y="1"/>
                  </a:moveTo>
                  <a:lnTo>
                    <a:pt x="1" y="2691"/>
                  </a:lnTo>
                  <a:lnTo>
                    <a:pt x="525" y="2691"/>
                  </a:lnTo>
                  <a:lnTo>
                    <a:pt x="4227" y="155"/>
                  </a:lnTo>
                  <a:lnTo>
                    <a:pt x="391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9"/>
            <p:cNvSpPr/>
            <p:nvPr/>
          </p:nvSpPr>
          <p:spPr>
            <a:xfrm>
              <a:off x="-35568" y="7531542"/>
              <a:ext cx="118007" cy="322310"/>
            </a:xfrm>
            <a:custGeom>
              <a:avLst/>
              <a:gdLst/>
              <a:ahLst/>
              <a:cxnLst/>
              <a:rect l="l" t="t" r="r" b="b"/>
              <a:pathLst>
                <a:path w="2084" h="5692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23"/>
                    <a:pt x="6" y="46"/>
                    <a:pt x="21" y="67"/>
                  </a:cubicBezTo>
                  <a:lnTo>
                    <a:pt x="21" y="67"/>
                  </a:lnTo>
                  <a:lnTo>
                    <a:pt x="0" y="0"/>
                  </a:lnTo>
                  <a:close/>
                  <a:moveTo>
                    <a:pt x="21" y="67"/>
                  </a:moveTo>
                  <a:lnTo>
                    <a:pt x="1774" y="5691"/>
                  </a:lnTo>
                  <a:lnTo>
                    <a:pt x="2084" y="5691"/>
                  </a:lnTo>
                  <a:lnTo>
                    <a:pt x="405" y="274"/>
                  </a:lnTo>
                  <a:lnTo>
                    <a:pt x="107" y="119"/>
                  </a:lnTo>
                  <a:cubicBezTo>
                    <a:pt x="64" y="107"/>
                    <a:pt x="37" y="88"/>
                    <a:pt x="21" y="67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9"/>
            <p:cNvSpPr/>
            <p:nvPr/>
          </p:nvSpPr>
          <p:spPr>
            <a:xfrm>
              <a:off x="575246" y="7832220"/>
              <a:ext cx="24292" cy="21631"/>
            </a:xfrm>
            <a:custGeom>
              <a:avLst/>
              <a:gdLst/>
              <a:ahLst/>
              <a:cxnLst/>
              <a:rect l="l" t="t" r="r" b="b"/>
              <a:pathLst>
                <a:path w="429" h="382" extrusionOk="0">
                  <a:moveTo>
                    <a:pt x="167" y="0"/>
                  </a:moveTo>
                  <a:lnTo>
                    <a:pt x="0" y="381"/>
                  </a:lnTo>
                  <a:lnTo>
                    <a:pt x="334" y="381"/>
                  </a:lnTo>
                  <a:lnTo>
                    <a:pt x="429" y="143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9"/>
            <p:cNvSpPr/>
            <p:nvPr/>
          </p:nvSpPr>
          <p:spPr>
            <a:xfrm>
              <a:off x="599482" y="7389923"/>
              <a:ext cx="210418" cy="434257"/>
            </a:xfrm>
            <a:custGeom>
              <a:avLst/>
              <a:gdLst/>
              <a:ahLst/>
              <a:cxnLst/>
              <a:rect l="l" t="t" r="r" b="b"/>
              <a:pathLst>
                <a:path w="3716" h="7669" extrusionOk="0">
                  <a:moveTo>
                    <a:pt x="3442" y="1"/>
                  </a:moveTo>
                  <a:lnTo>
                    <a:pt x="3418" y="72"/>
                  </a:lnTo>
                  <a:lnTo>
                    <a:pt x="84" y="7121"/>
                  </a:lnTo>
                  <a:cubicBezTo>
                    <a:pt x="144" y="7145"/>
                    <a:pt x="168" y="7204"/>
                    <a:pt x="179" y="7276"/>
                  </a:cubicBezTo>
                  <a:cubicBezTo>
                    <a:pt x="215" y="7430"/>
                    <a:pt x="144" y="7561"/>
                    <a:pt x="1" y="7609"/>
                  </a:cubicBezTo>
                  <a:lnTo>
                    <a:pt x="144" y="7669"/>
                  </a:lnTo>
                  <a:lnTo>
                    <a:pt x="3716" y="132"/>
                  </a:lnTo>
                  <a:cubicBezTo>
                    <a:pt x="3608" y="120"/>
                    <a:pt x="3513" y="72"/>
                    <a:pt x="3442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9"/>
            <p:cNvSpPr/>
            <p:nvPr/>
          </p:nvSpPr>
          <p:spPr>
            <a:xfrm>
              <a:off x="1393704" y="7282052"/>
              <a:ext cx="232672" cy="310192"/>
            </a:xfrm>
            <a:custGeom>
              <a:avLst/>
              <a:gdLst/>
              <a:ahLst/>
              <a:cxnLst/>
              <a:rect l="l" t="t" r="r" b="b"/>
              <a:pathLst>
                <a:path w="4109" h="5478" extrusionOk="0">
                  <a:moveTo>
                    <a:pt x="3858" y="1"/>
                  </a:moveTo>
                  <a:lnTo>
                    <a:pt x="0" y="5371"/>
                  </a:lnTo>
                  <a:lnTo>
                    <a:pt x="131" y="5418"/>
                  </a:lnTo>
                  <a:cubicBezTo>
                    <a:pt x="179" y="5418"/>
                    <a:pt x="203" y="5430"/>
                    <a:pt x="239" y="5466"/>
                  </a:cubicBezTo>
                  <a:lnTo>
                    <a:pt x="298" y="5478"/>
                  </a:lnTo>
                  <a:lnTo>
                    <a:pt x="4108" y="168"/>
                  </a:lnTo>
                  <a:cubicBezTo>
                    <a:pt x="4013" y="132"/>
                    <a:pt x="3930" y="72"/>
                    <a:pt x="3858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9"/>
            <p:cNvSpPr/>
            <p:nvPr/>
          </p:nvSpPr>
          <p:spPr>
            <a:xfrm>
              <a:off x="1235267" y="7601643"/>
              <a:ext cx="156455" cy="219818"/>
            </a:xfrm>
            <a:custGeom>
              <a:avLst/>
              <a:gdLst/>
              <a:ahLst/>
              <a:cxnLst/>
              <a:rect l="l" t="t" r="r" b="b"/>
              <a:pathLst>
                <a:path w="2763" h="3882" extrusionOk="0">
                  <a:moveTo>
                    <a:pt x="2620" y="1"/>
                  </a:moveTo>
                  <a:lnTo>
                    <a:pt x="0" y="3656"/>
                  </a:lnTo>
                  <a:lnTo>
                    <a:pt x="203" y="3882"/>
                  </a:lnTo>
                  <a:lnTo>
                    <a:pt x="2763" y="310"/>
                  </a:lnTo>
                  <a:cubicBezTo>
                    <a:pt x="2691" y="262"/>
                    <a:pt x="2644" y="191"/>
                    <a:pt x="2620" y="120"/>
                  </a:cubicBezTo>
                  <a:cubicBezTo>
                    <a:pt x="2608" y="72"/>
                    <a:pt x="2608" y="24"/>
                    <a:pt x="262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9"/>
            <p:cNvSpPr/>
            <p:nvPr/>
          </p:nvSpPr>
          <p:spPr>
            <a:xfrm>
              <a:off x="1202878" y="7822085"/>
              <a:ext cx="33805" cy="31767"/>
            </a:xfrm>
            <a:custGeom>
              <a:avLst/>
              <a:gdLst/>
              <a:ahLst/>
              <a:cxnLst/>
              <a:rect l="l" t="t" r="r" b="b"/>
              <a:pathLst>
                <a:path w="597" h="561" extrusionOk="0">
                  <a:moveTo>
                    <a:pt x="394" y="1"/>
                  </a:moveTo>
                  <a:lnTo>
                    <a:pt x="1" y="560"/>
                  </a:lnTo>
                  <a:lnTo>
                    <a:pt x="358" y="560"/>
                  </a:lnTo>
                  <a:lnTo>
                    <a:pt x="596" y="227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9"/>
            <p:cNvSpPr/>
            <p:nvPr/>
          </p:nvSpPr>
          <p:spPr>
            <a:xfrm>
              <a:off x="-34888" y="7524803"/>
              <a:ext cx="703226" cy="329727"/>
            </a:xfrm>
            <a:custGeom>
              <a:avLst/>
              <a:gdLst/>
              <a:ahLst/>
              <a:cxnLst/>
              <a:rect l="l" t="t" r="r" b="b"/>
              <a:pathLst>
                <a:path w="12419" h="5823" extrusionOk="0">
                  <a:moveTo>
                    <a:pt x="286" y="0"/>
                  </a:moveTo>
                  <a:cubicBezTo>
                    <a:pt x="226" y="48"/>
                    <a:pt x="167" y="95"/>
                    <a:pt x="95" y="107"/>
                  </a:cubicBezTo>
                  <a:cubicBezTo>
                    <a:pt x="60" y="107"/>
                    <a:pt x="36" y="119"/>
                    <a:pt x="0" y="119"/>
                  </a:cubicBezTo>
                  <a:cubicBezTo>
                    <a:pt x="0" y="167"/>
                    <a:pt x="36" y="226"/>
                    <a:pt x="95" y="238"/>
                  </a:cubicBezTo>
                  <a:lnTo>
                    <a:pt x="393" y="393"/>
                  </a:lnTo>
                  <a:lnTo>
                    <a:pt x="6132" y="3143"/>
                  </a:lnTo>
                  <a:lnTo>
                    <a:pt x="6441" y="3286"/>
                  </a:lnTo>
                  <a:lnTo>
                    <a:pt x="10966" y="5453"/>
                  </a:lnTo>
                  <a:lnTo>
                    <a:pt x="11240" y="5584"/>
                  </a:lnTo>
                  <a:lnTo>
                    <a:pt x="11728" y="5822"/>
                  </a:lnTo>
                  <a:lnTo>
                    <a:pt x="12418" y="5822"/>
                  </a:lnTo>
                  <a:lnTo>
                    <a:pt x="11359" y="5310"/>
                  </a:lnTo>
                  <a:lnTo>
                    <a:pt x="11228" y="5251"/>
                  </a:lnTo>
                  <a:cubicBezTo>
                    <a:pt x="11192" y="5239"/>
                    <a:pt x="11192" y="5239"/>
                    <a:pt x="11180" y="5239"/>
                  </a:cubicBezTo>
                  <a:cubicBezTo>
                    <a:pt x="11150" y="5249"/>
                    <a:pt x="11121" y="5254"/>
                    <a:pt x="11093" y="5254"/>
                  </a:cubicBezTo>
                  <a:cubicBezTo>
                    <a:pt x="10987" y="5254"/>
                    <a:pt x="10899" y="5185"/>
                    <a:pt x="10871" y="5072"/>
                  </a:cubicBezTo>
                  <a:lnTo>
                    <a:pt x="7692" y="3560"/>
                  </a:lnTo>
                  <a:cubicBezTo>
                    <a:pt x="7668" y="3572"/>
                    <a:pt x="7656" y="3584"/>
                    <a:pt x="7620" y="3584"/>
                  </a:cubicBezTo>
                  <a:cubicBezTo>
                    <a:pt x="7593" y="3593"/>
                    <a:pt x="7566" y="3597"/>
                    <a:pt x="7539" y="3597"/>
                  </a:cubicBezTo>
                  <a:cubicBezTo>
                    <a:pt x="7424" y="3597"/>
                    <a:pt x="7318" y="3517"/>
                    <a:pt x="7299" y="3382"/>
                  </a:cubicBezTo>
                  <a:lnTo>
                    <a:pt x="7299" y="3346"/>
                  </a:lnTo>
                  <a:lnTo>
                    <a:pt x="6727" y="3084"/>
                  </a:lnTo>
                  <a:lnTo>
                    <a:pt x="6418" y="2929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9"/>
            <p:cNvSpPr/>
            <p:nvPr/>
          </p:nvSpPr>
          <p:spPr>
            <a:xfrm>
              <a:off x="798405" y="7337431"/>
              <a:ext cx="20272" cy="11438"/>
            </a:xfrm>
            <a:custGeom>
              <a:avLst/>
              <a:gdLst/>
              <a:ahLst/>
              <a:cxnLst/>
              <a:rect l="l" t="t" r="r" b="b"/>
              <a:pathLst>
                <a:path w="358" h="202" extrusionOk="0">
                  <a:moveTo>
                    <a:pt x="160" y="1"/>
                  </a:moveTo>
                  <a:cubicBezTo>
                    <a:pt x="124" y="1"/>
                    <a:pt x="88" y="13"/>
                    <a:pt x="60" y="35"/>
                  </a:cubicBezTo>
                  <a:cubicBezTo>
                    <a:pt x="24" y="83"/>
                    <a:pt x="0" y="142"/>
                    <a:pt x="24" y="202"/>
                  </a:cubicBezTo>
                  <a:cubicBezTo>
                    <a:pt x="60" y="178"/>
                    <a:pt x="95" y="154"/>
                    <a:pt x="143" y="154"/>
                  </a:cubicBezTo>
                  <a:cubicBezTo>
                    <a:pt x="192" y="140"/>
                    <a:pt x="233" y="134"/>
                    <a:pt x="272" y="134"/>
                  </a:cubicBezTo>
                  <a:cubicBezTo>
                    <a:pt x="300" y="134"/>
                    <a:pt x="328" y="137"/>
                    <a:pt x="357" y="142"/>
                  </a:cubicBezTo>
                  <a:lnTo>
                    <a:pt x="274" y="47"/>
                  </a:lnTo>
                  <a:cubicBezTo>
                    <a:pt x="243" y="15"/>
                    <a:pt x="201" y="1"/>
                    <a:pt x="16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9"/>
            <p:cNvSpPr/>
            <p:nvPr/>
          </p:nvSpPr>
          <p:spPr>
            <a:xfrm>
              <a:off x="834815" y="7387261"/>
              <a:ext cx="442298" cy="466590"/>
            </a:xfrm>
            <a:custGeom>
              <a:avLst/>
              <a:gdLst/>
              <a:ahLst/>
              <a:cxnLst/>
              <a:rect l="l" t="t" r="r" b="b"/>
              <a:pathLst>
                <a:path w="7811" h="8240" extrusionOk="0">
                  <a:moveTo>
                    <a:pt x="0" y="0"/>
                  </a:moveTo>
                  <a:lnTo>
                    <a:pt x="0" y="24"/>
                  </a:lnTo>
                  <a:lnTo>
                    <a:pt x="6906" y="7680"/>
                  </a:lnTo>
                  <a:lnTo>
                    <a:pt x="7120" y="7906"/>
                  </a:lnTo>
                  <a:lnTo>
                    <a:pt x="7418" y="8239"/>
                  </a:lnTo>
                  <a:lnTo>
                    <a:pt x="7811" y="8239"/>
                  </a:lnTo>
                  <a:lnTo>
                    <a:pt x="7299" y="7668"/>
                  </a:lnTo>
                  <a:lnTo>
                    <a:pt x="7084" y="7442"/>
                  </a:lnTo>
                  <a:lnTo>
                    <a:pt x="595" y="2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9"/>
            <p:cNvSpPr/>
            <p:nvPr/>
          </p:nvSpPr>
          <p:spPr>
            <a:xfrm>
              <a:off x="1934416" y="7528144"/>
              <a:ext cx="287938" cy="286579"/>
            </a:xfrm>
            <a:custGeom>
              <a:avLst/>
              <a:gdLst/>
              <a:ahLst/>
              <a:cxnLst/>
              <a:rect l="l" t="t" r="r" b="b"/>
              <a:pathLst>
                <a:path w="5085" h="5061" extrusionOk="0">
                  <a:moveTo>
                    <a:pt x="36" y="1"/>
                  </a:moveTo>
                  <a:lnTo>
                    <a:pt x="0" y="382"/>
                  </a:lnTo>
                  <a:lnTo>
                    <a:pt x="4870" y="5061"/>
                  </a:lnTo>
                  <a:cubicBezTo>
                    <a:pt x="4918" y="4989"/>
                    <a:pt x="4989" y="4918"/>
                    <a:pt x="5084" y="4858"/>
                  </a:cubicBezTo>
                  <a:lnTo>
                    <a:pt x="36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9"/>
            <p:cNvSpPr/>
            <p:nvPr/>
          </p:nvSpPr>
          <p:spPr>
            <a:xfrm>
              <a:off x="1662729" y="7275993"/>
              <a:ext cx="258267" cy="259626"/>
            </a:xfrm>
            <a:custGeom>
              <a:avLst/>
              <a:gdLst/>
              <a:ahLst/>
              <a:cxnLst/>
              <a:rect l="l" t="t" r="r" b="b"/>
              <a:pathLst>
                <a:path w="4561" h="4585" extrusionOk="0">
                  <a:moveTo>
                    <a:pt x="179" y="1"/>
                  </a:moveTo>
                  <a:cubicBezTo>
                    <a:pt x="131" y="72"/>
                    <a:pt x="71" y="156"/>
                    <a:pt x="0" y="215"/>
                  </a:cubicBezTo>
                  <a:lnTo>
                    <a:pt x="4536" y="4585"/>
                  </a:lnTo>
                  <a:lnTo>
                    <a:pt x="4560" y="4204"/>
                  </a:lnTo>
                  <a:lnTo>
                    <a:pt x="238" y="37"/>
                  </a:lnTo>
                  <a:lnTo>
                    <a:pt x="17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9"/>
            <p:cNvSpPr/>
            <p:nvPr/>
          </p:nvSpPr>
          <p:spPr>
            <a:xfrm>
              <a:off x="1407181" y="7591508"/>
              <a:ext cx="482105" cy="202321"/>
            </a:xfrm>
            <a:custGeom>
              <a:avLst/>
              <a:gdLst/>
              <a:ahLst/>
              <a:cxnLst/>
              <a:rect l="l" t="t" r="r" b="b"/>
              <a:pathLst>
                <a:path w="8514" h="3573" extrusionOk="0">
                  <a:moveTo>
                    <a:pt x="1" y="1"/>
                  </a:moveTo>
                  <a:lnTo>
                    <a:pt x="1" y="1"/>
                  </a:lnTo>
                  <a:cubicBezTo>
                    <a:pt x="60" y="25"/>
                    <a:pt x="108" y="84"/>
                    <a:pt x="120" y="156"/>
                  </a:cubicBezTo>
                  <a:cubicBezTo>
                    <a:pt x="132" y="215"/>
                    <a:pt x="120" y="299"/>
                    <a:pt x="108" y="358"/>
                  </a:cubicBezTo>
                  <a:lnTo>
                    <a:pt x="4549" y="2085"/>
                  </a:lnTo>
                  <a:cubicBezTo>
                    <a:pt x="4584" y="2025"/>
                    <a:pt x="4644" y="1965"/>
                    <a:pt x="4727" y="1954"/>
                  </a:cubicBezTo>
                  <a:cubicBezTo>
                    <a:pt x="4753" y="1948"/>
                    <a:pt x="4779" y="1945"/>
                    <a:pt x="4804" y="1945"/>
                  </a:cubicBezTo>
                  <a:cubicBezTo>
                    <a:pt x="4927" y="1945"/>
                    <a:pt x="5031" y="2017"/>
                    <a:pt x="5061" y="2156"/>
                  </a:cubicBezTo>
                  <a:cubicBezTo>
                    <a:pt x="5073" y="2204"/>
                    <a:pt x="5073" y="2251"/>
                    <a:pt x="5061" y="2275"/>
                  </a:cubicBezTo>
                  <a:lnTo>
                    <a:pt x="8418" y="3573"/>
                  </a:lnTo>
                  <a:cubicBezTo>
                    <a:pt x="8418" y="3466"/>
                    <a:pt x="8454" y="3382"/>
                    <a:pt x="8514" y="3287"/>
                  </a:cubicBezTo>
                  <a:lnTo>
                    <a:pt x="60" y="1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9"/>
            <p:cNvSpPr/>
            <p:nvPr/>
          </p:nvSpPr>
          <p:spPr>
            <a:xfrm>
              <a:off x="834815" y="7373784"/>
              <a:ext cx="567043" cy="225877"/>
            </a:xfrm>
            <a:custGeom>
              <a:avLst/>
              <a:gdLst/>
              <a:ahLst/>
              <a:cxnLst/>
              <a:rect l="l" t="t" r="r" b="b"/>
              <a:pathLst>
                <a:path w="10014" h="3989" extrusionOk="0">
                  <a:moveTo>
                    <a:pt x="214" y="0"/>
                  </a:moveTo>
                  <a:lnTo>
                    <a:pt x="95" y="24"/>
                  </a:lnTo>
                  <a:cubicBezTo>
                    <a:pt x="72" y="95"/>
                    <a:pt x="48" y="167"/>
                    <a:pt x="0" y="238"/>
                  </a:cubicBezTo>
                  <a:lnTo>
                    <a:pt x="595" y="465"/>
                  </a:lnTo>
                  <a:lnTo>
                    <a:pt x="9704" y="3989"/>
                  </a:lnTo>
                  <a:cubicBezTo>
                    <a:pt x="9739" y="3905"/>
                    <a:pt x="9799" y="3834"/>
                    <a:pt x="9894" y="3798"/>
                  </a:cubicBezTo>
                  <a:cubicBezTo>
                    <a:pt x="9918" y="3792"/>
                    <a:pt x="9939" y="3789"/>
                    <a:pt x="9958" y="3789"/>
                  </a:cubicBezTo>
                  <a:cubicBezTo>
                    <a:pt x="9978" y="3789"/>
                    <a:pt x="9995" y="3792"/>
                    <a:pt x="10013" y="3798"/>
                  </a:cubicBezTo>
                  <a:lnTo>
                    <a:pt x="9882" y="3751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9"/>
            <p:cNvSpPr/>
            <p:nvPr/>
          </p:nvSpPr>
          <p:spPr>
            <a:xfrm>
              <a:off x="836797" y="7252437"/>
              <a:ext cx="767325" cy="121404"/>
            </a:xfrm>
            <a:custGeom>
              <a:avLst/>
              <a:gdLst/>
              <a:ahLst/>
              <a:cxnLst/>
              <a:rect l="l" t="t" r="r" b="b"/>
              <a:pathLst>
                <a:path w="13551" h="2144" extrusionOk="0">
                  <a:moveTo>
                    <a:pt x="13526" y="0"/>
                  </a:moveTo>
                  <a:lnTo>
                    <a:pt x="1" y="1869"/>
                  </a:lnTo>
                  <a:cubicBezTo>
                    <a:pt x="13" y="1905"/>
                    <a:pt x="37" y="1941"/>
                    <a:pt x="37" y="1988"/>
                  </a:cubicBezTo>
                  <a:cubicBezTo>
                    <a:pt x="60" y="2048"/>
                    <a:pt x="60" y="2084"/>
                    <a:pt x="60" y="2143"/>
                  </a:cubicBezTo>
                  <a:lnTo>
                    <a:pt x="179" y="2131"/>
                  </a:lnTo>
                  <a:lnTo>
                    <a:pt x="13550" y="298"/>
                  </a:lnTo>
                  <a:cubicBezTo>
                    <a:pt x="13538" y="274"/>
                    <a:pt x="13538" y="262"/>
                    <a:pt x="13538" y="226"/>
                  </a:cubicBezTo>
                  <a:cubicBezTo>
                    <a:pt x="13526" y="155"/>
                    <a:pt x="13514" y="83"/>
                    <a:pt x="1352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9"/>
            <p:cNvSpPr/>
            <p:nvPr/>
          </p:nvSpPr>
          <p:spPr>
            <a:xfrm>
              <a:off x="821339" y="5892588"/>
              <a:ext cx="1182556" cy="1463700"/>
            </a:xfrm>
            <a:custGeom>
              <a:avLst/>
              <a:gdLst/>
              <a:ahLst/>
              <a:cxnLst/>
              <a:rect l="l" t="t" r="r" b="b"/>
              <a:pathLst>
                <a:path w="20884" h="25849" extrusionOk="0">
                  <a:moveTo>
                    <a:pt x="20645" y="0"/>
                  </a:moveTo>
                  <a:lnTo>
                    <a:pt x="0" y="25682"/>
                  </a:lnTo>
                  <a:cubicBezTo>
                    <a:pt x="107" y="25694"/>
                    <a:pt x="179" y="25777"/>
                    <a:pt x="238" y="25849"/>
                  </a:cubicBezTo>
                  <a:lnTo>
                    <a:pt x="20884" y="179"/>
                  </a:lnTo>
                  <a:cubicBezTo>
                    <a:pt x="20788" y="131"/>
                    <a:pt x="20717" y="72"/>
                    <a:pt x="2064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9"/>
            <p:cNvSpPr/>
            <p:nvPr/>
          </p:nvSpPr>
          <p:spPr>
            <a:xfrm>
              <a:off x="1651235" y="6707648"/>
              <a:ext cx="294676" cy="521913"/>
            </a:xfrm>
            <a:custGeom>
              <a:avLst/>
              <a:gdLst/>
              <a:ahLst/>
              <a:cxnLst/>
              <a:rect l="l" t="t" r="r" b="b"/>
              <a:pathLst>
                <a:path w="5204" h="9217" extrusionOk="0">
                  <a:moveTo>
                    <a:pt x="4942" y="1"/>
                  </a:moveTo>
                  <a:lnTo>
                    <a:pt x="1" y="9073"/>
                  </a:lnTo>
                  <a:cubicBezTo>
                    <a:pt x="96" y="9097"/>
                    <a:pt x="179" y="9145"/>
                    <a:pt x="263" y="9216"/>
                  </a:cubicBezTo>
                  <a:lnTo>
                    <a:pt x="5204" y="132"/>
                  </a:lnTo>
                  <a:cubicBezTo>
                    <a:pt x="5108" y="84"/>
                    <a:pt x="5025" y="37"/>
                    <a:pt x="4942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9"/>
            <p:cNvSpPr/>
            <p:nvPr/>
          </p:nvSpPr>
          <p:spPr>
            <a:xfrm>
              <a:off x="1946534" y="7353569"/>
              <a:ext cx="2775" cy="4757"/>
            </a:xfrm>
            <a:custGeom>
              <a:avLst/>
              <a:gdLst/>
              <a:ahLst/>
              <a:cxnLst/>
              <a:rect l="l" t="t" r="r" b="b"/>
              <a:pathLst>
                <a:path w="49" h="84" extrusionOk="0">
                  <a:moveTo>
                    <a:pt x="48" y="0"/>
                  </a:moveTo>
                  <a:cubicBezTo>
                    <a:pt x="24" y="24"/>
                    <a:pt x="12" y="48"/>
                    <a:pt x="1" y="60"/>
                  </a:cubicBezTo>
                  <a:lnTo>
                    <a:pt x="48" y="83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9"/>
            <p:cNvSpPr/>
            <p:nvPr/>
          </p:nvSpPr>
          <p:spPr>
            <a:xfrm>
              <a:off x="1900668" y="7369707"/>
              <a:ext cx="47282" cy="399886"/>
            </a:xfrm>
            <a:custGeom>
              <a:avLst/>
              <a:gdLst/>
              <a:ahLst/>
              <a:cxnLst/>
              <a:rect l="l" t="t" r="r" b="b"/>
              <a:pathLst>
                <a:path w="835" h="7062" extrusionOk="0">
                  <a:moveTo>
                    <a:pt x="561" y="1"/>
                  </a:moveTo>
                  <a:lnTo>
                    <a:pt x="346" y="2537"/>
                  </a:lnTo>
                  <a:lnTo>
                    <a:pt x="322" y="2918"/>
                  </a:lnTo>
                  <a:lnTo>
                    <a:pt x="1" y="7061"/>
                  </a:lnTo>
                  <a:cubicBezTo>
                    <a:pt x="25" y="7061"/>
                    <a:pt x="37" y="7037"/>
                    <a:pt x="49" y="7037"/>
                  </a:cubicBezTo>
                  <a:cubicBezTo>
                    <a:pt x="96" y="7031"/>
                    <a:pt x="138" y="7028"/>
                    <a:pt x="178" y="7028"/>
                  </a:cubicBezTo>
                  <a:cubicBezTo>
                    <a:pt x="218" y="7028"/>
                    <a:pt x="257" y="7031"/>
                    <a:pt x="299" y="7037"/>
                  </a:cubicBezTo>
                  <a:lnTo>
                    <a:pt x="596" y="3192"/>
                  </a:lnTo>
                  <a:lnTo>
                    <a:pt x="632" y="2799"/>
                  </a:lnTo>
                  <a:lnTo>
                    <a:pt x="834" y="108"/>
                  </a:lnTo>
                  <a:lnTo>
                    <a:pt x="56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9"/>
            <p:cNvSpPr/>
            <p:nvPr/>
          </p:nvSpPr>
          <p:spPr>
            <a:xfrm>
              <a:off x="1934416" y="6716425"/>
              <a:ext cx="62740" cy="623045"/>
            </a:xfrm>
            <a:custGeom>
              <a:avLst/>
              <a:gdLst/>
              <a:ahLst/>
              <a:cxnLst/>
              <a:rect l="l" t="t" r="r" b="b"/>
              <a:pathLst>
                <a:path w="1108" h="11003" extrusionOk="0">
                  <a:moveTo>
                    <a:pt x="1096" y="1"/>
                  </a:moveTo>
                  <a:cubicBezTo>
                    <a:pt x="1060" y="24"/>
                    <a:pt x="1036" y="24"/>
                    <a:pt x="1000" y="36"/>
                  </a:cubicBezTo>
                  <a:cubicBezTo>
                    <a:pt x="941" y="48"/>
                    <a:pt x="881" y="60"/>
                    <a:pt x="822" y="60"/>
                  </a:cubicBezTo>
                  <a:lnTo>
                    <a:pt x="0" y="10835"/>
                  </a:lnTo>
                  <a:cubicBezTo>
                    <a:pt x="10" y="10834"/>
                    <a:pt x="20" y="10834"/>
                    <a:pt x="30" y="10834"/>
                  </a:cubicBezTo>
                  <a:cubicBezTo>
                    <a:pt x="139" y="10834"/>
                    <a:pt x="242" y="10893"/>
                    <a:pt x="286" y="11002"/>
                  </a:cubicBezTo>
                  <a:lnTo>
                    <a:pt x="1108" y="84"/>
                  </a:lnTo>
                  <a:cubicBezTo>
                    <a:pt x="1108" y="48"/>
                    <a:pt x="1108" y="36"/>
                    <a:pt x="1096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9"/>
            <p:cNvSpPr/>
            <p:nvPr/>
          </p:nvSpPr>
          <p:spPr>
            <a:xfrm>
              <a:off x="1672809" y="7259175"/>
              <a:ext cx="608209" cy="233974"/>
            </a:xfrm>
            <a:custGeom>
              <a:avLst/>
              <a:gdLst/>
              <a:ahLst/>
              <a:cxnLst/>
              <a:rect l="l" t="t" r="r" b="b"/>
              <a:pathLst>
                <a:path w="10741" h="4132" extrusionOk="0">
                  <a:moveTo>
                    <a:pt x="84" y="0"/>
                  </a:moveTo>
                  <a:cubicBezTo>
                    <a:pt x="84" y="107"/>
                    <a:pt x="36" y="203"/>
                    <a:pt x="1" y="286"/>
                  </a:cubicBezTo>
                  <a:lnTo>
                    <a:pt x="60" y="298"/>
                  </a:lnTo>
                  <a:lnTo>
                    <a:pt x="4585" y="1941"/>
                  </a:lnTo>
                  <a:lnTo>
                    <a:pt x="4858" y="2048"/>
                  </a:lnTo>
                  <a:lnTo>
                    <a:pt x="10633" y="4132"/>
                  </a:lnTo>
                  <a:lnTo>
                    <a:pt x="10657" y="4013"/>
                  </a:lnTo>
                  <a:lnTo>
                    <a:pt x="10657" y="3989"/>
                  </a:lnTo>
                  <a:lnTo>
                    <a:pt x="10657" y="3977"/>
                  </a:lnTo>
                  <a:lnTo>
                    <a:pt x="10657" y="3965"/>
                  </a:lnTo>
                  <a:lnTo>
                    <a:pt x="10657" y="3941"/>
                  </a:lnTo>
                  <a:cubicBezTo>
                    <a:pt x="10657" y="3941"/>
                    <a:pt x="10657" y="3929"/>
                    <a:pt x="10669" y="3929"/>
                  </a:cubicBezTo>
                  <a:lnTo>
                    <a:pt x="10681" y="3917"/>
                  </a:lnTo>
                  <a:lnTo>
                    <a:pt x="10740" y="3870"/>
                  </a:lnTo>
                  <a:lnTo>
                    <a:pt x="4858" y="1762"/>
                  </a:lnTo>
                  <a:lnTo>
                    <a:pt x="4835" y="1727"/>
                  </a:lnTo>
                  <a:cubicBezTo>
                    <a:pt x="4799" y="1762"/>
                    <a:pt x="4763" y="1786"/>
                    <a:pt x="4716" y="1786"/>
                  </a:cubicBezTo>
                  <a:cubicBezTo>
                    <a:pt x="4693" y="1791"/>
                    <a:pt x="4672" y="1794"/>
                    <a:pt x="4651" y="1794"/>
                  </a:cubicBezTo>
                  <a:cubicBezTo>
                    <a:pt x="4525" y="1794"/>
                    <a:pt x="4423" y="1706"/>
                    <a:pt x="4382" y="1584"/>
                  </a:cubicBezTo>
                  <a:lnTo>
                    <a:pt x="4382" y="1548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9"/>
            <p:cNvSpPr/>
            <p:nvPr/>
          </p:nvSpPr>
          <p:spPr>
            <a:xfrm>
              <a:off x="2290361" y="7488393"/>
              <a:ext cx="302774" cy="365458"/>
            </a:xfrm>
            <a:custGeom>
              <a:avLst/>
              <a:gdLst/>
              <a:ahLst/>
              <a:cxnLst/>
              <a:rect l="l" t="t" r="r" b="b"/>
              <a:pathLst>
                <a:path w="5347" h="6454" extrusionOk="0">
                  <a:moveTo>
                    <a:pt x="84" y="0"/>
                  </a:moveTo>
                  <a:lnTo>
                    <a:pt x="25" y="60"/>
                  </a:lnTo>
                  <a:lnTo>
                    <a:pt x="1" y="346"/>
                  </a:lnTo>
                  <a:lnTo>
                    <a:pt x="4966" y="6453"/>
                  </a:lnTo>
                  <a:lnTo>
                    <a:pt x="5347" y="6453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9"/>
            <p:cNvSpPr/>
            <p:nvPr/>
          </p:nvSpPr>
          <p:spPr>
            <a:xfrm>
              <a:off x="2240474" y="7486355"/>
              <a:ext cx="51302" cy="314892"/>
            </a:xfrm>
            <a:custGeom>
              <a:avLst/>
              <a:gdLst/>
              <a:ahLst/>
              <a:cxnLst/>
              <a:rect l="l" t="t" r="r" b="b"/>
              <a:pathLst>
                <a:path w="906" h="5561" extrusionOk="0">
                  <a:moveTo>
                    <a:pt x="620" y="1"/>
                  </a:moveTo>
                  <a:lnTo>
                    <a:pt x="620" y="12"/>
                  </a:lnTo>
                  <a:lnTo>
                    <a:pt x="608" y="132"/>
                  </a:lnTo>
                  <a:lnTo>
                    <a:pt x="1" y="5501"/>
                  </a:lnTo>
                  <a:cubicBezTo>
                    <a:pt x="108" y="5501"/>
                    <a:pt x="215" y="5513"/>
                    <a:pt x="298" y="5561"/>
                  </a:cubicBezTo>
                  <a:lnTo>
                    <a:pt x="882" y="393"/>
                  </a:lnTo>
                  <a:lnTo>
                    <a:pt x="906" y="120"/>
                  </a:lnTo>
                  <a:lnTo>
                    <a:pt x="870" y="143"/>
                  </a:lnTo>
                  <a:cubicBezTo>
                    <a:pt x="843" y="165"/>
                    <a:pt x="807" y="177"/>
                    <a:pt x="770" y="177"/>
                  </a:cubicBezTo>
                  <a:cubicBezTo>
                    <a:pt x="726" y="177"/>
                    <a:pt x="682" y="159"/>
                    <a:pt x="656" y="120"/>
                  </a:cubicBezTo>
                  <a:cubicBezTo>
                    <a:pt x="620" y="84"/>
                    <a:pt x="620" y="36"/>
                    <a:pt x="62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9"/>
            <p:cNvSpPr/>
            <p:nvPr/>
          </p:nvSpPr>
          <p:spPr>
            <a:xfrm>
              <a:off x="2543871" y="7110138"/>
              <a:ext cx="202321" cy="177406"/>
            </a:xfrm>
            <a:custGeom>
              <a:avLst/>
              <a:gdLst/>
              <a:ahLst/>
              <a:cxnLst/>
              <a:rect l="l" t="t" r="r" b="b"/>
              <a:pathLst>
                <a:path w="3573" h="3133" extrusionOk="0">
                  <a:moveTo>
                    <a:pt x="3572" y="1"/>
                  </a:moveTo>
                  <a:lnTo>
                    <a:pt x="1" y="2835"/>
                  </a:lnTo>
                  <a:lnTo>
                    <a:pt x="108" y="3132"/>
                  </a:lnTo>
                  <a:lnTo>
                    <a:pt x="3572" y="370"/>
                  </a:lnTo>
                  <a:lnTo>
                    <a:pt x="3572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9"/>
            <p:cNvSpPr/>
            <p:nvPr/>
          </p:nvSpPr>
          <p:spPr>
            <a:xfrm>
              <a:off x="2277564" y="7280750"/>
              <a:ext cx="260305" cy="214496"/>
            </a:xfrm>
            <a:custGeom>
              <a:avLst/>
              <a:gdLst/>
              <a:ahLst/>
              <a:cxnLst/>
              <a:rect l="l" t="t" r="r" b="b"/>
              <a:pathLst>
                <a:path w="4597" h="3788" extrusionOk="0">
                  <a:moveTo>
                    <a:pt x="4501" y="0"/>
                  </a:moveTo>
                  <a:lnTo>
                    <a:pt x="96" y="3489"/>
                  </a:lnTo>
                  <a:lnTo>
                    <a:pt x="36" y="3536"/>
                  </a:lnTo>
                  <a:lnTo>
                    <a:pt x="12" y="3548"/>
                  </a:lnTo>
                  <a:cubicBezTo>
                    <a:pt x="12" y="3548"/>
                    <a:pt x="12" y="3572"/>
                    <a:pt x="1" y="3572"/>
                  </a:cubicBezTo>
                  <a:lnTo>
                    <a:pt x="1" y="3584"/>
                  </a:lnTo>
                  <a:lnTo>
                    <a:pt x="1" y="3596"/>
                  </a:lnTo>
                  <a:lnTo>
                    <a:pt x="1" y="3608"/>
                  </a:lnTo>
                  <a:cubicBezTo>
                    <a:pt x="1" y="3655"/>
                    <a:pt x="1" y="3703"/>
                    <a:pt x="36" y="3727"/>
                  </a:cubicBezTo>
                  <a:cubicBezTo>
                    <a:pt x="59" y="3764"/>
                    <a:pt x="110" y="3788"/>
                    <a:pt x="160" y="3788"/>
                  </a:cubicBezTo>
                  <a:cubicBezTo>
                    <a:pt x="189" y="3788"/>
                    <a:pt x="217" y="3780"/>
                    <a:pt x="239" y="3763"/>
                  </a:cubicBezTo>
                  <a:lnTo>
                    <a:pt x="286" y="3715"/>
                  </a:lnTo>
                  <a:lnTo>
                    <a:pt x="358" y="3655"/>
                  </a:lnTo>
                  <a:lnTo>
                    <a:pt x="4596" y="298"/>
                  </a:lnTo>
                  <a:lnTo>
                    <a:pt x="450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9"/>
            <p:cNvSpPr/>
            <p:nvPr/>
          </p:nvSpPr>
          <p:spPr>
            <a:xfrm>
              <a:off x="2341607" y="6704307"/>
              <a:ext cx="8833" cy="5436"/>
            </a:xfrm>
            <a:custGeom>
              <a:avLst/>
              <a:gdLst/>
              <a:ahLst/>
              <a:cxnLst/>
              <a:rect l="l" t="t" r="r" b="b"/>
              <a:pathLst>
                <a:path w="156" h="96" extrusionOk="0">
                  <a:moveTo>
                    <a:pt x="1" y="0"/>
                  </a:moveTo>
                  <a:lnTo>
                    <a:pt x="48" y="96"/>
                  </a:lnTo>
                  <a:cubicBezTo>
                    <a:pt x="72" y="84"/>
                    <a:pt x="120" y="84"/>
                    <a:pt x="155" y="84"/>
                  </a:cubicBezTo>
                  <a:cubicBezTo>
                    <a:pt x="120" y="24"/>
                    <a:pt x="60" y="0"/>
                    <a:pt x="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9"/>
            <p:cNvSpPr/>
            <p:nvPr/>
          </p:nvSpPr>
          <p:spPr>
            <a:xfrm>
              <a:off x="2368560" y="6806798"/>
              <a:ext cx="377632" cy="1047053"/>
            </a:xfrm>
            <a:custGeom>
              <a:avLst/>
              <a:gdLst/>
              <a:ahLst/>
              <a:cxnLst/>
              <a:rect l="l" t="t" r="r" b="b"/>
              <a:pathLst>
                <a:path w="6669" h="18491" extrusionOk="0">
                  <a:moveTo>
                    <a:pt x="275" y="0"/>
                  </a:moveTo>
                  <a:cubicBezTo>
                    <a:pt x="179" y="48"/>
                    <a:pt x="96" y="95"/>
                    <a:pt x="1" y="119"/>
                  </a:cubicBezTo>
                  <a:lnTo>
                    <a:pt x="2858" y="8382"/>
                  </a:lnTo>
                  <a:lnTo>
                    <a:pt x="2966" y="8680"/>
                  </a:lnTo>
                  <a:lnTo>
                    <a:pt x="6359" y="18490"/>
                  </a:lnTo>
                  <a:lnTo>
                    <a:pt x="6668" y="18490"/>
                  </a:lnTo>
                  <a:lnTo>
                    <a:pt x="3204" y="8489"/>
                  </a:lnTo>
                  <a:lnTo>
                    <a:pt x="3097" y="8192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9"/>
            <p:cNvSpPr/>
            <p:nvPr/>
          </p:nvSpPr>
          <p:spPr>
            <a:xfrm>
              <a:off x="1969467" y="5905385"/>
              <a:ext cx="60702" cy="666136"/>
            </a:xfrm>
            <a:custGeom>
              <a:avLst/>
              <a:gdLst/>
              <a:ahLst/>
              <a:cxnLst/>
              <a:rect l="l" t="t" r="r" b="b"/>
              <a:pathLst>
                <a:path w="1072" h="11764" extrusionOk="0">
                  <a:moveTo>
                    <a:pt x="774" y="0"/>
                  </a:moveTo>
                  <a:lnTo>
                    <a:pt x="0" y="11740"/>
                  </a:lnTo>
                  <a:cubicBezTo>
                    <a:pt x="96" y="11740"/>
                    <a:pt x="191" y="11740"/>
                    <a:pt x="298" y="11764"/>
                  </a:cubicBezTo>
                  <a:lnTo>
                    <a:pt x="1072" y="0"/>
                  </a:lnTo>
                  <a:lnTo>
                    <a:pt x="1036" y="0"/>
                  </a:lnTo>
                  <a:cubicBezTo>
                    <a:pt x="995" y="6"/>
                    <a:pt x="950" y="9"/>
                    <a:pt x="905" y="9"/>
                  </a:cubicBezTo>
                  <a:cubicBezTo>
                    <a:pt x="861" y="9"/>
                    <a:pt x="816" y="6"/>
                    <a:pt x="77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9"/>
            <p:cNvSpPr/>
            <p:nvPr/>
          </p:nvSpPr>
          <p:spPr>
            <a:xfrm>
              <a:off x="2030112" y="5901987"/>
              <a:ext cx="313589" cy="814494"/>
            </a:xfrm>
            <a:custGeom>
              <a:avLst/>
              <a:gdLst/>
              <a:ahLst/>
              <a:cxnLst/>
              <a:rect l="l" t="t" r="r" b="b"/>
              <a:pathLst>
                <a:path w="5538" h="14384" extrusionOk="0">
                  <a:moveTo>
                    <a:pt x="120" y="1"/>
                  </a:moveTo>
                  <a:cubicBezTo>
                    <a:pt x="72" y="13"/>
                    <a:pt x="37" y="25"/>
                    <a:pt x="1" y="37"/>
                  </a:cubicBezTo>
                  <a:lnTo>
                    <a:pt x="5252" y="14384"/>
                  </a:lnTo>
                  <a:cubicBezTo>
                    <a:pt x="5335" y="14348"/>
                    <a:pt x="5442" y="14300"/>
                    <a:pt x="5537" y="14265"/>
                  </a:cubicBezTo>
                  <a:lnTo>
                    <a:pt x="5490" y="14169"/>
                  </a:lnTo>
                  <a:lnTo>
                    <a:pt x="441" y="418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9"/>
            <p:cNvSpPr/>
            <p:nvPr/>
          </p:nvSpPr>
          <p:spPr>
            <a:xfrm>
              <a:off x="2396250" y="6781827"/>
              <a:ext cx="349942" cy="147055"/>
            </a:xfrm>
            <a:custGeom>
              <a:avLst/>
              <a:gdLst/>
              <a:ahLst/>
              <a:cxnLst/>
              <a:rect l="l" t="t" r="r" b="b"/>
              <a:pathLst>
                <a:path w="6180" h="2597" extrusionOk="0">
                  <a:moveTo>
                    <a:pt x="155" y="1"/>
                  </a:moveTo>
                  <a:cubicBezTo>
                    <a:pt x="119" y="84"/>
                    <a:pt x="60" y="179"/>
                    <a:pt x="0" y="251"/>
                  </a:cubicBezTo>
                  <a:lnTo>
                    <a:pt x="6179" y="2596"/>
                  </a:lnTo>
                  <a:lnTo>
                    <a:pt x="6179" y="2287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9"/>
            <p:cNvSpPr/>
            <p:nvPr/>
          </p:nvSpPr>
          <p:spPr>
            <a:xfrm>
              <a:off x="2046987" y="6647003"/>
              <a:ext cx="260305" cy="114666"/>
            </a:xfrm>
            <a:custGeom>
              <a:avLst/>
              <a:gdLst/>
              <a:ahLst/>
              <a:cxnLst/>
              <a:rect l="l" t="t" r="r" b="b"/>
              <a:pathLst>
                <a:path w="4597" h="2025" extrusionOk="0">
                  <a:moveTo>
                    <a:pt x="36" y="0"/>
                  </a:moveTo>
                  <a:cubicBezTo>
                    <a:pt x="24" y="96"/>
                    <a:pt x="13" y="191"/>
                    <a:pt x="1" y="298"/>
                  </a:cubicBezTo>
                  <a:lnTo>
                    <a:pt x="4537" y="2024"/>
                  </a:lnTo>
                  <a:cubicBezTo>
                    <a:pt x="4537" y="1917"/>
                    <a:pt x="4549" y="1810"/>
                    <a:pt x="4596" y="1727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9"/>
            <p:cNvSpPr/>
            <p:nvPr/>
          </p:nvSpPr>
          <p:spPr>
            <a:xfrm>
              <a:off x="2036907" y="5890549"/>
              <a:ext cx="708605" cy="894732"/>
            </a:xfrm>
            <a:custGeom>
              <a:avLst/>
              <a:gdLst/>
              <a:ahLst/>
              <a:cxnLst/>
              <a:rect l="l" t="t" r="r" b="b"/>
              <a:pathLst>
                <a:path w="12514" h="15801" extrusionOk="0">
                  <a:moveTo>
                    <a:pt x="214" y="1"/>
                  </a:moveTo>
                  <a:cubicBezTo>
                    <a:pt x="179" y="96"/>
                    <a:pt x="95" y="155"/>
                    <a:pt x="0" y="203"/>
                  </a:cubicBezTo>
                  <a:lnTo>
                    <a:pt x="321" y="620"/>
                  </a:lnTo>
                  <a:lnTo>
                    <a:pt x="12513" y="15800"/>
                  </a:lnTo>
                  <a:lnTo>
                    <a:pt x="12513" y="15324"/>
                  </a:lnTo>
                  <a:lnTo>
                    <a:pt x="21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9"/>
            <p:cNvSpPr/>
            <p:nvPr/>
          </p:nvSpPr>
          <p:spPr>
            <a:xfrm>
              <a:off x="2303838" y="6708611"/>
              <a:ext cx="106625" cy="106398"/>
            </a:xfrm>
            <a:custGeom>
              <a:avLst/>
              <a:gdLst/>
              <a:ahLst/>
              <a:cxnLst/>
              <a:rect l="l" t="t" r="r" b="b"/>
              <a:pathLst>
                <a:path w="1883" h="1879" extrusionOk="0">
                  <a:moveTo>
                    <a:pt x="928" y="0"/>
                  </a:moveTo>
                  <a:cubicBezTo>
                    <a:pt x="889" y="0"/>
                    <a:pt x="850" y="3"/>
                    <a:pt x="811" y="8"/>
                  </a:cubicBezTo>
                  <a:cubicBezTo>
                    <a:pt x="787" y="8"/>
                    <a:pt x="739" y="20"/>
                    <a:pt x="715" y="20"/>
                  </a:cubicBezTo>
                  <a:cubicBezTo>
                    <a:pt x="608" y="55"/>
                    <a:pt x="513" y="79"/>
                    <a:pt x="441" y="139"/>
                  </a:cubicBezTo>
                  <a:cubicBezTo>
                    <a:pt x="263" y="258"/>
                    <a:pt x="132" y="424"/>
                    <a:pt x="60" y="639"/>
                  </a:cubicBezTo>
                  <a:cubicBezTo>
                    <a:pt x="25" y="722"/>
                    <a:pt x="13" y="829"/>
                    <a:pt x="1" y="936"/>
                  </a:cubicBezTo>
                  <a:cubicBezTo>
                    <a:pt x="1" y="1008"/>
                    <a:pt x="1" y="1079"/>
                    <a:pt x="25" y="1151"/>
                  </a:cubicBezTo>
                  <a:cubicBezTo>
                    <a:pt x="127" y="1589"/>
                    <a:pt x="516" y="1879"/>
                    <a:pt x="940" y="1879"/>
                  </a:cubicBezTo>
                  <a:cubicBezTo>
                    <a:pt x="1011" y="1879"/>
                    <a:pt x="1084" y="1870"/>
                    <a:pt x="1156" y="1853"/>
                  </a:cubicBezTo>
                  <a:cubicBezTo>
                    <a:pt x="1263" y="1829"/>
                    <a:pt x="1346" y="1794"/>
                    <a:pt x="1430" y="1734"/>
                  </a:cubicBezTo>
                  <a:cubicBezTo>
                    <a:pt x="1501" y="1675"/>
                    <a:pt x="1573" y="1615"/>
                    <a:pt x="1632" y="1544"/>
                  </a:cubicBezTo>
                  <a:cubicBezTo>
                    <a:pt x="1692" y="1472"/>
                    <a:pt x="1751" y="1377"/>
                    <a:pt x="1799" y="1294"/>
                  </a:cubicBezTo>
                  <a:cubicBezTo>
                    <a:pt x="1870" y="1115"/>
                    <a:pt x="1882" y="913"/>
                    <a:pt x="1846" y="722"/>
                  </a:cubicBezTo>
                  <a:cubicBezTo>
                    <a:pt x="1748" y="296"/>
                    <a:pt x="1359" y="0"/>
                    <a:pt x="92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9"/>
            <p:cNvSpPr/>
            <p:nvPr/>
          </p:nvSpPr>
          <p:spPr>
            <a:xfrm>
              <a:off x="1889909" y="6570785"/>
              <a:ext cx="158493" cy="149773"/>
            </a:xfrm>
            <a:custGeom>
              <a:avLst/>
              <a:gdLst/>
              <a:ahLst/>
              <a:cxnLst/>
              <a:rect l="l" t="t" r="r" b="b"/>
              <a:pathLst>
                <a:path w="2799" h="2645" extrusionOk="0">
                  <a:moveTo>
                    <a:pt x="1405" y="1"/>
                  </a:moveTo>
                  <a:cubicBezTo>
                    <a:pt x="1322" y="1"/>
                    <a:pt x="1251" y="13"/>
                    <a:pt x="1167" y="37"/>
                  </a:cubicBezTo>
                  <a:cubicBezTo>
                    <a:pt x="453" y="215"/>
                    <a:pt x="0" y="930"/>
                    <a:pt x="179" y="1644"/>
                  </a:cubicBezTo>
                  <a:cubicBezTo>
                    <a:pt x="250" y="1965"/>
                    <a:pt x="465" y="2239"/>
                    <a:pt x="715" y="2418"/>
                  </a:cubicBezTo>
                  <a:cubicBezTo>
                    <a:pt x="786" y="2477"/>
                    <a:pt x="882" y="2513"/>
                    <a:pt x="965" y="2549"/>
                  </a:cubicBezTo>
                  <a:cubicBezTo>
                    <a:pt x="1120" y="2604"/>
                    <a:pt x="1275" y="2644"/>
                    <a:pt x="1441" y="2644"/>
                  </a:cubicBezTo>
                  <a:cubicBezTo>
                    <a:pt x="1491" y="2644"/>
                    <a:pt x="1543" y="2641"/>
                    <a:pt x="1596" y="2632"/>
                  </a:cubicBezTo>
                  <a:cubicBezTo>
                    <a:pt x="1655" y="2632"/>
                    <a:pt x="1715" y="2620"/>
                    <a:pt x="1786" y="2608"/>
                  </a:cubicBezTo>
                  <a:cubicBezTo>
                    <a:pt x="1822" y="2596"/>
                    <a:pt x="1846" y="2596"/>
                    <a:pt x="1882" y="2573"/>
                  </a:cubicBezTo>
                  <a:cubicBezTo>
                    <a:pt x="2322" y="2430"/>
                    <a:pt x="2656" y="2073"/>
                    <a:pt x="2751" y="1644"/>
                  </a:cubicBezTo>
                  <a:cubicBezTo>
                    <a:pt x="2787" y="1537"/>
                    <a:pt x="2787" y="1442"/>
                    <a:pt x="2798" y="1346"/>
                  </a:cubicBezTo>
                  <a:cubicBezTo>
                    <a:pt x="2798" y="1227"/>
                    <a:pt x="2798" y="1120"/>
                    <a:pt x="2775" y="1013"/>
                  </a:cubicBezTo>
                  <a:cubicBezTo>
                    <a:pt x="2632" y="477"/>
                    <a:pt x="2203" y="108"/>
                    <a:pt x="1703" y="13"/>
                  </a:cubicBezTo>
                  <a:cubicBezTo>
                    <a:pt x="1608" y="1"/>
                    <a:pt x="1501" y="1"/>
                    <a:pt x="140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9"/>
            <p:cNvSpPr/>
            <p:nvPr/>
          </p:nvSpPr>
          <p:spPr>
            <a:xfrm>
              <a:off x="-66598" y="7476899"/>
              <a:ext cx="58041" cy="54530"/>
            </a:xfrm>
            <a:custGeom>
              <a:avLst/>
              <a:gdLst/>
              <a:ahLst/>
              <a:cxnLst/>
              <a:rect l="l" t="t" r="r" b="b"/>
              <a:pathLst>
                <a:path w="1025" h="963" extrusionOk="0">
                  <a:moveTo>
                    <a:pt x="520" y="1"/>
                  </a:moveTo>
                  <a:cubicBezTo>
                    <a:pt x="486" y="1"/>
                    <a:pt x="452" y="5"/>
                    <a:pt x="417" y="13"/>
                  </a:cubicBezTo>
                  <a:cubicBezTo>
                    <a:pt x="155" y="72"/>
                    <a:pt x="1" y="322"/>
                    <a:pt x="60" y="584"/>
                  </a:cubicBezTo>
                  <a:cubicBezTo>
                    <a:pt x="96" y="799"/>
                    <a:pt x="322" y="953"/>
                    <a:pt x="536" y="953"/>
                  </a:cubicBezTo>
                  <a:cubicBezTo>
                    <a:pt x="554" y="959"/>
                    <a:pt x="572" y="962"/>
                    <a:pt x="587" y="962"/>
                  </a:cubicBezTo>
                  <a:cubicBezTo>
                    <a:pt x="602" y="962"/>
                    <a:pt x="614" y="959"/>
                    <a:pt x="620" y="953"/>
                  </a:cubicBezTo>
                  <a:cubicBezTo>
                    <a:pt x="691" y="941"/>
                    <a:pt x="774" y="894"/>
                    <a:pt x="810" y="846"/>
                  </a:cubicBezTo>
                  <a:cubicBezTo>
                    <a:pt x="953" y="739"/>
                    <a:pt x="1024" y="549"/>
                    <a:pt x="977" y="370"/>
                  </a:cubicBezTo>
                  <a:cubicBezTo>
                    <a:pt x="925" y="154"/>
                    <a:pt x="732" y="1"/>
                    <a:pt x="52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9"/>
            <p:cNvSpPr/>
            <p:nvPr/>
          </p:nvSpPr>
          <p:spPr>
            <a:xfrm>
              <a:off x="2202705" y="7797170"/>
              <a:ext cx="77633" cy="55323"/>
            </a:xfrm>
            <a:custGeom>
              <a:avLst/>
              <a:gdLst/>
              <a:ahLst/>
              <a:cxnLst/>
              <a:rect l="l" t="t" r="r" b="b"/>
              <a:pathLst>
                <a:path w="1371" h="977" extrusionOk="0">
                  <a:moveTo>
                    <a:pt x="656" y="0"/>
                  </a:moveTo>
                  <a:cubicBezTo>
                    <a:pt x="620" y="12"/>
                    <a:pt x="584" y="12"/>
                    <a:pt x="537" y="24"/>
                  </a:cubicBezTo>
                  <a:cubicBezTo>
                    <a:pt x="465" y="48"/>
                    <a:pt x="394" y="72"/>
                    <a:pt x="346" y="107"/>
                  </a:cubicBezTo>
                  <a:cubicBezTo>
                    <a:pt x="251" y="143"/>
                    <a:pt x="180" y="227"/>
                    <a:pt x="132" y="310"/>
                  </a:cubicBezTo>
                  <a:cubicBezTo>
                    <a:pt x="49" y="453"/>
                    <a:pt x="1" y="631"/>
                    <a:pt x="49" y="810"/>
                  </a:cubicBezTo>
                  <a:cubicBezTo>
                    <a:pt x="60" y="869"/>
                    <a:pt x="72" y="929"/>
                    <a:pt x="108" y="977"/>
                  </a:cubicBezTo>
                  <a:lnTo>
                    <a:pt x="1263" y="977"/>
                  </a:lnTo>
                  <a:cubicBezTo>
                    <a:pt x="1334" y="846"/>
                    <a:pt x="1370" y="679"/>
                    <a:pt x="1323" y="512"/>
                  </a:cubicBezTo>
                  <a:cubicBezTo>
                    <a:pt x="1275" y="310"/>
                    <a:pt x="1132" y="143"/>
                    <a:pt x="953" y="60"/>
                  </a:cubicBezTo>
                  <a:cubicBezTo>
                    <a:pt x="858" y="12"/>
                    <a:pt x="763" y="0"/>
                    <a:pt x="65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9"/>
            <p:cNvSpPr/>
            <p:nvPr/>
          </p:nvSpPr>
          <p:spPr>
            <a:xfrm>
              <a:off x="1603386" y="7218858"/>
              <a:ext cx="73556" cy="75255"/>
            </a:xfrm>
            <a:custGeom>
              <a:avLst/>
              <a:gdLst/>
              <a:ahLst/>
              <a:cxnLst/>
              <a:rect l="l" t="t" r="r" b="b"/>
              <a:pathLst>
                <a:path w="1299" h="1329" extrusionOk="0">
                  <a:moveTo>
                    <a:pt x="660" y="0"/>
                  </a:moveTo>
                  <a:cubicBezTo>
                    <a:pt x="612" y="0"/>
                    <a:pt x="562" y="7"/>
                    <a:pt x="512" y="22"/>
                  </a:cubicBezTo>
                  <a:cubicBezTo>
                    <a:pt x="227" y="69"/>
                    <a:pt x="36" y="319"/>
                    <a:pt x="0" y="593"/>
                  </a:cubicBezTo>
                  <a:cubicBezTo>
                    <a:pt x="0" y="665"/>
                    <a:pt x="0" y="748"/>
                    <a:pt x="12" y="819"/>
                  </a:cubicBezTo>
                  <a:cubicBezTo>
                    <a:pt x="12" y="843"/>
                    <a:pt x="24" y="867"/>
                    <a:pt x="24" y="891"/>
                  </a:cubicBezTo>
                  <a:cubicBezTo>
                    <a:pt x="60" y="986"/>
                    <a:pt x="107" y="1057"/>
                    <a:pt x="167" y="1117"/>
                  </a:cubicBezTo>
                  <a:cubicBezTo>
                    <a:pt x="238" y="1188"/>
                    <a:pt x="310" y="1248"/>
                    <a:pt x="405" y="1284"/>
                  </a:cubicBezTo>
                  <a:cubicBezTo>
                    <a:pt x="477" y="1313"/>
                    <a:pt x="554" y="1328"/>
                    <a:pt x="632" y="1328"/>
                  </a:cubicBezTo>
                  <a:cubicBezTo>
                    <a:pt x="683" y="1328"/>
                    <a:pt x="734" y="1322"/>
                    <a:pt x="786" y="1307"/>
                  </a:cubicBezTo>
                  <a:cubicBezTo>
                    <a:pt x="881" y="1296"/>
                    <a:pt x="965" y="1248"/>
                    <a:pt x="1024" y="1212"/>
                  </a:cubicBezTo>
                  <a:cubicBezTo>
                    <a:pt x="1096" y="1153"/>
                    <a:pt x="1155" y="1081"/>
                    <a:pt x="1203" y="998"/>
                  </a:cubicBezTo>
                  <a:cubicBezTo>
                    <a:pt x="1250" y="915"/>
                    <a:pt x="1274" y="819"/>
                    <a:pt x="1298" y="712"/>
                  </a:cubicBezTo>
                  <a:cubicBezTo>
                    <a:pt x="1298" y="641"/>
                    <a:pt x="1298" y="581"/>
                    <a:pt x="1274" y="510"/>
                  </a:cubicBezTo>
                  <a:cubicBezTo>
                    <a:pt x="1250" y="391"/>
                    <a:pt x="1191" y="272"/>
                    <a:pt x="1108" y="176"/>
                  </a:cubicBezTo>
                  <a:cubicBezTo>
                    <a:pt x="1024" y="105"/>
                    <a:pt x="941" y="57"/>
                    <a:pt x="846" y="34"/>
                  </a:cubicBezTo>
                  <a:cubicBezTo>
                    <a:pt x="790" y="13"/>
                    <a:pt x="727" y="0"/>
                    <a:pt x="660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9"/>
            <p:cNvSpPr/>
            <p:nvPr/>
          </p:nvSpPr>
          <p:spPr>
            <a:xfrm>
              <a:off x="1883850" y="7767045"/>
              <a:ext cx="56682" cy="53397"/>
            </a:xfrm>
            <a:custGeom>
              <a:avLst/>
              <a:gdLst/>
              <a:ahLst/>
              <a:cxnLst/>
              <a:rect l="l" t="t" r="r" b="b"/>
              <a:pathLst>
                <a:path w="1001" h="943" extrusionOk="0">
                  <a:moveTo>
                    <a:pt x="468" y="1"/>
                  </a:moveTo>
                  <a:cubicBezTo>
                    <a:pt x="432" y="1"/>
                    <a:pt x="397" y="4"/>
                    <a:pt x="357" y="8"/>
                  </a:cubicBezTo>
                  <a:cubicBezTo>
                    <a:pt x="346" y="8"/>
                    <a:pt x="334" y="20"/>
                    <a:pt x="322" y="20"/>
                  </a:cubicBezTo>
                  <a:cubicBezTo>
                    <a:pt x="227" y="56"/>
                    <a:pt x="155" y="116"/>
                    <a:pt x="96" y="187"/>
                  </a:cubicBezTo>
                  <a:cubicBezTo>
                    <a:pt x="36" y="258"/>
                    <a:pt x="0" y="366"/>
                    <a:pt x="0" y="473"/>
                  </a:cubicBezTo>
                  <a:cubicBezTo>
                    <a:pt x="0" y="497"/>
                    <a:pt x="0" y="544"/>
                    <a:pt x="24" y="580"/>
                  </a:cubicBezTo>
                  <a:cubicBezTo>
                    <a:pt x="78" y="795"/>
                    <a:pt x="287" y="942"/>
                    <a:pt x="512" y="942"/>
                  </a:cubicBezTo>
                  <a:cubicBezTo>
                    <a:pt x="536" y="942"/>
                    <a:pt x="560" y="941"/>
                    <a:pt x="584" y="937"/>
                  </a:cubicBezTo>
                  <a:cubicBezTo>
                    <a:pt x="834" y="878"/>
                    <a:pt x="1000" y="616"/>
                    <a:pt x="941" y="366"/>
                  </a:cubicBezTo>
                  <a:cubicBezTo>
                    <a:pt x="893" y="199"/>
                    <a:pt x="774" y="68"/>
                    <a:pt x="631" y="20"/>
                  </a:cubicBezTo>
                  <a:cubicBezTo>
                    <a:pt x="569" y="6"/>
                    <a:pt x="518" y="1"/>
                    <a:pt x="468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9"/>
            <p:cNvSpPr/>
            <p:nvPr/>
          </p:nvSpPr>
          <p:spPr>
            <a:xfrm>
              <a:off x="2154857" y="7293887"/>
              <a:ext cx="58720" cy="53511"/>
            </a:xfrm>
            <a:custGeom>
              <a:avLst/>
              <a:gdLst/>
              <a:ahLst/>
              <a:cxnLst/>
              <a:rect l="l" t="t" r="r" b="b"/>
              <a:pathLst>
                <a:path w="1037" h="945" extrusionOk="0">
                  <a:moveTo>
                    <a:pt x="540" y="1"/>
                  </a:moveTo>
                  <a:cubicBezTo>
                    <a:pt x="499" y="1"/>
                    <a:pt x="458" y="6"/>
                    <a:pt x="417" y="18"/>
                  </a:cubicBezTo>
                  <a:cubicBezTo>
                    <a:pt x="155" y="78"/>
                    <a:pt x="1" y="328"/>
                    <a:pt x="48" y="578"/>
                  </a:cubicBezTo>
                  <a:cubicBezTo>
                    <a:pt x="111" y="806"/>
                    <a:pt x="309" y="944"/>
                    <a:pt x="524" y="944"/>
                  </a:cubicBezTo>
                  <a:cubicBezTo>
                    <a:pt x="556" y="944"/>
                    <a:pt x="588" y="941"/>
                    <a:pt x="620" y="935"/>
                  </a:cubicBezTo>
                  <a:cubicBezTo>
                    <a:pt x="870" y="875"/>
                    <a:pt x="1036" y="625"/>
                    <a:pt x="977" y="375"/>
                  </a:cubicBezTo>
                  <a:cubicBezTo>
                    <a:pt x="927" y="147"/>
                    <a:pt x="744" y="1"/>
                    <a:pt x="54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9"/>
            <p:cNvSpPr/>
            <p:nvPr/>
          </p:nvSpPr>
          <p:spPr>
            <a:xfrm>
              <a:off x="784929" y="7344453"/>
              <a:ext cx="55323" cy="53284"/>
            </a:xfrm>
            <a:custGeom>
              <a:avLst/>
              <a:gdLst/>
              <a:ahLst/>
              <a:cxnLst/>
              <a:rect l="l" t="t" r="r" b="b"/>
              <a:pathLst>
                <a:path w="977" h="941" extrusionOk="0">
                  <a:moveTo>
                    <a:pt x="508" y="0"/>
                  </a:moveTo>
                  <a:cubicBezTo>
                    <a:pt x="473" y="0"/>
                    <a:pt x="441" y="6"/>
                    <a:pt x="405" y="18"/>
                  </a:cubicBezTo>
                  <a:cubicBezTo>
                    <a:pt x="357" y="30"/>
                    <a:pt x="322" y="42"/>
                    <a:pt x="286" y="54"/>
                  </a:cubicBezTo>
                  <a:cubicBezTo>
                    <a:pt x="107" y="161"/>
                    <a:pt x="0" y="375"/>
                    <a:pt x="60" y="578"/>
                  </a:cubicBezTo>
                  <a:cubicBezTo>
                    <a:pt x="83" y="673"/>
                    <a:pt x="119" y="744"/>
                    <a:pt x="179" y="804"/>
                  </a:cubicBezTo>
                  <a:cubicBezTo>
                    <a:pt x="262" y="875"/>
                    <a:pt x="345" y="923"/>
                    <a:pt x="453" y="935"/>
                  </a:cubicBezTo>
                  <a:cubicBezTo>
                    <a:pt x="472" y="939"/>
                    <a:pt x="492" y="940"/>
                    <a:pt x="512" y="940"/>
                  </a:cubicBezTo>
                  <a:cubicBezTo>
                    <a:pt x="552" y="940"/>
                    <a:pt x="591" y="935"/>
                    <a:pt x="631" y="935"/>
                  </a:cubicBezTo>
                  <a:cubicBezTo>
                    <a:pt x="750" y="911"/>
                    <a:pt x="834" y="852"/>
                    <a:pt x="893" y="756"/>
                  </a:cubicBezTo>
                  <a:lnTo>
                    <a:pt x="893" y="744"/>
                  </a:lnTo>
                  <a:cubicBezTo>
                    <a:pt x="929" y="697"/>
                    <a:pt x="953" y="625"/>
                    <a:pt x="976" y="542"/>
                  </a:cubicBezTo>
                  <a:cubicBezTo>
                    <a:pt x="976" y="483"/>
                    <a:pt x="976" y="435"/>
                    <a:pt x="953" y="375"/>
                  </a:cubicBezTo>
                  <a:cubicBezTo>
                    <a:pt x="941" y="328"/>
                    <a:pt x="929" y="280"/>
                    <a:pt x="917" y="256"/>
                  </a:cubicBezTo>
                  <a:cubicBezTo>
                    <a:pt x="917" y="232"/>
                    <a:pt x="893" y="221"/>
                    <a:pt x="893" y="209"/>
                  </a:cubicBezTo>
                  <a:cubicBezTo>
                    <a:pt x="834" y="113"/>
                    <a:pt x="762" y="54"/>
                    <a:pt x="655" y="30"/>
                  </a:cubicBezTo>
                  <a:cubicBezTo>
                    <a:pt x="643" y="30"/>
                    <a:pt x="631" y="18"/>
                    <a:pt x="619" y="18"/>
                  </a:cubicBezTo>
                  <a:cubicBezTo>
                    <a:pt x="578" y="6"/>
                    <a:pt x="542" y="0"/>
                    <a:pt x="5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9"/>
            <p:cNvSpPr/>
            <p:nvPr/>
          </p:nvSpPr>
          <p:spPr>
            <a:xfrm>
              <a:off x="1977564" y="5832282"/>
              <a:ext cx="80917" cy="74349"/>
            </a:xfrm>
            <a:custGeom>
              <a:avLst/>
              <a:gdLst/>
              <a:ahLst/>
              <a:cxnLst/>
              <a:rect l="l" t="t" r="r" b="b"/>
              <a:pathLst>
                <a:path w="1429" h="1313" extrusionOk="0">
                  <a:moveTo>
                    <a:pt x="738" y="0"/>
                  </a:moveTo>
                  <a:cubicBezTo>
                    <a:pt x="687" y="0"/>
                    <a:pt x="635" y="6"/>
                    <a:pt x="584" y="18"/>
                  </a:cubicBezTo>
                  <a:cubicBezTo>
                    <a:pt x="226" y="101"/>
                    <a:pt x="0" y="458"/>
                    <a:pt x="96" y="827"/>
                  </a:cubicBezTo>
                  <a:cubicBezTo>
                    <a:pt x="119" y="934"/>
                    <a:pt x="167" y="1018"/>
                    <a:pt x="226" y="1089"/>
                  </a:cubicBezTo>
                  <a:cubicBezTo>
                    <a:pt x="298" y="1137"/>
                    <a:pt x="369" y="1196"/>
                    <a:pt x="465" y="1244"/>
                  </a:cubicBezTo>
                  <a:cubicBezTo>
                    <a:pt x="512" y="1268"/>
                    <a:pt x="572" y="1291"/>
                    <a:pt x="631" y="1303"/>
                  </a:cubicBezTo>
                  <a:cubicBezTo>
                    <a:pt x="673" y="1309"/>
                    <a:pt x="718" y="1312"/>
                    <a:pt x="762" y="1312"/>
                  </a:cubicBezTo>
                  <a:cubicBezTo>
                    <a:pt x="807" y="1312"/>
                    <a:pt x="852" y="1309"/>
                    <a:pt x="893" y="1303"/>
                  </a:cubicBezTo>
                  <a:lnTo>
                    <a:pt x="929" y="1303"/>
                  </a:lnTo>
                  <a:cubicBezTo>
                    <a:pt x="965" y="1291"/>
                    <a:pt x="1000" y="1268"/>
                    <a:pt x="1048" y="1256"/>
                  </a:cubicBezTo>
                  <a:cubicBezTo>
                    <a:pt x="1131" y="1208"/>
                    <a:pt x="1203" y="1149"/>
                    <a:pt x="1262" y="1065"/>
                  </a:cubicBezTo>
                  <a:cubicBezTo>
                    <a:pt x="1381" y="910"/>
                    <a:pt x="1429" y="708"/>
                    <a:pt x="1381" y="518"/>
                  </a:cubicBezTo>
                  <a:cubicBezTo>
                    <a:pt x="1320" y="210"/>
                    <a:pt x="1047" y="0"/>
                    <a:pt x="73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9"/>
            <p:cNvSpPr/>
            <p:nvPr/>
          </p:nvSpPr>
          <p:spPr>
            <a:xfrm>
              <a:off x="1920260" y="7329900"/>
              <a:ext cx="31031" cy="30691"/>
            </a:xfrm>
            <a:custGeom>
              <a:avLst/>
              <a:gdLst/>
              <a:ahLst/>
              <a:cxnLst/>
              <a:rect l="l" t="t" r="r" b="b"/>
              <a:pathLst>
                <a:path w="548" h="542" extrusionOk="0">
                  <a:moveTo>
                    <a:pt x="276" y="0"/>
                  </a:moveTo>
                  <a:cubicBezTo>
                    <a:pt x="268" y="0"/>
                    <a:pt x="259" y="0"/>
                    <a:pt x="250" y="1"/>
                  </a:cubicBezTo>
                  <a:lnTo>
                    <a:pt x="226" y="1"/>
                  </a:lnTo>
                  <a:cubicBezTo>
                    <a:pt x="72" y="37"/>
                    <a:pt x="0" y="168"/>
                    <a:pt x="12" y="299"/>
                  </a:cubicBezTo>
                  <a:lnTo>
                    <a:pt x="12" y="335"/>
                  </a:lnTo>
                  <a:cubicBezTo>
                    <a:pt x="54" y="461"/>
                    <a:pt x="181" y="541"/>
                    <a:pt x="300" y="541"/>
                  </a:cubicBezTo>
                  <a:cubicBezTo>
                    <a:pt x="315" y="541"/>
                    <a:pt x="331" y="540"/>
                    <a:pt x="346" y="537"/>
                  </a:cubicBezTo>
                  <a:cubicBezTo>
                    <a:pt x="393" y="525"/>
                    <a:pt x="429" y="513"/>
                    <a:pt x="465" y="478"/>
                  </a:cubicBezTo>
                  <a:cubicBezTo>
                    <a:pt x="476" y="466"/>
                    <a:pt x="488" y="454"/>
                    <a:pt x="512" y="418"/>
                  </a:cubicBezTo>
                  <a:cubicBezTo>
                    <a:pt x="536" y="359"/>
                    <a:pt x="548" y="287"/>
                    <a:pt x="536" y="216"/>
                  </a:cubicBezTo>
                  <a:cubicBezTo>
                    <a:pt x="536" y="204"/>
                    <a:pt x="524" y="180"/>
                    <a:pt x="524" y="168"/>
                  </a:cubicBezTo>
                  <a:cubicBezTo>
                    <a:pt x="491" y="69"/>
                    <a:pt x="386" y="0"/>
                    <a:pt x="27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9"/>
            <p:cNvSpPr/>
            <p:nvPr/>
          </p:nvSpPr>
          <p:spPr>
            <a:xfrm>
              <a:off x="1382889" y="7588846"/>
              <a:ext cx="31767" cy="30408"/>
            </a:xfrm>
            <a:custGeom>
              <a:avLst/>
              <a:gdLst/>
              <a:ahLst/>
              <a:cxnLst/>
              <a:rect l="l" t="t" r="r" b="b"/>
              <a:pathLst>
                <a:path w="561" h="537" extrusionOk="0">
                  <a:moveTo>
                    <a:pt x="203" y="0"/>
                  </a:moveTo>
                  <a:cubicBezTo>
                    <a:pt x="96" y="24"/>
                    <a:pt x="25" y="107"/>
                    <a:pt x="13" y="191"/>
                  </a:cubicBezTo>
                  <a:lnTo>
                    <a:pt x="13" y="203"/>
                  </a:lnTo>
                  <a:cubicBezTo>
                    <a:pt x="1" y="250"/>
                    <a:pt x="1" y="298"/>
                    <a:pt x="13" y="334"/>
                  </a:cubicBezTo>
                  <a:cubicBezTo>
                    <a:pt x="25" y="417"/>
                    <a:pt x="84" y="477"/>
                    <a:pt x="156" y="500"/>
                  </a:cubicBezTo>
                  <a:cubicBezTo>
                    <a:pt x="194" y="523"/>
                    <a:pt x="233" y="537"/>
                    <a:pt x="277" y="537"/>
                  </a:cubicBezTo>
                  <a:cubicBezTo>
                    <a:pt x="302" y="537"/>
                    <a:pt x="329" y="533"/>
                    <a:pt x="358" y="524"/>
                  </a:cubicBezTo>
                  <a:cubicBezTo>
                    <a:pt x="441" y="500"/>
                    <a:pt x="501" y="453"/>
                    <a:pt x="537" y="369"/>
                  </a:cubicBezTo>
                  <a:cubicBezTo>
                    <a:pt x="549" y="346"/>
                    <a:pt x="561" y="286"/>
                    <a:pt x="549" y="203"/>
                  </a:cubicBezTo>
                  <a:cubicBezTo>
                    <a:pt x="537" y="131"/>
                    <a:pt x="489" y="72"/>
                    <a:pt x="430" y="48"/>
                  </a:cubicBezTo>
                  <a:cubicBezTo>
                    <a:pt x="394" y="24"/>
                    <a:pt x="370" y="12"/>
                    <a:pt x="32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9"/>
            <p:cNvSpPr/>
            <p:nvPr/>
          </p:nvSpPr>
          <p:spPr>
            <a:xfrm>
              <a:off x="1662729" y="7700511"/>
              <a:ext cx="31031" cy="3103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266" y="1"/>
                  </a:moveTo>
                  <a:cubicBezTo>
                    <a:pt x="249" y="1"/>
                    <a:pt x="232" y="2"/>
                    <a:pt x="214" y="5"/>
                  </a:cubicBezTo>
                  <a:cubicBezTo>
                    <a:pt x="143" y="29"/>
                    <a:pt x="83" y="64"/>
                    <a:pt x="36" y="148"/>
                  </a:cubicBezTo>
                  <a:cubicBezTo>
                    <a:pt x="12" y="195"/>
                    <a:pt x="0" y="279"/>
                    <a:pt x="12" y="338"/>
                  </a:cubicBezTo>
                  <a:cubicBezTo>
                    <a:pt x="33" y="452"/>
                    <a:pt x="152" y="547"/>
                    <a:pt x="276" y="547"/>
                  </a:cubicBezTo>
                  <a:cubicBezTo>
                    <a:pt x="295" y="547"/>
                    <a:pt x="315" y="545"/>
                    <a:pt x="333" y="541"/>
                  </a:cubicBezTo>
                  <a:cubicBezTo>
                    <a:pt x="441" y="517"/>
                    <a:pt x="512" y="445"/>
                    <a:pt x="548" y="338"/>
                  </a:cubicBezTo>
                  <a:lnTo>
                    <a:pt x="548" y="219"/>
                  </a:lnTo>
                  <a:cubicBezTo>
                    <a:pt x="516" y="82"/>
                    <a:pt x="400" y="1"/>
                    <a:pt x="26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9"/>
            <p:cNvSpPr/>
            <p:nvPr/>
          </p:nvSpPr>
          <p:spPr>
            <a:xfrm>
              <a:off x="577908" y="7790828"/>
              <a:ext cx="33805" cy="30521"/>
            </a:xfrm>
            <a:custGeom>
              <a:avLst/>
              <a:gdLst/>
              <a:ahLst/>
              <a:cxnLst/>
              <a:rect l="l" t="t" r="r" b="b"/>
              <a:pathLst>
                <a:path w="597" h="539" extrusionOk="0">
                  <a:moveTo>
                    <a:pt x="292" y="1"/>
                  </a:moveTo>
                  <a:cubicBezTo>
                    <a:pt x="275" y="1"/>
                    <a:pt x="257" y="2"/>
                    <a:pt x="239" y="5"/>
                  </a:cubicBezTo>
                  <a:cubicBezTo>
                    <a:pt x="84" y="41"/>
                    <a:pt x="1" y="184"/>
                    <a:pt x="25" y="339"/>
                  </a:cubicBezTo>
                  <a:cubicBezTo>
                    <a:pt x="25" y="350"/>
                    <a:pt x="37" y="362"/>
                    <a:pt x="37" y="362"/>
                  </a:cubicBezTo>
                  <a:cubicBezTo>
                    <a:pt x="76" y="471"/>
                    <a:pt x="172" y="538"/>
                    <a:pt x="285" y="538"/>
                  </a:cubicBezTo>
                  <a:cubicBezTo>
                    <a:pt x="309" y="538"/>
                    <a:pt x="333" y="535"/>
                    <a:pt x="358" y="529"/>
                  </a:cubicBezTo>
                  <a:lnTo>
                    <a:pt x="370" y="529"/>
                  </a:lnTo>
                  <a:cubicBezTo>
                    <a:pt x="501" y="481"/>
                    <a:pt x="596" y="350"/>
                    <a:pt x="549" y="196"/>
                  </a:cubicBezTo>
                  <a:cubicBezTo>
                    <a:pt x="537" y="124"/>
                    <a:pt x="489" y="77"/>
                    <a:pt x="441" y="41"/>
                  </a:cubicBezTo>
                  <a:cubicBezTo>
                    <a:pt x="397" y="14"/>
                    <a:pt x="345" y="1"/>
                    <a:pt x="29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9"/>
            <p:cNvSpPr/>
            <p:nvPr/>
          </p:nvSpPr>
          <p:spPr>
            <a:xfrm>
              <a:off x="376323" y="7697170"/>
              <a:ext cx="33126" cy="31030"/>
            </a:xfrm>
            <a:custGeom>
              <a:avLst/>
              <a:gdLst/>
              <a:ahLst/>
              <a:cxnLst/>
              <a:rect l="l" t="t" r="r" b="b"/>
              <a:pathLst>
                <a:path w="585" h="548" extrusionOk="0">
                  <a:moveTo>
                    <a:pt x="276" y="0"/>
                  </a:moveTo>
                  <a:cubicBezTo>
                    <a:pt x="260" y="0"/>
                    <a:pt x="243" y="2"/>
                    <a:pt x="227" y="4"/>
                  </a:cubicBezTo>
                  <a:cubicBezTo>
                    <a:pt x="96" y="40"/>
                    <a:pt x="1" y="171"/>
                    <a:pt x="13" y="302"/>
                  </a:cubicBezTo>
                  <a:lnTo>
                    <a:pt x="13" y="338"/>
                  </a:lnTo>
                  <a:cubicBezTo>
                    <a:pt x="43" y="460"/>
                    <a:pt x="153" y="548"/>
                    <a:pt x="281" y="548"/>
                  </a:cubicBezTo>
                  <a:cubicBezTo>
                    <a:pt x="302" y="548"/>
                    <a:pt x="324" y="545"/>
                    <a:pt x="346" y="540"/>
                  </a:cubicBezTo>
                  <a:cubicBezTo>
                    <a:pt x="370" y="540"/>
                    <a:pt x="406" y="528"/>
                    <a:pt x="418" y="516"/>
                  </a:cubicBezTo>
                  <a:cubicBezTo>
                    <a:pt x="525" y="457"/>
                    <a:pt x="584" y="338"/>
                    <a:pt x="549" y="219"/>
                  </a:cubicBezTo>
                  <a:cubicBezTo>
                    <a:pt x="527" y="81"/>
                    <a:pt x="403" y="0"/>
                    <a:pt x="27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4" name="Google Shape;1164;p9"/>
          <p:cNvSpPr/>
          <p:nvPr/>
        </p:nvSpPr>
        <p:spPr>
          <a:xfrm>
            <a:off x="0" y="4845825"/>
            <a:ext cx="9144000" cy="29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5" name="Google Shape;1165;p9"/>
          <p:cNvSpPr txBox="1">
            <a:spLocks noGrp="1"/>
          </p:cNvSpPr>
          <p:nvPr>
            <p:ph type="title"/>
          </p:nvPr>
        </p:nvSpPr>
        <p:spPr>
          <a:xfrm>
            <a:off x="4000475" y="937050"/>
            <a:ext cx="4645200" cy="14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66" name="Google Shape;1166;p9"/>
          <p:cNvSpPr txBox="1">
            <a:spLocks noGrp="1"/>
          </p:cNvSpPr>
          <p:nvPr>
            <p:ph type="subTitle" idx="1"/>
          </p:nvPr>
        </p:nvSpPr>
        <p:spPr>
          <a:xfrm>
            <a:off x="4000625" y="2575550"/>
            <a:ext cx="4423500" cy="13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8" name="Google Shape;1868;p16"/>
          <p:cNvGrpSpPr/>
          <p:nvPr/>
        </p:nvGrpSpPr>
        <p:grpSpPr>
          <a:xfrm rot="-5400000">
            <a:off x="60712" y="3221715"/>
            <a:ext cx="1807469" cy="1928995"/>
            <a:chOff x="4060900" y="1586625"/>
            <a:chExt cx="982000" cy="1048025"/>
          </a:xfrm>
        </p:grpSpPr>
        <p:sp>
          <p:nvSpPr>
            <p:cNvPr id="1869" name="Google Shape;1869;p16"/>
            <p:cNvSpPr/>
            <p:nvPr/>
          </p:nvSpPr>
          <p:spPr>
            <a:xfrm>
              <a:off x="4535675" y="1586625"/>
              <a:ext cx="155700" cy="223875"/>
            </a:xfrm>
            <a:custGeom>
              <a:avLst/>
              <a:gdLst/>
              <a:ahLst/>
              <a:cxnLst/>
              <a:rect l="l" t="t" r="r" b="b"/>
              <a:pathLst>
                <a:path w="6228" h="8955" extrusionOk="0">
                  <a:moveTo>
                    <a:pt x="0" y="1"/>
                  </a:moveTo>
                  <a:lnTo>
                    <a:pt x="5918" y="8859"/>
                  </a:lnTo>
                  <a:lnTo>
                    <a:pt x="6037" y="8954"/>
                  </a:lnTo>
                  <a:cubicBezTo>
                    <a:pt x="6096" y="8907"/>
                    <a:pt x="6156" y="8871"/>
                    <a:pt x="6227" y="8847"/>
                  </a:cubicBezTo>
                  <a:lnTo>
                    <a:pt x="322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16"/>
            <p:cNvSpPr/>
            <p:nvPr/>
          </p:nvSpPr>
          <p:spPr>
            <a:xfrm>
              <a:off x="4392200" y="1586625"/>
              <a:ext cx="25025" cy="13125"/>
            </a:xfrm>
            <a:custGeom>
              <a:avLst/>
              <a:gdLst/>
              <a:ahLst/>
              <a:cxnLst/>
              <a:rect l="l" t="t" r="r" b="b"/>
              <a:pathLst>
                <a:path w="1001" h="525" extrusionOk="0">
                  <a:moveTo>
                    <a:pt x="525" y="1"/>
                  </a:moveTo>
                  <a:lnTo>
                    <a:pt x="1" y="358"/>
                  </a:lnTo>
                  <a:lnTo>
                    <a:pt x="239" y="525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16"/>
            <p:cNvSpPr/>
            <p:nvPr/>
          </p:nvSpPr>
          <p:spPr>
            <a:xfrm>
              <a:off x="4244875" y="1599725"/>
              <a:ext cx="147950" cy="103625"/>
            </a:xfrm>
            <a:custGeom>
              <a:avLst/>
              <a:gdLst/>
              <a:ahLst/>
              <a:cxnLst/>
              <a:rect l="l" t="t" r="r" b="b"/>
              <a:pathLst>
                <a:path w="5918" h="4145" extrusionOk="0">
                  <a:moveTo>
                    <a:pt x="5679" y="1"/>
                  </a:moveTo>
                  <a:lnTo>
                    <a:pt x="0" y="3918"/>
                  </a:lnTo>
                  <a:cubicBezTo>
                    <a:pt x="60" y="3977"/>
                    <a:pt x="119" y="4049"/>
                    <a:pt x="155" y="4144"/>
                  </a:cubicBezTo>
                  <a:lnTo>
                    <a:pt x="5917" y="179"/>
                  </a:lnTo>
                  <a:lnTo>
                    <a:pt x="567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16"/>
            <p:cNvSpPr/>
            <p:nvPr/>
          </p:nvSpPr>
          <p:spPr>
            <a:xfrm>
              <a:off x="4368975" y="1586625"/>
              <a:ext cx="317625" cy="228925"/>
            </a:xfrm>
            <a:custGeom>
              <a:avLst/>
              <a:gdLst/>
              <a:ahLst/>
              <a:cxnLst/>
              <a:rect l="l" t="t" r="r" b="b"/>
              <a:pathLst>
                <a:path w="12705" h="9157" extrusionOk="0">
                  <a:moveTo>
                    <a:pt x="1" y="1"/>
                  </a:moveTo>
                  <a:lnTo>
                    <a:pt x="715" y="525"/>
                  </a:lnTo>
                  <a:lnTo>
                    <a:pt x="930" y="691"/>
                  </a:lnTo>
                  <a:lnTo>
                    <a:pt x="12538" y="9157"/>
                  </a:lnTo>
                  <a:cubicBezTo>
                    <a:pt x="12538" y="9145"/>
                    <a:pt x="12550" y="9145"/>
                    <a:pt x="12550" y="9133"/>
                  </a:cubicBezTo>
                  <a:cubicBezTo>
                    <a:pt x="12598" y="9050"/>
                    <a:pt x="12645" y="8990"/>
                    <a:pt x="12705" y="8954"/>
                  </a:cubicBezTo>
                  <a:lnTo>
                    <a:pt x="12586" y="8859"/>
                  </a:lnTo>
                  <a:lnTo>
                    <a:pt x="1168" y="525"/>
                  </a:lnTo>
                  <a:lnTo>
                    <a:pt x="930" y="358"/>
                  </a:lnTo>
                  <a:lnTo>
                    <a:pt x="44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16"/>
            <p:cNvSpPr/>
            <p:nvPr/>
          </p:nvSpPr>
          <p:spPr>
            <a:xfrm>
              <a:off x="4224025" y="1586625"/>
              <a:ext cx="14025" cy="106900"/>
            </a:xfrm>
            <a:custGeom>
              <a:avLst/>
              <a:gdLst/>
              <a:ahLst/>
              <a:cxnLst/>
              <a:rect l="l" t="t" r="r" b="b"/>
              <a:pathLst>
                <a:path w="561" h="4276" extrusionOk="0">
                  <a:moveTo>
                    <a:pt x="1" y="1"/>
                  </a:moveTo>
                  <a:lnTo>
                    <a:pt x="286" y="4275"/>
                  </a:lnTo>
                  <a:cubicBezTo>
                    <a:pt x="334" y="4269"/>
                    <a:pt x="379" y="4266"/>
                    <a:pt x="423" y="4266"/>
                  </a:cubicBezTo>
                  <a:cubicBezTo>
                    <a:pt x="468" y="4266"/>
                    <a:pt x="513" y="4269"/>
                    <a:pt x="560" y="4275"/>
                  </a:cubicBezTo>
                  <a:lnTo>
                    <a:pt x="27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16"/>
            <p:cNvSpPr/>
            <p:nvPr/>
          </p:nvSpPr>
          <p:spPr>
            <a:xfrm>
              <a:off x="4149025" y="1586625"/>
              <a:ext cx="80975" cy="110475"/>
            </a:xfrm>
            <a:custGeom>
              <a:avLst/>
              <a:gdLst/>
              <a:ahLst/>
              <a:cxnLst/>
              <a:rect l="l" t="t" r="r" b="b"/>
              <a:pathLst>
                <a:path w="3239" h="4419" extrusionOk="0">
                  <a:moveTo>
                    <a:pt x="0" y="1"/>
                  </a:moveTo>
                  <a:lnTo>
                    <a:pt x="3001" y="4418"/>
                  </a:lnTo>
                  <a:cubicBezTo>
                    <a:pt x="3084" y="4370"/>
                    <a:pt x="3155" y="4323"/>
                    <a:pt x="3239" y="4287"/>
                  </a:cubicBezTo>
                  <a:lnTo>
                    <a:pt x="322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16"/>
            <p:cNvSpPr/>
            <p:nvPr/>
          </p:nvSpPr>
          <p:spPr>
            <a:xfrm>
              <a:off x="4705925" y="1827450"/>
              <a:ext cx="298275" cy="234875"/>
            </a:xfrm>
            <a:custGeom>
              <a:avLst/>
              <a:gdLst/>
              <a:ahLst/>
              <a:cxnLst/>
              <a:rect l="l" t="t" r="r" b="b"/>
              <a:pathLst>
                <a:path w="11931" h="9395" extrusionOk="0">
                  <a:moveTo>
                    <a:pt x="144" y="0"/>
                  </a:moveTo>
                  <a:lnTo>
                    <a:pt x="108" y="95"/>
                  </a:lnTo>
                  <a:cubicBezTo>
                    <a:pt x="96" y="131"/>
                    <a:pt x="48" y="191"/>
                    <a:pt x="1" y="226"/>
                  </a:cubicBezTo>
                  <a:lnTo>
                    <a:pt x="11776" y="9394"/>
                  </a:lnTo>
                  <a:cubicBezTo>
                    <a:pt x="11776" y="9394"/>
                    <a:pt x="11776" y="9382"/>
                    <a:pt x="11788" y="9382"/>
                  </a:cubicBezTo>
                  <a:cubicBezTo>
                    <a:pt x="11836" y="9299"/>
                    <a:pt x="11871" y="9239"/>
                    <a:pt x="11931" y="9180"/>
                  </a:cubicBezTo>
                  <a:lnTo>
                    <a:pt x="14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16"/>
            <p:cNvSpPr/>
            <p:nvPr/>
          </p:nvSpPr>
          <p:spPr>
            <a:xfrm>
              <a:off x="4240700" y="1717600"/>
              <a:ext cx="163125" cy="235475"/>
            </a:xfrm>
            <a:custGeom>
              <a:avLst/>
              <a:gdLst/>
              <a:ahLst/>
              <a:cxnLst/>
              <a:rect l="l" t="t" r="r" b="b"/>
              <a:pathLst>
                <a:path w="6525" h="9419" extrusionOk="0">
                  <a:moveTo>
                    <a:pt x="215" y="1"/>
                  </a:moveTo>
                  <a:cubicBezTo>
                    <a:pt x="155" y="84"/>
                    <a:pt x="84" y="120"/>
                    <a:pt x="0" y="167"/>
                  </a:cubicBezTo>
                  <a:lnTo>
                    <a:pt x="6287" y="9418"/>
                  </a:lnTo>
                  <a:cubicBezTo>
                    <a:pt x="6299" y="9407"/>
                    <a:pt x="6334" y="9383"/>
                    <a:pt x="6358" y="9371"/>
                  </a:cubicBezTo>
                  <a:cubicBezTo>
                    <a:pt x="6418" y="9323"/>
                    <a:pt x="6465" y="9311"/>
                    <a:pt x="6525" y="9287"/>
                  </a:cubicBezTo>
                  <a:lnTo>
                    <a:pt x="215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16"/>
            <p:cNvSpPr/>
            <p:nvPr/>
          </p:nvSpPr>
          <p:spPr>
            <a:xfrm>
              <a:off x="4165400" y="1884000"/>
              <a:ext cx="124725" cy="117300"/>
            </a:xfrm>
            <a:custGeom>
              <a:avLst/>
              <a:gdLst/>
              <a:ahLst/>
              <a:cxnLst/>
              <a:rect l="l" t="t" r="r" b="b"/>
              <a:pathLst>
                <a:path w="4989" h="4692" extrusionOk="0">
                  <a:moveTo>
                    <a:pt x="191" y="0"/>
                  </a:moveTo>
                  <a:cubicBezTo>
                    <a:pt x="143" y="72"/>
                    <a:pt x="72" y="131"/>
                    <a:pt x="0" y="179"/>
                  </a:cubicBezTo>
                  <a:lnTo>
                    <a:pt x="4822" y="4691"/>
                  </a:lnTo>
                  <a:cubicBezTo>
                    <a:pt x="4822" y="4679"/>
                    <a:pt x="4834" y="4656"/>
                    <a:pt x="4834" y="4656"/>
                  </a:cubicBezTo>
                  <a:cubicBezTo>
                    <a:pt x="4882" y="4584"/>
                    <a:pt x="4917" y="4536"/>
                    <a:pt x="4989" y="4501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16"/>
            <p:cNvSpPr/>
            <p:nvPr/>
          </p:nvSpPr>
          <p:spPr>
            <a:xfrm>
              <a:off x="4415725" y="1825350"/>
              <a:ext cx="268800" cy="134875"/>
            </a:xfrm>
            <a:custGeom>
              <a:avLst/>
              <a:gdLst/>
              <a:ahLst/>
              <a:cxnLst/>
              <a:rect l="l" t="t" r="r" b="b"/>
              <a:pathLst>
                <a:path w="10752" h="5395" extrusionOk="0">
                  <a:moveTo>
                    <a:pt x="10633" y="1"/>
                  </a:moveTo>
                  <a:lnTo>
                    <a:pt x="0" y="5144"/>
                  </a:lnTo>
                  <a:cubicBezTo>
                    <a:pt x="12" y="5156"/>
                    <a:pt x="12" y="5180"/>
                    <a:pt x="36" y="5180"/>
                  </a:cubicBezTo>
                  <a:cubicBezTo>
                    <a:pt x="72" y="5251"/>
                    <a:pt x="107" y="5323"/>
                    <a:pt x="107" y="5394"/>
                  </a:cubicBezTo>
                  <a:lnTo>
                    <a:pt x="10752" y="239"/>
                  </a:lnTo>
                  <a:cubicBezTo>
                    <a:pt x="10680" y="155"/>
                    <a:pt x="10656" y="84"/>
                    <a:pt x="1063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16"/>
            <p:cNvSpPr/>
            <p:nvPr/>
          </p:nvSpPr>
          <p:spPr>
            <a:xfrm>
              <a:off x="4410950" y="1967925"/>
              <a:ext cx="78325" cy="111950"/>
            </a:xfrm>
            <a:custGeom>
              <a:avLst/>
              <a:gdLst/>
              <a:ahLst/>
              <a:cxnLst/>
              <a:rect l="l" t="t" r="r" b="b"/>
              <a:pathLst>
                <a:path w="3133" h="4478" extrusionOk="0">
                  <a:moveTo>
                    <a:pt x="203" y="1"/>
                  </a:moveTo>
                  <a:cubicBezTo>
                    <a:pt x="179" y="48"/>
                    <a:pt x="132" y="96"/>
                    <a:pt x="72" y="144"/>
                  </a:cubicBezTo>
                  <a:cubicBezTo>
                    <a:pt x="36" y="156"/>
                    <a:pt x="25" y="167"/>
                    <a:pt x="1" y="179"/>
                  </a:cubicBezTo>
                  <a:lnTo>
                    <a:pt x="2870" y="4477"/>
                  </a:lnTo>
                  <a:cubicBezTo>
                    <a:pt x="2965" y="4442"/>
                    <a:pt x="3049" y="4418"/>
                    <a:pt x="3132" y="4394"/>
                  </a:cubicBezTo>
                  <a:lnTo>
                    <a:pt x="20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16"/>
            <p:cNvSpPr/>
            <p:nvPr/>
          </p:nvSpPr>
          <p:spPr>
            <a:xfrm>
              <a:off x="4061200" y="21239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16"/>
            <p:cNvSpPr/>
            <p:nvPr/>
          </p:nvSpPr>
          <p:spPr>
            <a:xfrm>
              <a:off x="4060900" y="21218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16"/>
            <p:cNvSpPr/>
            <p:nvPr/>
          </p:nvSpPr>
          <p:spPr>
            <a:xfrm>
              <a:off x="4060900" y="21230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16"/>
            <p:cNvSpPr/>
            <p:nvPr/>
          </p:nvSpPr>
          <p:spPr>
            <a:xfrm>
              <a:off x="4313325" y="1964350"/>
              <a:ext cx="84550" cy="44675"/>
            </a:xfrm>
            <a:custGeom>
              <a:avLst/>
              <a:gdLst/>
              <a:ahLst/>
              <a:cxnLst/>
              <a:rect l="l" t="t" r="r" b="b"/>
              <a:pathLst>
                <a:path w="3382" h="1787" extrusionOk="0">
                  <a:moveTo>
                    <a:pt x="3263" y="1"/>
                  </a:moveTo>
                  <a:lnTo>
                    <a:pt x="0" y="1513"/>
                  </a:lnTo>
                  <a:cubicBezTo>
                    <a:pt x="48" y="1608"/>
                    <a:pt x="60" y="1703"/>
                    <a:pt x="48" y="1787"/>
                  </a:cubicBezTo>
                  <a:lnTo>
                    <a:pt x="3382" y="227"/>
                  </a:lnTo>
                  <a:cubicBezTo>
                    <a:pt x="3358" y="191"/>
                    <a:pt x="3334" y="179"/>
                    <a:pt x="3322" y="144"/>
                  </a:cubicBezTo>
                  <a:cubicBezTo>
                    <a:pt x="3287" y="108"/>
                    <a:pt x="3263" y="49"/>
                    <a:pt x="326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16"/>
            <p:cNvSpPr/>
            <p:nvPr/>
          </p:nvSpPr>
          <p:spPr>
            <a:xfrm>
              <a:off x="4068650" y="2015250"/>
              <a:ext cx="221775" cy="104225"/>
            </a:xfrm>
            <a:custGeom>
              <a:avLst/>
              <a:gdLst/>
              <a:ahLst/>
              <a:cxnLst/>
              <a:rect l="l" t="t" r="r" b="b"/>
              <a:pathLst>
                <a:path w="8871" h="4169" extrusionOk="0">
                  <a:moveTo>
                    <a:pt x="8692" y="1"/>
                  </a:moveTo>
                  <a:lnTo>
                    <a:pt x="48" y="4049"/>
                  </a:lnTo>
                  <a:lnTo>
                    <a:pt x="1" y="4168"/>
                  </a:lnTo>
                  <a:lnTo>
                    <a:pt x="1" y="4168"/>
                  </a:lnTo>
                  <a:lnTo>
                    <a:pt x="477" y="4144"/>
                  </a:lnTo>
                  <a:lnTo>
                    <a:pt x="8871" y="215"/>
                  </a:lnTo>
                  <a:cubicBezTo>
                    <a:pt x="8787" y="156"/>
                    <a:pt x="8740" y="84"/>
                    <a:pt x="8692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16"/>
            <p:cNvSpPr/>
            <p:nvPr/>
          </p:nvSpPr>
          <p:spPr>
            <a:xfrm>
              <a:off x="4060900" y="2122125"/>
              <a:ext cx="25" cy="900"/>
            </a:xfrm>
            <a:custGeom>
              <a:avLst/>
              <a:gdLst/>
              <a:ahLst/>
              <a:cxnLst/>
              <a:rect l="l" t="t" r="r" b="b"/>
              <a:pathLst>
                <a:path w="1" h="36" extrusionOk="0">
                  <a:moveTo>
                    <a:pt x="1" y="36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16"/>
            <p:cNvSpPr/>
            <p:nvPr/>
          </p:nvSpPr>
          <p:spPr>
            <a:xfrm>
              <a:off x="4060900" y="21233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16"/>
            <p:cNvSpPr/>
            <p:nvPr/>
          </p:nvSpPr>
          <p:spPr>
            <a:xfrm>
              <a:off x="4060900" y="21230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16"/>
            <p:cNvSpPr/>
            <p:nvPr/>
          </p:nvSpPr>
          <p:spPr>
            <a:xfrm>
              <a:off x="4060900" y="1888450"/>
              <a:ext cx="92900" cy="233400"/>
            </a:xfrm>
            <a:custGeom>
              <a:avLst/>
              <a:gdLst/>
              <a:ahLst/>
              <a:cxnLst/>
              <a:rect l="l" t="t" r="r" b="b"/>
              <a:pathLst>
                <a:path w="3716" h="9336" extrusionOk="0">
                  <a:moveTo>
                    <a:pt x="3466" y="1"/>
                  </a:moveTo>
                  <a:lnTo>
                    <a:pt x="22" y="9278"/>
                  </a:lnTo>
                  <a:lnTo>
                    <a:pt x="37" y="9264"/>
                  </a:lnTo>
                  <a:lnTo>
                    <a:pt x="108" y="9264"/>
                  </a:lnTo>
                  <a:lnTo>
                    <a:pt x="322" y="9240"/>
                  </a:lnTo>
                  <a:lnTo>
                    <a:pt x="370" y="9121"/>
                  </a:lnTo>
                  <a:lnTo>
                    <a:pt x="3716" y="108"/>
                  </a:lnTo>
                  <a:cubicBezTo>
                    <a:pt x="3644" y="84"/>
                    <a:pt x="3549" y="60"/>
                    <a:pt x="3478" y="13"/>
                  </a:cubicBezTo>
                  <a:cubicBezTo>
                    <a:pt x="3478" y="13"/>
                    <a:pt x="3466" y="13"/>
                    <a:pt x="3466" y="1"/>
                  </a:cubicBezTo>
                  <a:close/>
                  <a:moveTo>
                    <a:pt x="22" y="9278"/>
                  </a:moveTo>
                  <a:lnTo>
                    <a:pt x="13" y="9288"/>
                  </a:lnTo>
                  <a:lnTo>
                    <a:pt x="13" y="9300"/>
                  </a:lnTo>
                  <a:cubicBezTo>
                    <a:pt x="13" y="9300"/>
                    <a:pt x="1" y="9323"/>
                    <a:pt x="1" y="9335"/>
                  </a:cubicBezTo>
                  <a:lnTo>
                    <a:pt x="22" y="9278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16"/>
            <p:cNvSpPr/>
            <p:nvPr/>
          </p:nvSpPr>
          <p:spPr>
            <a:xfrm>
              <a:off x="4060900" y="2123600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" y="1"/>
                  </a:moveTo>
                  <a:cubicBezTo>
                    <a:pt x="1" y="13"/>
                    <a:pt x="1" y="13"/>
                    <a:pt x="1" y="1"/>
                  </a:cubicBezTo>
                  <a:cubicBezTo>
                    <a:pt x="13" y="13"/>
                    <a:pt x="13" y="13"/>
                    <a:pt x="1" y="1"/>
                  </a:cubicBezTo>
                  <a:cubicBezTo>
                    <a:pt x="1" y="13"/>
                    <a:pt x="1" y="13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16"/>
            <p:cNvSpPr/>
            <p:nvPr/>
          </p:nvSpPr>
          <p:spPr>
            <a:xfrm>
              <a:off x="4061200" y="2124500"/>
              <a:ext cx="217925" cy="393825"/>
            </a:xfrm>
            <a:custGeom>
              <a:avLst/>
              <a:gdLst/>
              <a:ahLst/>
              <a:cxnLst/>
              <a:rect l="l" t="t" r="r" b="b"/>
              <a:pathLst>
                <a:path w="8717" h="15753" extrusionOk="0">
                  <a:moveTo>
                    <a:pt x="1" y="0"/>
                  </a:moveTo>
                  <a:cubicBezTo>
                    <a:pt x="3" y="8"/>
                    <a:pt x="7" y="15"/>
                    <a:pt x="13" y="22"/>
                  </a:cubicBezTo>
                  <a:lnTo>
                    <a:pt x="13" y="22"/>
                  </a:lnTo>
                  <a:lnTo>
                    <a:pt x="1" y="0"/>
                  </a:lnTo>
                  <a:close/>
                  <a:moveTo>
                    <a:pt x="13" y="22"/>
                  </a:moveTo>
                  <a:lnTo>
                    <a:pt x="8478" y="15752"/>
                  </a:lnTo>
                  <a:cubicBezTo>
                    <a:pt x="8561" y="15717"/>
                    <a:pt x="8633" y="15669"/>
                    <a:pt x="8716" y="15633"/>
                  </a:cubicBezTo>
                  <a:lnTo>
                    <a:pt x="322" y="60"/>
                  </a:lnTo>
                  <a:lnTo>
                    <a:pt x="120" y="72"/>
                  </a:lnTo>
                  <a:cubicBezTo>
                    <a:pt x="73" y="72"/>
                    <a:pt x="33" y="49"/>
                    <a:pt x="13" y="2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16"/>
            <p:cNvSpPr/>
            <p:nvPr/>
          </p:nvSpPr>
          <p:spPr>
            <a:xfrm>
              <a:off x="4060900" y="21218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16"/>
            <p:cNvSpPr/>
            <p:nvPr/>
          </p:nvSpPr>
          <p:spPr>
            <a:xfrm>
              <a:off x="4060900" y="212300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3"/>
                    <a:pt x="1" y="13"/>
                    <a:pt x="1" y="1"/>
                  </a:cubicBezTo>
                  <a:cubicBezTo>
                    <a:pt x="1" y="13"/>
                    <a:pt x="1" y="13"/>
                    <a:pt x="1" y="1"/>
                  </a:cubicBezTo>
                  <a:cubicBezTo>
                    <a:pt x="1" y="13"/>
                    <a:pt x="1" y="13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16"/>
            <p:cNvSpPr/>
            <p:nvPr/>
          </p:nvSpPr>
          <p:spPr>
            <a:xfrm>
              <a:off x="4062400" y="2119775"/>
              <a:ext cx="325" cy="275"/>
            </a:xfrm>
            <a:custGeom>
              <a:avLst/>
              <a:gdLst/>
              <a:ahLst/>
              <a:cxnLst/>
              <a:rect l="l" t="t" r="r" b="b"/>
              <a:pathLst>
                <a:path w="13" h="11" extrusionOk="0">
                  <a:moveTo>
                    <a:pt x="12" y="0"/>
                  </a:moveTo>
                  <a:cubicBezTo>
                    <a:pt x="11" y="0"/>
                    <a:pt x="8" y="11"/>
                    <a:pt x="1" y="11"/>
                  </a:cubicBezTo>
                  <a:lnTo>
                    <a:pt x="12" y="11"/>
                  </a:lnTo>
                  <a:cubicBezTo>
                    <a:pt x="12" y="3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16"/>
            <p:cNvSpPr/>
            <p:nvPr/>
          </p:nvSpPr>
          <p:spPr>
            <a:xfrm>
              <a:off x="4061200" y="212062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3"/>
                  </a:moveTo>
                  <a:cubicBezTo>
                    <a:pt x="1" y="13"/>
                    <a:pt x="1" y="1"/>
                    <a:pt x="1" y="13"/>
                  </a:cubicBez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16"/>
            <p:cNvSpPr/>
            <p:nvPr/>
          </p:nvSpPr>
          <p:spPr>
            <a:xfrm>
              <a:off x="4062400" y="2120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16"/>
            <p:cNvSpPr/>
            <p:nvPr/>
          </p:nvSpPr>
          <p:spPr>
            <a:xfrm>
              <a:off x="4063000" y="21194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0" y="0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16"/>
            <p:cNvSpPr/>
            <p:nvPr/>
          </p:nvSpPr>
          <p:spPr>
            <a:xfrm>
              <a:off x="4348750" y="2085200"/>
              <a:ext cx="488175" cy="446225"/>
            </a:xfrm>
            <a:custGeom>
              <a:avLst/>
              <a:gdLst/>
              <a:ahLst/>
              <a:cxnLst/>
              <a:rect l="l" t="t" r="r" b="b"/>
              <a:pathLst>
                <a:path w="19527" h="17849" extrusionOk="0">
                  <a:moveTo>
                    <a:pt x="19515" y="1"/>
                  </a:moveTo>
                  <a:lnTo>
                    <a:pt x="19217" y="25"/>
                  </a:lnTo>
                  <a:lnTo>
                    <a:pt x="0" y="17658"/>
                  </a:lnTo>
                  <a:cubicBezTo>
                    <a:pt x="60" y="17717"/>
                    <a:pt x="119" y="17777"/>
                    <a:pt x="179" y="17848"/>
                  </a:cubicBezTo>
                  <a:lnTo>
                    <a:pt x="19479" y="144"/>
                  </a:lnTo>
                  <a:cubicBezTo>
                    <a:pt x="19527" y="108"/>
                    <a:pt x="19527" y="48"/>
                    <a:pt x="1951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16"/>
            <p:cNvSpPr/>
            <p:nvPr/>
          </p:nvSpPr>
          <p:spPr>
            <a:xfrm>
              <a:off x="4521375" y="2069725"/>
              <a:ext cx="477175" cy="31875"/>
            </a:xfrm>
            <a:custGeom>
              <a:avLst/>
              <a:gdLst/>
              <a:ahLst/>
              <a:cxnLst/>
              <a:rect l="l" t="t" r="r" b="b"/>
              <a:pathLst>
                <a:path w="19087" h="1275" extrusionOk="0">
                  <a:moveTo>
                    <a:pt x="19063" y="1"/>
                  </a:moveTo>
                  <a:lnTo>
                    <a:pt x="1" y="1013"/>
                  </a:lnTo>
                  <a:cubicBezTo>
                    <a:pt x="37" y="1096"/>
                    <a:pt x="60" y="1191"/>
                    <a:pt x="72" y="1275"/>
                  </a:cubicBezTo>
                  <a:lnTo>
                    <a:pt x="12324" y="620"/>
                  </a:lnTo>
                  <a:lnTo>
                    <a:pt x="12622" y="608"/>
                  </a:lnTo>
                  <a:lnTo>
                    <a:pt x="19087" y="263"/>
                  </a:lnTo>
                  <a:cubicBezTo>
                    <a:pt x="19063" y="179"/>
                    <a:pt x="19063" y="84"/>
                    <a:pt x="1906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16"/>
            <p:cNvSpPr/>
            <p:nvPr/>
          </p:nvSpPr>
          <p:spPr>
            <a:xfrm>
              <a:off x="4060900" y="2098000"/>
              <a:ext cx="405150" cy="28075"/>
            </a:xfrm>
            <a:custGeom>
              <a:avLst/>
              <a:gdLst/>
              <a:ahLst/>
              <a:cxnLst/>
              <a:rect l="l" t="t" r="r" b="b"/>
              <a:pathLst>
                <a:path w="16206" h="1123" extrusionOk="0">
                  <a:moveTo>
                    <a:pt x="16205" y="1"/>
                  </a:moveTo>
                  <a:lnTo>
                    <a:pt x="799" y="810"/>
                  </a:lnTo>
                  <a:lnTo>
                    <a:pt x="322" y="846"/>
                  </a:lnTo>
                  <a:lnTo>
                    <a:pt x="120" y="858"/>
                  </a:lnTo>
                  <a:lnTo>
                    <a:pt x="72" y="858"/>
                  </a:lnTo>
                  <a:cubicBezTo>
                    <a:pt x="61" y="858"/>
                    <a:pt x="61" y="858"/>
                    <a:pt x="37" y="882"/>
                  </a:cubicBezTo>
                  <a:lnTo>
                    <a:pt x="13" y="906"/>
                  </a:lnTo>
                  <a:lnTo>
                    <a:pt x="13" y="918"/>
                  </a:lnTo>
                  <a:cubicBezTo>
                    <a:pt x="13" y="941"/>
                    <a:pt x="1" y="941"/>
                    <a:pt x="1" y="953"/>
                  </a:cubicBezTo>
                  <a:lnTo>
                    <a:pt x="1" y="977"/>
                  </a:lnTo>
                  <a:lnTo>
                    <a:pt x="1" y="1001"/>
                  </a:lnTo>
                  <a:lnTo>
                    <a:pt x="1" y="1013"/>
                  </a:lnTo>
                  <a:lnTo>
                    <a:pt x="1" y="1025"/>
                  </a:lnTo>
                  <a:cubicBezTo>
                    <a:pt x="22" y="1087"/>
                    <a:pt x="70" y="1122"/>
                    <a:pt x="113" y="1122"/>
                  </a:cubicBezTo>
                  <a:cubicBezTo>
                    <a:pt x="120" y="1122"/>
                    <a:pt x="126" y="1121"/>
                    <a:pt x="132" y="1120"/>
                  </a:cubicBezTo>
                  <a:lnTo>
                    <a:pt x="334" y="1096"/>
                  </a:lnTo>
                  <a:lnTo>
                    <a:pt x="16146" y="263"/>
                  </a:lnTo>
                  <a:cubicBezTo>
                    <a:pt x="16146" y="179"/>
                    <a:pt x="16170" y="84"/>
                    <a:pt x="1620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16"/>
            <p:cNvSpPr/>
            <p:nvPr/>
          </p:nvSpPr>
          <p:spPr>
            <a:xfrm>
              <a:off x="4238325" y="2509150"/>
              <a:ext cx="136050" cy="125500"/>
            </a:xfrm>
            <a:custGeom>
              <a:avLst/>
              <a:gdLst/>
              <a:ahLst/>
              <a:cxnLst/>
              <a:rect l="l" t="t" r="r" b="b"/>
              <a:pathLst>
                <a:path w="5442" h="5020" extrusionOk="0">
                  <a:moveTo>
                    <a:pt x="2687" y="1"/>
                  </a:moveTo>
                  <a:cubicBezTo>
                    <a:pt x="2496" y="1"/>
                    <a:pt x="2302" y="23"/>
                    <a:pt x="2108" y="69"/>
                  </a:cubicBezTo>
                  <a:cubicBezTo>
                    <a:pt x="1953" y="116"/>
                    <a:pt x="1786" y="164"/>
                    <a:pt x="1631" y="235"/>
                  </a:cubicBezTo>
                  <a:cubicBezTo>
                    <a:pt x="1560" y="283"/>
                    <a:pt x="1476" y="307"/>
                    <a:pt x="1393" y="354"/>
                  </a:cubicBezTo>
                  <a:cubicBezTo>
                    <a:pt x="488" y="902"/>
                    <a:pt x="0" y="1998"/>
                    <a:pt x="250" y="3093"/>
                  </a:cubicBezTo>
                  <a:cubicBezTo>
                    <a:pt x="535" y="4252"/>
                    <a:pt x="1557" y="5020"/>
                    <a:pt x="2687" y="5020"/>
                  </a:cubicBezTo>
                  <a:cubicBezTo>
                    <a:pt x="2881" y="5020"/>
                    <a:pt x="3077" y="4997"/>
                    <a:pt x="3274" y="4950"/>
                  </a:cubicBezTo>
                  <a:cubicBezTo>
                    <a:pt x="4620" y="4629"/>
                    <a:pt x="5441" y="3271"/>
                    <a:pt x="5132" y="1938"/>
                  </a:cubicBezTo>
                  <a:cubicBezTo>
                    <a:pt x="5048" y="1533"/>
                    <a:pt x="4846" y="1188"/>
                    <a:pt x="4596" y="890"/>
                  </a:cubicBezTo>
                  <a:cubicBezTo>
                    <a:pt x="4548" y="819"/>
                    <a:pt x="4489" y="759"/>
                    <a:pt x="4417" y="700"/>
                  </a:cubicBezTo>
                  <a:cubicBezTo>
                    <a:pt x="3957" y="258"/>
                    <a:pt x="3340" y="1"/>
                    <a:pt x="268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16"/>
            <p:cNvSpPr/>
            <p:nvPr/>
          </p:nvSpPr>
          <p:spPr>
            <a:xfrm>
              <a:off x="4463650" y="2077450"/>
              <a:ext cx="61025" cy="59300"/>
            </a:xfrm>
            <a:custGeom>
              <a:avLst/>
              <a:gdLst/>
              <a:ahLst/>
              <a:cxnLst/>
              <a:rect l="l" t="t" r="r" b="b"/>
              <a:pathLst>
                <a:path w="2441" h="2372" extrusionOk="0">
                  <a:moveTo>
                    <a:pt x="1220" y="0"/>
                  </a:moveTo>
                  <a:cubicBezTo>
                    <a:pt x="1158" y="0"/>
                    <a:pt x="1097" y="5"/>
                    <a:pt x="1036" y="13"/>
                  </a:cubicBezTo>
                  <a:cubicBezTo>
                    <a:pt x="941" y="37"/>
                    <a:pt x="857" y="61"/>
                    <a:pt x="762" y="96"/>
                  </a:cubicBezTo>
                  <a:cubicBezTo>
                    <a:pt x="524" y="180"/>
                    <a:pt x="334" y="358"/>
                    <a:pt x="203" y="585"/>
                  </a:cubicBezTo>
                  <a:cubicBezTo>
                    <a:pt x="155" y="656"/>
                    <a:pt x="119" y="751"/>
                    <a:pt x="95" y="823"/>
                  </a:cubicBezTo>
                  <a:cubicBezTo>
                    <a:pt x="60" y="906"/>
                    <a:pt x="48" y="1001"/>
                    <a:pt x="36" y="1085"/>
                  </a:cubicBezTo>
                  <a:cubicBezTo>
                    <a:pt x="0" y="1537"/>
                    <a:pt x="214" y="1966"/>
                    <a:pt x="619" y="2204"/>
                  </a:cubicBezTo>
                  <a:cubicBezTo>
                    <a:pt x="809" y="2317"/>
                    <a:pt x="1018" y="2371"/>
                    <a:pt x="1224" y="2371"/>
                  </a:cubicBezTo>
                  <a:cubicBezTo>
                    <a:pt x="1627" y="2371"/>
                    <a:pt x="2022" y="2165"/>
                    <a:pt x="2250" y="1787"/>
                  </a:cubicBezTo>
                  <a:cubicBezTo>
                    <a:pt x="2405" y="1537"/>
                    <a:pt x="2441" y="1239"/>
                    <a:pt x="2405" y="966"/>
                  </a:cubicBezTo>
                  <a:cubicBezTo>
                    <a:pt x="2381" y="882"/>
                    <a:pt x="2358" y="787"/>
                    <a:pt x="2322" y="704"/>
                  </a:cubicBezTo>
                  <a:cubicBezTo>
                    <a:pt x="2203" y="489"/>
                    <a:pt x="2048" y="299"/>
                    <a:pt x="1822" y="168"/>
                  </a:cubicBezTo>
                  <a:cubicBezTo>
                    <a:pt x="1630" y="49"/>
                    <a:pt x="1424" y="0"/>
                    <a:pt x="1220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16"/>
            <p:cNvSpPr/>
            <p:nvPr/>
          </p:nvSpPr>
          <p:spPr>
            <a:xfrm>
              <a:off x="4997625" y="2051475"/>
              <a:ext cx="45275" cy="42075"/>
            </a:xfrm>
            <a:custGeom>
              <a:avLst/>
              <a:gdLst/>
              <a:ahLst/>
              <a:cxnLst/>
              <a:rect l="l" t="t" r="r" b="b"/>
              <a:pathLst>
                <a:path w="1811" h="1683" extrusionOk="0">
                  <a:moveTo>
                    <a:pt x="852" y="1"/>
                  </a:moveTo>
                  <a:cubicBezTo>
                    <a:pt x="643" y="1"/>
                    <a:pt x="440" y="79"/>
                    <a:pt x="287" y="219"/>
                  </a:cubicBezTo>
                  <a:cubicBezTo>
                    <a:pt x="227" y="278"/>
                    <a:pt x="180" y="338"/>
                    <a:pt x="132" y="421"/>
                  </a:cubicBezTo>
                  <a:cubicBezTo>
                    <a:pt x="120" y="421"/>
                    <a:pt x="120" y="433"/>
                    <a:pt x="120" y="433"/>
                  </a:cubicBezTo>
                  <a:cubicBezTo>
                    <a:pt x="60" y="516"/>
                    <a:pt x="37" y="624"/>
                    <a:pt x="13" y="731"/>
                  </a:cubicBezTo>
                  <a:cubicBezTo>
                    <a:pt x="1" y="814"/>
                    <a:pt x="13" y="909"/>
                    <a:pt x="25" y="993"/>
                  </a:cubicBezTo>
                  <a:cubicBezTo>
                    <a:pt x="72" y="1219"/>
                    <a:pt x="203" y="1433"/>
                    <a:pt x="430" y="1564"/>
                  </a:cubicBezTo>
                  <a:cubicBezTo>
                    <a:pt x="566" y="1644"/>
                    <a:pt x="716" y="1683"/>
                    <a:pt x="864" y="1683"/>
                  </a:cubicBezTo>
                  <a:cubicBezTo>
                    <a:pt x="1154" y="1683"/>
                    <a:pt x="1435" y="1535"/>
                    <a:pt x="1584" y="1266"/>
                  </a:cubicBezTo>
                  <a:cubicBezTo>
                    <a:pt x="1811" y="874"/>
                    <a:pt x="1680" y="362"/>
                    <a:pt x="1287" y="123"/>
                  </a:cubicBezTo>
                  <a:cubicBezTo>
                    <a:pt x="1149" y="40"/>
                    <a:pt x="999" y="1"/>
                    <a:pt x="85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16"/>
            <p:cNvSpPr/>
            <p:nvPr/>
          </p:nvSpPr>
          <p:spPr>
            <a:xfrm>
              <a:off x="4680925" y="1807100"/>
              <a:ext cx="31875" cy="29875"/>
            </a:xfrm>
            <a:custGeom>
              <a:avLst/>
              <a:gdLst/>
              <a:ahLst/>
              <a:cxnLst/>
              <a:rect l="l" t="t" r="r" b="b"/>
              <a:pathLst>
                <a:path w="1275" h="1195" extrusionOk="0">
                  <a:moveTo>
                    <a:pt x="613" y="1"/>
                  </a:moveTo>
                  <a:cubicBezTo>
                    <a:pt x="553" y="1"/>
                    <a:pt x="494" y="10"/>
                    <a:pt x="441" y="28"/>
                  </a:cubicBezTo>
                  <a:cubicBezTo>
                    <a:pt x="358" y="40"/>
                    <a:pt x="298" y="88"/>
                    <a:pt x="239" y="135"/>
                  </a:cubicBezTo>
                  <a:cubicBezTo>
                    <a:pt x="179" y="171"/>
                    <a:pt x="120" y="231"/>
                    <a:pt x="96" y="314"/>
                  </a:cubicBezTo>
                  <a:cubicBezTo>
                    <a:pt x="96" y="326"/>
                    <a:pt x="84" y="326"/>
                    <a:pt x="84" y="338"/>
                  </a:cubicBezTo>
                  <a:cubicBezTo>
                    <a:pt x="25" y="469"/>
                    <a:pt x="1" y="612"/>
                    <a:pt x="36" y="743"/>
                  </a:cubicBezTo>
                  <a:cubicBezTo>
                    <a:pt x="48" y="826"/>
                    <a:pt x="96" y="909"/>
                    <a:pt x="155" y="981"/>
                  </a:cubicBezTo>
                  <a:cubicBezTo>
                    <a:pt x="203" y="1040"/>
                    <a:pt x="263" y="1076"/>
                    <a:pt x="322" y="1112"/>
                  </a:cubicBezTo>
                  <a:cubicBezTo>
                    <a:pt x="423" y="1167"/>
                    <a:pt x="530" y="1195"/>
                    <a:pt x="634" y="1195"/>
                  </a:cubicBezTo>
                  <a:cubicBezTo>
                    <a:pt x="775" y="1195"/>
                    <a:pt x="910" y="1143"/>
                    <a:pt x="1013" y="1040"/>
                  </a:cubicBezTo>
                  <a:cubicBezTo>
                    <a:pt x="1060" y="993"/>
                    <a:pt x="1096" y="945"/>
                    <a:pt x="1120" y="909"/>
                  </a:cubicBezTo>
                  <a:lnTo>
                    <a:pt x="1168" y="814"/>
                  </a:lnTo>
                  <a:cubicBezTo>
                    <a:pt x="1275" y="540"/>
                    <a:pt x="1168" y="231"/>
                    <a:pt x="917" y="88"/>
                  </a:cubicBezTo>
                  <a:cubicBezTo>
                    <a:pt x="820" y="28"/>
                    <a:pt x="714" y="1"/>
                    <a:pt x="61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16"/>
            <p:cNvSpPr/>
            <p:nvPr/>
          </p:nvSpPr>
          <p:spPr>
            <a:xfrm>
              <a:off x="4217475" y="1692975"/>
              <a:ext cx="32775" cy="29775"/>
            </a:xfrm>
            <a:custGeom>
              <a:avLst/>
              <a:gdLst/>
              <a:ahLst/>
              <a:cxnLst/>
              <a:rect l="l" t="t" r="r" b="b"/>
              <a:pathLst>
                <a:path w="1311" h="1191" extrusionOk="0">
                  <a:moveTo>
                    <a:pt x="667" y="0"/>
                  </a:moveTo>
                  <a:cubicBezTo>
                    <a:pt x="623" y="0"/>
                    <a:pt x="578" y="3"/>
                    <a:pt x="536" y="9"/>
                  </a:cubicBezTo>
                  <a:cubicBezTo>
                    <a:pt x="525" y="9"/>
                    <a:pt x="501" y="21"/>
                    <a:pt x="489" y="21"/>
                  </a:cubicBezTo>
                  <a:cubicBezTo>
                    <a:pt x="405" y="57"/>
                    <a:pt x="322" y="93"/>
                    <a:pt x="263" y="152"/>
                  </a:cubicBezTo>
                  <a:cubicBezTo>
                    <a:pt x="227" y="200"/>
                    <a:pt x="191" y="236"/>
                    <a:pt x="167" y="295"/>
                  </a:cubicBezTo>
                  <a:cubicBezTo>
                    <a:pt x="1" y="569"/>
                    <a:pt x="84" y="950"/>
                    <a:pt x="370" y="1105"/>
                  </a:cubicBezTo>
                  <a:cubicBezTo>
                    <a:pt x="468" y="1164"/>
                    <a:pt x="570" y="1190"/>
                    <a:pt x="672" y="1190"/>
                  </a:cubicBezTo>
                  <a:cubicBezTo>
                    <a:pt x="754" y="1190"/>
                    <a:pt x="837" y="1173"/>
                    <a:pt x="917" y="1140"/>
                  </a:cubicBezTo>
                  <a:cubicBezTo>
                    <a:pt x="1013" y="1105"/>
                    <a:pt x="1084" y="1045"/>
                    <a:pt x="1144" y="986"/>
                  </a:cubicBezTo>
                  <a:cubicBezTo>
                    <a:pt x="1156" y="962"/>
                    <a:pt x="1191" y="926"/>
                    <a:pt x="1203" y="902"/>
                  </a:cubicBezTo>
                  <a:cubicBezTo>
                    <a:pt x="1298" y="736"/>
                    <a:pt x="1310" y="557"/>
                    <a:pt x="1251" y="390"/>
                  </a:cubicBezTo>
                  <a:cubicBezTo>
                    <a:pt x="1215" y="307"/>
                    <a:pt x="1179" y="236"/>
                    <a:pt x="1096" y="176"/>
                  </a:cubicBezTo>
                  <a:cubicBezTo>
                    <a:pt x="1072" y="140"/>
                    <a:pt x="1025" y="116"/>
                    <a:pt x="977" y="81"/>
                  </a:cubicBezTo>
                  <a:cubicBezTo>
                    <a:pt x="917" y="57"/>
                    <a:pt x="858" y="21"/>
                    <a:pt x="798" y="9"/>
                  </a:cubicBezTo>
                  <a:cubicBezTo>
                    <a:pt x="757" y="3"/>
                    <a:pt x="712" y="0"/>
                    <a:pt x="66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16"/>
            <p:cNvSpPr/>
            <p:nvPr/>
          </p:nvSpPr>
          <p:spPr>
            <a:xfrm>
              <a:off x="4181750" y="2480200"/>
              <a:ext cx="48250" cy="41975"/>
            </a:xfrm>
            <a:custGeom>
              <a:avLst/>
              <a:gdLst/>
              <a:ahLst/>
              <a:cxnLst/>
              <a:rect l="l" t="t" r="r" b="b"/>
              <a:pathLst>
                <a:path w="1930" h="1679" extrusionOk="0">
                  <a:moveTo>
                    <a:pt x="951" y="1"/>
                  </a:moveTo>
                  <a:cubicBezTo>
                    <a:pt x="664" y="1"/>
                    <a:pt x="389" y="149"/>
                    <a:pt x="239" y="417"/>
                  </a:cubicBezTo>
                  <a:cubicBezTo>
                    <a:pt x="1" y="810"/>
                    <a:pt x="132" y="1334"/>
                    <a:pt x="537" y="1560"/>
                  </a:cubicBezTo>
                  <a:cubicBezTo>
                    <a:pt x="673" y="1640"/>
                    <a:pt x="822" y="1679"/>
                    <a:pt x="968" y="1679"/>
                  </a:cubicBezTo>
                  <a:cubicBezTo>
                    <a:pt x="1254" y="1679"/>
                    <a:pt x="1530" y="1531"/>
                    <a:pt x="1680" y="1262"/>
                  </a:cubicBezTo>
                  <a:cubicBezTo>
                    <a:pt x="1930" y="870"/>
                    <a:pt x="1799" y="358"/>
                    <a:pt x="1382" y="119"/>
                  </a:cubicBezTo>
                  <a:cubicBezTo>
                    <a:pt x="1246" y="39"/>
                    <a:pt x="1097" y="1"/>
                    <a:pt x="951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16"/>
            <p:cNvSpPr/>
            <p:nvPr/>
          </p:nvSpPr>
          <p:spPr>
            <a:xfrm>
              <a:off x="4137400" y="1857875"/>
              <a:ext cx="38125" cy="33450"/>
            </a:xfrm>
            <a:custGeom>
              <a:avLst/>
              <a:gdLst/>
              <a:ahLst/>
              <a:cxnLst/>
              <a:rect l="l" t="t" r="r" b="b"/>
              <a:pathLst>
                <a:path w="1525" h="1338" extrusionOk="0">
                  <a:moveTo>
                    <a:pt x="772" y="1"/>
                  </a:moveTo>
                  <a:cubicBezTo>
                    <a:pt x="539" y="1"/>
                    <a:pt x="311" y="123"/>
                    <a:pt x="191" y="331"/>
                  </a:cubicBezTo>
                  <a:cubicBezTo>
                    <a:pt x="1" y="640"/>
                    <a:pt x="120" y="1045"/>
                    <a:pt x="418" y="1236"/>
                  </a:cubicBezTo>
                  <a:cubicBezTo>
                    <a:pt x="418" y="1236"/>
                    <a:pt x="430" y="1236"/>
                    <a:pt x="430" y="1260"/>
                  </a:cubicBezTo>
                  <a:cubicBezTo>
                    <a:pt x="489" y="1283"/>
                    <a:pt x="584" y="1319"/>
                    <a:pt x="656" y="1331"/>
                  </a:cubicBezTo>
                  <a:cubicBezTo>
                    <a:pt x="685" y="1335"/>
                    <a:pt x="714" y="1337"/>
                    <a:pt x="743" y="1337"/>
                  </a:cubicBezTo>
                  <a:cubicBezTo>
                    <a:pt x="879" y="1337"/>
                    <a:pt x="1012" y="1293"/>
                    <a:pt x="1120" y="1224"/>
                  </a:cubicBezTo>
                  <a:cubicBezTo>
                    <a:pt x="1192" y="1176"/>
                    <a:pt x="1251" y="1117"/>
                    <a:pt x="1311" y="1045"/>
                  </a:cubicBezTo>
                  <a:cubicBezTo>
                    <a:pt x="1322" y="1033"/>
                    <a:pt x="1322" y="1021"/>
                    <a:pt x="1346" y="998"/>
                  </a:cubicBezTo>
                  <a:cubicBezTo>
                    <a:pt x="1525" y="688"/>
                    <a:pt x="1418" y="271"/>
                    <a:pt x="1108" y="93"/>
                  </a:cubicBezTo>
                  <a:cubicBezTo>
                    <a:pt x="1003" y="30"/>
                    <a:pt x="887" y="1"/>
                    <a:pt x="77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16"/>
            <p:cNvSpPr/>
            <p:nvPr/>
          </p:nvSpPr>
          <p:spPr>
            <a:xfrm>
              <a:off x="4394275" y="1948925"/>
              <a:ext cx="24450" cy="24450"/>
            </a:xfrm>
            <a:custGeom>
              <a:avLst/>
              <a:gdLst/>
              <a:ahLst/>
              <a:cxnLst/>
              <a:rect l="l" t="t" r="r" b="b"/>
              <a:pathLst>
                <a:path w="978" h="978" extrusionOk="0">
                  <a:moveTo>
                    <a:pt x="494" y="1"/>
                  </a:moveTo>
                  <a:cubicBezTo>
                    <a:pt x="461" y="1"/>
                    <a:pt x="427" y="4"/>
                    <a:pt x="394" y="11"/>
                  </a:cubicBezTo>
                  <a:cubicBezTo>
                    <a:pt x="334" y="23"/>
                    <a:pt x="275" y="34"/>
                    <a:pt x="239" y="82"/>
                  </a:cubicBezTo>
                  <a:cubicBezTo>
                    <a:pt x="203" y="94"/>
                    <a:pt x="191" y="130"/>
                    <a:pt x="156" y="142"/>
                  </a:cubicBezTo>
                  <a:cubicBezTo>
                    <a:pt x="37" y="261"/>
                    <a:pt x="1" y="427"/>
                    <a:pt x="37" y="594"/>
                  </a:cubicBezTo>
                  <a:cubicBezTo>
                    <a:pt x="61" y="642"/>
                    <a:pt x="72" y="689"/>
                    <a:pt x="96" y="737"/>
                  </a:cubicBezTo>
                  <a:cubicBezTo>
                    <a:pt x="120" y="796"/>
                    <a:pt x="132" y="832"/>
                    <a:pt x="156" y="844"/>
                  </a:cubicBezTo>
                  <a:cubicBezTo>
                    <a:pt x="247" y="928"/>
                    <a:pt x="363" y="978"/>
                    <a:pt x="481" y="978"/>
                  </a:cubicBezTo>
                  <a:cubicBezTo>
                    <a:pt x="548" y="978"/>
                    <a:pt x="615" y="962"/>
                    <a:pt x="680" y="927"/>
                  </a:cubicBezTo>
                  <a:cubicBezTo>
                    <a:pt x="715" y="916"/>
                    <a:pt x="739" y="904"/>
                    <a:pt x="751" y="892"/>
                  </a:cubicBezTo>
                  <a:cubicBezTo>
                    <a:pt x="799" y="856"/>
                    <a:pt x="846" y="808"/>
                    <a:pt x="894" y="749"/>
                  </a:cubicBezTo>
                  <a:cubicBezTo>
                    <a:pt x="953" y="666"/>
                    <a:pt x="977" y="558"/>
                    <a:pt x="965" y="439"/>
                  </a:cubicBezTo>
                  <a:cubicBezTo>
                    <a:pt x="965" y="368"/>
                    <a:pt x="930" y="296"/>
                    <a:pt x="894" y="213"/>
                  </a:cubicBezTo>
                  <a:cubicBezTo>
                    <a:pt x="894" y="201"/>
                    <a:pt x="870" y="201"/>
                    <a:pt x="870" y="189"/>
                  </a:cubicBezTo>
                  <a:cubicBezTo>
                    <a:pt x="773" y="63"/>
                    <a:pt x="637" y="1"/>
                    <a:pt x="49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16"/>
            <p:cNvSpPr/>
            <p:nvPr/>
          </p:nvSpPr>
          <p:spPr>
            <a:xfrm>
              <a:off x="4283550" y="1992300"/>
              <a:ext cx="31000" cy="30675"/>
            </a:xfrm>
            <a:custGeom>
              <a:avLst/>
              <a:gdLst/>
              <a:ahLst/>
              <a:cxnLst/>
              <a:rect l="l" t="t" r="r" b="b"/>
              <a:pathLst>
                <a:path w="1240" h="1227" extrusionOk="0">
                  <a:moveTo>
                    <a:pt x="633" y="0"/>
                  </a:moveTo>
                  <a:cubicBezTo>
                    <a:pt x="500" y="0"/>
                    <a:pt x="370" y="46"/>
                    <a:pt x="263" y="133"/>
                  </a:cubicBezTo>
                  <a:cubicBezTo>
                    <a:pt x="191" y="193"/>
                    <a:pt x="156" y="252"/>
                    <a:pt x="108" y="324"/>
                  </a:cubicBezTo>
                  <a:cubicBezTo>
                    <a:pt x="108" y="347"/>
                    <a:pt x="96" y="359"/>
                    <a:pt x="96" y="359"/>
                  </a:cubicBezTo>
                  <a:cubicBezTo>
                    <a:pt x="1" y="538"/>
                    <a:pt x="1" y="740"/>
                    <a:pt x="96" y="907"/>
                  </a:cubicBezTo>
                  <a:cubicBezTo>
                    <a:pt x="144" y="978"/>
                    <a:pt x="203" y="1062"/>
                    <a:pt x="275" y="1109"/>
                  </a:cubicBezTo>
                  <a:cubicBezTo>
                    <a:pt x="287" y="1133"/>
                    <a:pt x="299" y="1133"/>
                    <a:pt x="322" y="1145"/>
                  </a:cubicBezTo>
                  <a:cubicBezTo>
                    <a:pt x="421" y="1200"/>
                    <a:pt x="527" y="1227"/>
                    <a:pt x="631" y="1227"/>
                  </a:cubicBezTo>
                  <a:cubicBezTo>
                    <a:pt x="842" y="1227"/>
                    <a:pt x="1044" y="1118"/>
                    <a:pt x="1156" y="919"/>
                  </a:cubicBezTo>
                  <a:cubicBezTo>
                    <a:pt x="1191" y="835"/>
                    <a:pt x="1227" y="740"/>
                    <a:pt x="1239" y="657"/>
                  </a:cubicBezTo>
                  <a:cubicBezTo>
                    <a:pt x="1239" y="562"/>
                    <a:pt x="1227" y="478"/>
                    <a:pt x="1191" y="383"/>
                  </a:cubicBezTo>
                  <a:cubicBezTo>
                    <a:pt x="1156" y="264"/>
                    <a:pt x="1061" y="157"/>
                    <a:pt x="941" y="85"/>
                  </a:cubicBezTo>
                  <a:cubicBezTo>
                    <a:pt x="842" y="28"/>
                    <a:pt x="737" y="0"/>
                    <a:pt x="633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09" name="Google Shape;1909;p16"/>
          <p:cNvGrpSpPr/>
          <p:nvPr/>
        </p:nvGrpSpPr>
        <p:grpSpPr>
          <a:xfrm rot="5400000" flipH="1">
            <a:off x="7221312" y="3170518"/>
            <a:ext cx="1807469" cy="1928995"/>
            <a:chOff x="4060900" y="1586625"/>
            <a:chExt cx="982000" cy="1048025"/>
          </a:xfrm>
        </p:grpSpPr>
        <p:sp>
          <p:nvSpPr>
            <p:cNvPr id="1910" name="Google Shape;1910;p16"/>
            <p:cNvSpPr/>
            <p:nvPr/>
          </p:nvSpPr>
          <p:spPr>
            <a:xfrm>
              <a:off x="4535675" y="1586625"/>
              <a:ext cx="155700" cy="223875"/>
            </a:xfrm>
            <a:custGeom>
              <a:avLst/>
              <a:gdLst/>
              <a:ahLst/>
              <a:cxnLst/>
              <a:rect l="l" t="t" r="r" b="b"/>
              <a:pathLst>
                <a:path w="6228" h="8955" extrusionOk="0">
                  <a:moveTo>
                    <a:pt x="0" y="1"/>
                  </a:moveTo>
                  <a:lnTo>
                    <a:pt x="5918" y="8859"/>
                  </a:lnTo>
                  <a:lnTo>
                    <a:pt x="6037" y="8954"/>
                  </a:lnTo>
                  <a:cubicBezTo>
                    <a:pt x="6096" y="8907"/>
                    <a:pt x="6156" y="8871"/>
                    <a:pt x="6227" y="8847"/>
                  </a:cubicBezTo>
                  <a:lnTo>
                    <a:pt x="322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16"/>
            <p:cNvSpPr/>
            <p:nvPr/>
          </p:nvSpPr>
          <p:spPr>
            <a:xfrm>
              <a:off x="4392200" y="1586625"/>
              <a:ext cx="25025" cy="13125"/>
            </a:xfrm>
            <a:custGeom>
              <a:avLst/>
              <a:gdLst/>
              <a:ahLst/>
              <a:cxnLst/>
              <a:rect l="l" t="t" r="r" b="b"/>
              <a:pathLst>
                <a:path w="1001" h="525" extrusionOk="0">
                  <a:moveTo>
                    <a:pt x="525" y="1"/>
                  </a:moveTo>
                  <a:lnTo>
                    <a:pt x="1" y="358"/>
                  </a:lnTo>
                  <a:lnTo>
                    <a:pt x="239" y="525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16"/>
            <p:cNvSpPr/>
            <p:nvPr/>
          </p:nvSpPr>
          <p:spPr>
            <a:xfrm>
              <a:off x="4244875" y="1599725"/>
              <a:ext cx="147950" cy="103625"/>
            </a:xfrm>
            <a:custGeom>
              <a:avLst/>
              <a:gdLst/>
              <a:ahLst/>
              <a:cxnLst/>
              <a:rect l="l" t="t" r="r" b="b"/>
              <a:pathLst>
                <a:path w="5918" h="4145" extrusionOk="0">
                  <a:moveTo>
                    <a:pt x="5679" y="1"/>
                  </a:moveTo>
                  <a:lnTo>
                    <a:pt x="0" y="3918"/>
                  </a:lnTo>
                  <a:cubicBezTo>
                    <a:pt x="60" y="3977"/>
                    <a:pt x="119" y="4049"/>
                    <a:pt x="155" y="4144"/>
                  </a:cubicBezTo>
                  <a:lnTo>
                    <a:pt x="5917" y="179"/>
                  </a:lnTo>
                  <a:lnTo>
                    <a:pt x="567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16"/>
            <p:cNvSpPr/>
            <p:nvPr/>
          </p:nvSpPr>
          <p:spPr>
            <a:xfrm>
              <a:off x="4368975" y="1586625"/>
              <a:ext cx="317625" cy="228925"/>
            </a:xfrm>
            <a:custGeom>
              <a:avLst/>
              <a:gdLst/>
              <a:ahLst/>
              <a:cxnLst/>
              <a:rect l="l" t="t" r="r" b="b"/>
              <a:pathLst>
                <a:path w="12705" h="9157" extrusionOk="0">
                  <a:moveTo>
                    <a:pt x="1" y="1"/>
                  </a:moveTo>
                  <a:lnTo>
                    <a:pt x="715" y="525"/>
                  </a:lnTo>
                  <a:lnTo>
                    <a:pt x="930" y="691"/>
                  </a:lnTo>
                  <a:lnTo>
                    <a:pt x="12538" y="9157"/>
                  </a:lnTo>
                  <a:cubicBezTo>
                    <a:pt x="12538" y="9145"/>
                    <a:pt x="12550" y="9145"/>
                    <a:pt x="12550" y="9133"/>
                  </a:cubicBezTo>
                  <a:cubicBezTo>
                    <a:pt x="12598" y="9050"/>
                    <a:pt x="12645" y="8990"/>
                    <a:pt x="12705" y="8954"/>
                  </a:cubicBezTo>
                  <a:lnTo>
                    <a:pt x="12586" y="8859"/>
                  </a:lnTo>
                  <a:lnTo>
                    <a:pt x="1168" y="525"/>
                  </a:lnTo>
                  <a:lnTo>
                    <a:pt x="930" y="358"/>
                  </a:lnTo>
                  <a:lnTo>
                    <a:pt x="44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16"/>
            <p:cNvSpPr/>
            <p:nvPr/>
          </p:nvSpPr>
          <p:spPr>
            <a:xfrm>
              <a:off x="4224025" y="1586625"/>
              <a:ext cx="14025" cy="106900"/>
            </a:xfrm>
            <a:custGeom>
              <a:avLst/>
              <a:gdLst/>
              <a:ahLst/>
              <a:cxnLst/>
              <a:rect l="l" t="t" r="r" b="b"/>
              <a:pathLst>
                <a:path w="561" h="4276" extrusionOk="0">
                  <a:moveTo>
                    <a:pt x="1" y="1"/>
                  </a:moveTo>
                  <a:lnTo>
                    <a:pt x="286" y="4275"/>
                  </a:lnTo>
                  <a:cubicBezTo>
                    <a:pt x="334" y="4269"/>
                    <a:pt x="379" y="4266"/>
                    <a:pt x="423" y="4266"/>
                  </a:cubicBezTo>
                  <a:cubicBezTo>
                    <a:pt x="468" y="4266"/>
                    <a:pt x="513" y="4269"/>
                    <a:pt x="560" y="4275"/>
                  </a:cubicBezTo>
                  <a:lnTo>
                    <a:pt x="27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16"/>
            <p:cNvSpPr/>
            <p:nvPr/>
          </p:nvSpPr>
          <p:spPr>
            <a:xfrm>
              <a:off x="4149025" y="1586625"/>
              <a:ext cx="80975" cy="110475"/>
            </a:xfrm>
            <a:custGeom>
              <a:avLst/>
              <a:gdLst/>
              <a:ahLst/>
              <a:cxnLst/>
              <a:rect l="l" t="t" r="r" b="b"/>
              <a:pathLst>
                <a:path w="3239" h="4419" extrusionOk="0">
                  <a:moveTo>
                    <a:pt x="0" y="1"/>
                  </a:moveTo>
                  <a:lnTo>
                    <a:pt x="3001" y="4418"/>
                  </a:lnTo>
                  <a:cubicBezTo>
                    <a:pt x="3084" y="4370"/>
                    <a:pt x="3155" y="4323"/>
                    <a:pt x="3239" y="4287"/>
                  </a:cubicBezTo>
                  <a:lnTo>
                    <a:pt x="322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16"/>
            <p:cNvSpPr/>
            <p:nvPr/>
          </p:nvSpPr>
          <p:spPr>
            <a:xfrm>
              <a:off x="4705925" y="1827450"/>
              <a:ext cx="298275" cy="234875"/>
            </a:xfrm>
            <a:custGeom>
              <a:avLst/>
              <a:gdLst/>
              <a:ahLst/>
              <a:cxnLst/>
              <a:rect l="l" t="t" r="r" b="b"/>
              <a:pathLst>
                <a:path w="11931" h="9395" extrusionOk="0">
                  <a:moveTo>
                    <a:pt x="144" y="0"/>
                  </a:moveTo>
                  <a:lnTo>
                    <a:pt x="108" y="95"/>
                  </a:lnTo>
                  <a:cubicBezTo>
                    <a:pt x="96" y="131"/>
                    <a:pt x="48" y="191"/>
                    <a:pt x="1" y="226"/>
                  </a:cubicBezTo>
                  <a:lnTo>
                    <a:pt x="11776" y="9394"/>
                  </a:lnTo>
                  <a:cubicBezTo>
                    <a:pt x="11776" y="9394"/>
                    <a:pt x="11776" y="9382"/>
                    <a:pt x="11788" y="9382"/>
                  </a:cubicBezTo>
                  <a:cubicBezTo>
                    <a:pt x="11836" y="9299"/>
                    <a:pt x="11871" y="9239"/>
                    <a:pt x="11931" y="9180"/>
                  </a:cubicBezTo>
                  <a:lnTo>
                    <a:pt x="14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16"/>
            <p:cNvSpPr/>
            <p:nvPr/>
          </p:nvSpPr>
          <p:spPr>
            <a:xfrm>
              <a:off x="4240700" y="1717600"/>
              <a:ext cx="163125" cy="235475"/>
            </a:xfrm>
            <a:custGeom>
              <a:avLst/>
              <a:gdLst/>
              <a:ahLst/>
              <a:cxnLst/>
              <a:rect l="l" t="t" r="r" b="b"/>
              <a:pathLst>
                <a:path w="6525" h="9419" extrusionOk="0">
                  <a:moveTo>
                    <a:pt x="215" y="1"/>
                  </a:moveTo>
                  <a:cubicBezTo>
                    <a:pt x="155" y="84"/>
                    <a:pt x="84" y="120"/>
                    <a:pt x="0" y="167"/>
                  </a:cubicBezTo>
                  <a:lnTo>
                    <a:pt x="6287" y="9418"/>
                  </a:lnTo>
                  <a:cubicBezTo>
                    <a:pt x="6299" y="9407"/>
                    <a:pt x="6334" y="9383"/>
                    <a:pt x="6358" y="9371"/>
                  </a:cubicBezTo>
                  <a:cubicBezTo>
                    <a:pt x="6418" y="9323"/>
                    <a:pt x="6465" y="9311"/>
                    <a:pt x="6525" y="9287"/>
                  </a:cubicBezTo>
                  <a:lnTo>
                    <a:pt x="215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16"/>
            <p:cNvSpPr/>
            <p:nvPr/>
          </p:nvSpPr>
          <p:spPr>
            <a:xfrm>
              <a:off x="4165400" y="1884000"/>
              <a:ext cx="124725" cy="117300"/>
            </a:xfrm>
            <a:custGeom>
              <a:avLst/>
              <a:gdLst/>
              <a:ahLst/>
              <a:cxnLst/>
              <a:rect l="l" t="t" r="r" b="b"/>
              <a:pathLst>
                <a:path w="4989" h="4692" extrusionOk="0">
                  <a:moveTo>
                    <a:pt x="191" y="0"/>
                  </a:moveTo>
                  <a:cubicBezTo>
                    <a:pt x="143" y="72"/>
                    <a:pt x="72" y="131"/>
                    <a:pt x="0" y="179"/>
                  </a:cubicBezTo>
                  <a:lnTo>
                    <a:pt x="4822" y="4691"/>
                  </a:lnTo>
                  <a:cubicBezTo>
                    <a:pt x="4822" y="4679"/>
                    <a:pt x="4834" y="4656"/>
                    <a:pt x="4834" y="4656"/>
                  </a:cubicBezTo>
                  <a:cubicBezTo>
                    <a:pt x="4882" y="4584"/>
                    <a:pt x="4917" y="4536"/>
                    <a:pt x="4989" y="4501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16"/>
            <p:cNvSpPr/>
            <p:nvPr/>
          </p:nvSpPr>
          <p:spPr>
            <a:xfrm>
              <a:off x="4415725" y="1825350"/>
              <a:ext cx="268800" cy="134875"/>
            </a:xfrm>
            <a:custGeom>
              <a:avLst/>
              <a:gdLst/>
              <a:ahLst/>
              <a:cxnLst/>
              <a:rect l="l" t="t" r="r" b="b"/>
              <a:pathLst>
                <a:path w="10752" h="5395" extrusionOk="0">
                  <a:moveTo>
                    <a:pt x="10633" y="1"/>
                  </a:moveTo>
                  <a:lnTo>
                    <a:pt x="0" y="5144"/>
                  </a:lnTo>
                  <a:cubicBezTo>
                    <a:pt x="12" y="5156"/>
                    <a:pt x="12" y="5180"/>
                    <a:pt x="36" y="5180"/>
                  </a:cubicBezTo>
                  <a:cubicBezTo>
                    <a:pt x="72" y="5251"/>
                    <a:pt x="107" y="5323"/>
                    <a:pt x="107" y="5394"/>
                  </a:cubicBezTo>
                  <a:lnTo>
                    <a:pt x="10752" y="239"/>
                  </a:lnTo>
                  <a:cubicBezTo>
                    <a:pt x="10680" y="155"/>
                    <a:pt x="10656" y="84"/>
                    <a:pt x="1063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16"/>
            <p:cNvSpPr/>
            <p:nvPr/>
          </p:nvSpPr>
          <p:spPr>
            <a:xfrm>
              <a:off x="4410950" y="1967925"/>
              <a:ext cx="78325" cy="111950"/>
            </a:xfrm>
            <a:custGeom>
              <a:avLst/>
              <a:gdLst/>
              <a:ahLst/>
              <a:cxnLst/>
              <a:rect l="l" t="t" r="r" b="b"/>
              <a:pathLst>
                <a:path w="3133" h="4478" extrusionOk="0">
                  <a:moveTo>
                    <a:pt x="203" y="1"/>
                  </a:moveTo>
                  <a:cubicBezTo>
                    <a:pt x="179" y="48"/>
                    <a:pt x="132" y="96"/>
                    <a:pt x="72" y="144"/>
                  </a:cubicBezTo>
                  <a:cubicBezTo>
                    <a:pt x="36" y="156"/>
                    <a:pt x="25" y="167"/>
                    <a:pt x="1" y="179"/>
                  </a:cubicBezTo>
                  <a:lnTo>
                    <a:pt x="2870" y="4477"/>
                  </a:lnTo>
                  <a:cubicBezTo>
                    <a:pt x="2965" y="4442"/>
                    <a:pt x="3049" y="4418"/>
                    <a:pt x="3132" y="4394"/>
                  </a:cubicBezTo>
                  <a:lnTo>
                    <a:pt x="20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16"/>
            <p:cNvSpPr/>
            <p:nvPr/>
          </p:nvSpPr>
          <p:spPr>
            <a:xfrm>
              <a:off x="4061200" y="21239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16"/>
            <p:cNvSpPr/>
            <p:nvPr/>
          </p:nvSpPr>
          <p:spPr>
            <a:xfrm>
              <a:off x="4060900" y="21218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16"/>
            <p:cNvSpPr/>
            <p:nvPr/>
          </p:nvSpPr>
          <p:spPr>
            <a:xfrm>
              <a:off x="4060900" y="21230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16"/>
            <p:cNvSpPr/>
            <p:nvPr/>
          </p:nvSpPr>
          <p:spPr>
            <a:xfrm>
              <a:off x="4313325" y="1964350"/>
              <a:ext cx="84550" cy="44675"/>
            </a:xfrm>
            <a:custGeom>
              <a:avLst/>
              <a:gdLst/>
              <a:ahLst/>
              <a:cxnLst/>
              <a:rect l="l" t="t" r="r" b="b"/>
              <a:pathLst>
                <a:path w="3382" h="1787" extrusionOk="0">
                  <a:moveTo>
                    <a:pt x="3263" y="1"/>
                  </a:moveTo>
                  <a:lnTo>
                    <a:pt x="0" y="1513"/>
                  </a:lnTo>
                  <a:cubicBezTo>
                    <a:pt x="48" y="1608"/>
                    <a:pt x="60" y="1703"/>
                    <a:pt x="48" y="1787"/>
                  </a:cubicBezTo>
                  <a:lnTo>
                    <a:pt x="3382" y="227"/>
                  </a:lnTo>
                  <a:cubicBezTo>
                    <a:pt x="3358" y="191"/>
                    <a:pt x="3334" y="179"/>
                    <a:pt x="3322" y="144"/>
                  </a:cubicBezTo>
                  <a:cubicBezTo>
                    <a:pt x="3287" y="108"/>
                    <a:pt x="3263" y="49"/>
                    <a:pt x="326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16"/>
            <p:cNvSpPr/>
            <p:nvPr/>
          </p:nvSpPr>
          <p:spPr>
            <a:xfrm>
              <a:off x="4068650" y="2015250"/>
              <a:ext cx="221775" cy="104225"/>
            </a:xfrm>
            <a:custGeom>
              <a:avLst/>
              <a:gdLst/>
              <a:ahLst/>
              <a:cxnLst/>
              <a:rect l="l" t="t" r="r" b="b"/>
              <a:pathLst>
                <a:path w="8871" h="4169" extrusionOk="0">
                  <a:moveTo>
                    <a:pt x="8692" y="1"/>
                  </a:moveTo>
                  <a:lnTo>
                    <a:pt x="48" y="4049"/>
                  </a:lnTo>
                  <a:lnTo>
                    <a:pt x="1" y="4168"/>
                  </a:lnTo>
                  <a:lnTo>
                    <a:pt x="1" y="4168"/>
                  </a:lnTo>
                  <a:lnTo>
                    <a:pt x="477" y="4144"/>
                  </a:lnTo>
                  <a:lnTo>
                    <a:pt x="8871" y="215"/>
                  </a:lnTo>
                  <a:cubicBezTo>
                    <a:pt x="8787" y="156"/>
                    <a:pt x="8740" y="84"/>
                    <a:pt x="8692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16"/>
            <p:cNvSpPr/>
            <p:nvPr/>
          </p:nvSpPr>
          <p:spPr>
            <a:xfrm>
              <a:off x="4060900" y="2122125"/>
              <a:ext cx="25" cy="900"/>
            </a:xfrm>
            <a:custGeom>
              <a:avLst/>
              <a:gdLst/>
              <a:ahLst/>
              <a:cxnLst/>
              <a:rect l="l" t="t" r="r" b="b"/>
              <a:pathLst>
                <a:path w="1" h="36" extrusionOk="0">
                  <a:moveTo>
                    <a:pt x="1" y="36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16"/>
            <p:cNvSpPr/>
            <p:nvPr/>
          </p:nvSpPr>
          <p:spPr>
            <a:xfrm>
              <a:off x="4060900" y="21233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16"/>
            <p:cNvSpPr/>
            <p:nvPr/>
          </p:nvSpPr>
          <p:spPr>
            <a:xfrm>
              <a:off x="4060900" y="21230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16"/>
            <p:cNvSpPr/>
            <p:nvPr/>
          </p:nvSpPr>
          <p:spPr>
            <a:xfrm>
              <a:off x="4060900" y="1888450"/>
              <a:ext cx="92900" cy="233400"/>
            </a:xfrm>
            <a:custGeom>
              <a:avLst/>
              <a:gdLst/>
              <a:ahLst/>
              <a:cxnLst/>
              <a:rect l="l" t="t" r="r" b="b"/>
              <a:pathLst>
                <a:path w="3716" h="9336" extrusionOk="0">
                  <a:moveTo>
                    <a:pt x="3466" y="1"/>
                  </a:moveTo>
                  <a:lnTo>
                    <a:pt x="22" y="9278"/>
                  </a:lnTo>
                  <a:lnTo>
                    <a:pt x="37" y="9264"/>
                  </a:lnTo>
                  <a:lnTo>
                    <a:pt x="108" y="9264"/>
                  </a:lnTo>
                  <a:lnTo>
                    <a:pt x="322" y="9240"/>
                  </a:lnTo>
                  <a:lnTo>
                    <a:pt x="370" y="9121"/>
                  </a:lnTo>
                  <a:lnTo>
                    <a:pt x="3716" y="108"/>
                  </a:lnTo>
                  <a:cubicBezTo>
                    <a:pt x="3644" y="84"/>
                    <a:pt x="3549" y="60"/>
                    <a:pt x="3478" y="13"/>
                  </a:cubicBezTo>
                  <a:cubicBezTo>
                    <a:pt x="3478" y="13"/>
                    <a:pt x="3466" y="13"/>
                    <a:pt x="3466" y="1"/>
                  </a:cubicBezTo>
                  <a:close/>
                  <a:moveTo>
                    <a:pt x="22" y="9278"/>
                  </a:moveTo>
                  <a:lnTo>
                    <a:pt x="13" y="9288"/>
                  </a:lnTo>
                  <a:lnTo>
                    <a:pt x="13" y="9300"/>
                  </a:lnTo>
                  <a:cubicBezTo>
                    <a:pt x="13" y="9300"/>
                    <a:pt x="1" y="9323"/>
                    <a:pt x="1" y="9335"/>
                  </a:cubicBezTo>
                  <a:lnTo>
                    <a:pt x="22" y="9278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16"/>
            <p:cNvSpPr/>
            <p:nvPr/>
          </p:nvSpPr>
          <p:spPr>
            <a:xfrm>
              <a:off x="4060900" y="2123600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1" y="1"/>
                  </a:moveTo>
                  <a:cubicBezTo>
                    <a:pt x="1" y="13"/>
                    <a:pt x="1" y="13"/>
                    <a:pt x="1" y="1"/>
                  </a:cubicBezTo>
                  <a:cubicBezTo>
                    <a:pt x="13" y="13"/>
                    <a:pt x="13" y="13"/>
                    <a:pt x="1" y="1"/>
                  </a:cubicBezTo>
                  <a:cubicBezTo>
                    <a:pt x="1" y="13"/>
                    <a:pt x="1" y="13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16"/>
            <p:cNvSpPr/>
            <p:nvPr/>
          </p:nvSpPr>
          <p:spPr>
            <a:xfrm>
              <a:off x="4061200" y="2124500"/>
              <a:ext cx="217925" cy="393825"/>
            </a:xfrm>
            <a:custGeom>
              <a:avLst/>
              <a:gdLst/>
              <a:ahLst/>
              <a:cxnLst/>
              <a:rect l="l" t="t" r="r" b="b"/>
              <a:pathLst>
                <a:path w="8717" h="15753" extrusionOk="0">
                  <a:moveTo>
                    <a:pt x="1" y="0"/>
                  </a:moveTo>
                  <a:cubicBezTo>
                    <a:pt x="3" y="8"/>
                    <a:pt x="7" y="15"/>
                    <a:pt x="13" y="22"/>
                  </a:cubicBezTo>
                  <a:lnTo>
                    <a:pt x="13" y="22"/>
                  </a:lnTo>
                  <a:lnTo>
                    <a:pt x="1" y="0"/>
                  </a:lnTo>
                  <a:close/>
                  <a:moveTo>
                    <a:pt x="13" y="22"/>
                  </a:moveTo>
                  <a:lnTo>
                    <a:pt x="8478" y="15752"/>
                  </a:lnTo>
                  <a:cubicBezTo>
                    <a:pt x="8561" y="15717"/>
                    <a:pt x="8633" y="15669"/>
                    <a:pt x="8716" y="15633"/>
                  </a:cubicBezTo>
                  <a:lnTo>
                    <a:pt x="322" y="60"/>
                  </a:lnTo>
                  <a:lnTo>
                    <a:pt x="120" y="72"/>
                  </a:lnTo>
                  <a:cubicBezTo>
                    <a:pt x="73" y="72"/>
                    <a:pt x="33" y="49"/>
                    <a:pt x="13" y="2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16"/>
            <p:cNvSpPr/>
            <p:nvPr/>
          </p:nvSpPr>
          <p:spPr>
            <a:xfrm>
              <a:off x="4060900" y="21218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16"/>
            <p:cNvSpPr/>
            <p:nvPr/>
          </p:nvSpPr>
          <p:spPr>
            <a:xfrm>
              <a:off x="4060900" y="212300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3"/>
                    <a:pt x="1" y="13"/>
                    <a:pt x="1" y="1"/>
                  </a:cubicBezTo>
                  <a:cubicBezTo>
                    <a:pt x="1" y="13"/>
                    <a:pt x="1" y="13"/>
                    <a:pt x="1" y="1"/>
                  </a:cubicBezTo>
                  <a:cubicBezTo>
                    <a:pt x="1" y="13"/>
                    <a:pt x="1" y="13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16"/>
            <p:cNvSpPr/>
            <p:nvPr/>
          </p:nvSpPr>
          <p:spPr>
            <a:xfrm>
              <a:off x="4062400" y="2119775"/>
              <a:ext cx="325" cy="275"/>
            </a:xfrm>
            <a:custGeom>
              <a:avLst/>
              <a:gdLst/>
              <a:ahLst/>
              <a:cxnLst/>
              <a:rect l="l" t="t" r="r" b="b"/>
              <a:pathLst>
                <a:path w="13" h="11" extrusionOk="0">
                  <a:moveTo>
                    <a:pt x="12" y="0"/>
                  </a:moveTo>
                  <a:cubicBezTo>
                    <a:pt x="11" y="0"/>
                    <a:pt x="8" y="11"/>
                    <a:pt x="1" y="11"/>
                  </a:cubicBezTo>
                  <a:lnTo>
                    <a:pt x="12" y="11"/>
                  </a:lnTo>
                  <a:cubicBezTo>
                    <a:pt x="12" y="3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16"/>
            <p:cNvSpPr/>
            <p:nvPr/>
          </p:nvSpPr>
          <p:spPr>
            <a:xfrm>
              <a:off x="4061200" y="212062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3"/>
                  </a:moveTo>
                  <a:cubicBezTo>
                    <a:pt x="1" y="13"/>
                    <a:pt x="1" y="1"/>
                    <a:pt x="1" y="13"/>
                  </a:cubicBez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16"/>
            <p:cNvSpPr/>
            <p:nvPr/>
          </p:nvSpPr>
          <p:spPr>
            <a:xfrm>
              <a:off x="4062400" y="2120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16"/>
            <p:cNvSpPr/>
            <p:nvPr/>
          </p:nvSpPr>
          <p:spPr>
            <a:xfrm>
              <a:off x="4063000" y="21194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0" y="0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16"/>
            <p:cNvSpPr/>
            <p:nvPr/>
          </p:nvSpPr>
          <p:spPr>
            <a:xfrm>
              <a:off x="4348750" y="2085200"/>
              <a:ext cx="488175" cy="446225"/>
            </a:xfrm>
            <a:custGeom>
              <a:avLst/>
              <a:gdLst/>
              <a:ahLst/>
              <a:cxnLst/>
              <a:rect l="l" t="t" r="r" b="b"/>
              <a:pathLst>
                <a:path w="19527" h="17849" extrusionOk="0">
                  <a:moveTo>
                    <a:pt x="19515" y="1"/>
                  </a:moveTo>
                  <a:lnTo>
                    <a:pt x="19217" y="25"/>
                  </a:lnTo>
                  <a:lnTo>
                    <a:pt x="0" y="17658"/>
                  </a:lnTo>
                  <a:cubicBezTo>
                    <a:pt x="60" y="17717"/>
                    <a:pt x="119" y="17777"/>
                    <a:pt x="179" y="17848"/>
                  </a:cubicBezTo>
                  <a:lnTo>
                    <a:pt x="19479" y="144"/>
                  </a:lnTo>
                  <a:cubicBezTo>
                    <a:pt x="19527" y="108"/>
                    <a:pt x="19527" y="48"/>
                    <a:pt x="1951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16"/>
            <p:cNvSpPr/>
            <p:nvPr/>
          </p:nvSpPr>
          <p:spPr>
            <a:xfrm>
              <a:off x="4521375" y="2069725"/>
              <a:ext cx="477175" cy="31875"/>
            </a:xfrm>
            <a:custGeom>
              <a:avLst/>
              <a:gdLst/>
              <a:ahLst/>
              <a:cxnLst/>
              <a:rect l="l" t="t" r="r" b="b"/>
              <a:pathLst>
                <a:path w="19087" h="1275" extrusionOk="0">
                  <a:moveTo>
                    <a:pt x="19063" y="1"/>
                  </a:moveTo>
                  <a:lnTo>
                    <a:pt x="1" y="1013"/>
                  </a:lnTo>
                  <a:cubicBezTo>
                    <a:pt x="37" y="1096"/>
                    <a:pt x="60" y="1191"/>
                    <a:pt x="72" y="1275"/>
                  </a:cubicBezTo>
                  <a:lnTo>
                    <a:pt x="12324" y="620"/>
                  </a:lnTo>
                  <a:lnTo>
                    <a:pt x="12622" y="608"/>
                  </a:lnTo>
                  <a:lnTo>
                    <a:pt x="19087" y="263"/>
                  </a:lnTo>
                  <a:cubicBezTo>
                    <a:pt x="19063" y="179"/>
                    <a:pt x="19063" y="84"/>
                    <a:pt x="1906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16"/>
            <p:cNvSpPr/>
            <p:nvPr/>
          </p:nvSpPr>
          <p:spPr>
            <a:xfrm>
              <a:off x="4060900" y="2098000"/>
              <a:ext cx="405150" cy="28075"/>
            </a:xfrm>
            <a:custGeom>
              <a:avLst/>
              <a:gdLst/>
              <a:ahLst/>
              <a:cxnLst/>
              <a:rect l="l" t="t" r="r" b="b"/>
              <a:pathLst>
                <a:path w="16206" h="1123" extrusionOk="0">
                  <a:moveTo>
                    <a:pt x="16205" y="1"/>
                  </a:moveTo>
                  <a:lnTo>
                    <a:pt x="799" y="810"/>
                  </a:lnTo>
                  <a:lnTo>
                    <a:pt x="322" y="846"/>
                  </a:lnTo>
                  <a:lnTo>
                    <a:pt x="120" y="858"/>
                  </a:lnTo>
                  <a:lnTo>
                    <a:pt x="72" y="858"/>
                  </a:lnTo>
                  <a:cubicBezTo>
                    <a:pt x="61" y="858"/>
                    <a:pt x="61" y="858"/>
                    <a:pt x="37" y="882"/>
                  </a:cubicBezTo>
                  <a:lnTo>
                    <a:pt x="13" y="906"/>
                  </a:lnTo>
                  <a:lnTo>
                    <a:pt x="13" y="918"/>
                  </a:lnTo>
                  <a:cubicBezTo>
                    <a:pt x="13" y="941"/>
                    <a:pt x="1" y="941"/>
                    <a:pt x="1" y="953"/>
                  </a:cubicBezTo>
                  <a:lnTo>
                    <a:pt x="1" y="977"/>
                  </a:lnTo>
                  <a:lnTo>
                    <a:pt x="1" y="1001"/>
                  </a:lnTo>
                  <a:lnTo>
                    <a:pt x="1" y="1013"/>
                  </a:lnTo>
                  <a:lnTo>
                    <a:pt x="1" y="1025"/>
                  </a:lnTo>
                  <a:cubicBezTo>
                    <a:pt x="22" y="1087"/>
                    <a:pt x="70" y="1122"/>
                    <a:pt x="113" y="1122"/>
                  </a:cubicBezTo>
                  <a:cubicBezTo>
                    <a:pt x="120" y="1122"/>
                    <a:pt x="126" y="1121"/>
                    <a:pt x="132" y="1120"/>
                  </a:cubicBezTo>
                  <a:lnTo>
                    <a:pt x="334" y="1096"/>
                  </a:lnTo>
                  <a:lnTo>
                    <a:pt x="16146" y="263"/>
                  </a:lnTo>
                  <a:cubicBezTo>
                    <a:pt x="16146" y="179"/>
                    <a:pt x="16170" y="84"/>
                    <a:pt x="1620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16"/>
            <p:cNvSpPr/>
            <p:nvPr/>
          </p:nvSpPr>
          <p:spPr>
            <a:xfrm>
              <a:off x="4238325" y="2509150"/>
              <a:ext cx="136050" cy="125500"/>
            </a:xfrm>
            <a:custGeom>
              <a:avLst/>
              <a:gdLst/>
              <a:ahLst/>
              <a:cxnLst/>
              <a:rect l="l" t="t" r="r" b="b"/>
              <a:pathLst>
                <a:path w="5442" h="5020" extrusionOk="0">
                  <a:moveTo>
                    <a:pt x="2687" y="1"/>
                  </a:moveTo>
                  <a:cubicBezTo>
                    <a:pt x="2496" y="1"/>
                    <a:pt x="2302" y="23"/>
                    <a:pt x="2108" y="69"/>
                  </a:cubicBezTo>
                  <a:cubicBezTo>
                    <a:pt x="1953" y="116"/>
                    <a:pt x="1786" y="164"/>
                    <a:pt x="1631" y="235"/>
                  </a:cubicBezTo>
                  <a:cubicBezTo>
                    <a:pt x="1560" y="283"/>
                    <a:pt x="1476" y="307"/>
                    <a:pt x="1393" y="354"/>
                  </a:cubicBezTo>
                  <a:cubicBezTo>
                    <a:pt x="488" y="902"/>
                    <a:pt x="0" y="1998"/>
                    <a:pt x="250" y="3093"/>
                  </a:cubicBezTo>
                  <a:cubicBezTo>
                    <a:pt x="535" y="4252"/>
                    <a:pt x="1557" y="5020"/>
                    <a:pt x="2687" y="5020"/>
                  </a:cubicBezTo>
                  <a:cubicBezTo>
                    <a:pt x="2881" y="5020"/>
                    <a:pt x="3077" y="4997"/>
                    <a:pt x="3274" y="4950"/>
                  </a:cubicBezTo>
                  <a:cubicBezTo>
                    <a:pt x="4620" y="4629"/>
                    <a:pt x="5441" y="3271"/>
                    <a:pt x="5132" y="1938"/>
                  </a:cubicBezTo>
                  <a:cubicBezTo>
                    <a:pt x="5048" y="1533"/>
                    <a:pt x="4846" y="1188"/>
                    <a:pt x="4596" y="890"/>
                  </a:cubicBezTo>
                  <a:cubicBezTo>
                    <a:pt x="4548" y="819"/>
                    <a:pt x="4489" y="759"/>
                    <a:pt x="4417" y="700"/>
                  </a:cubicBezTo>
                  <a:cubicBezTo>
                    <a:pt x="3957" y="258"/>
                    <a:pt x="3340" y="1"/>
                    <a:pt x="268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16"/>
            <p:cNvSpPr/>
            <p:nvPr/>
          </p:nvSpPr>
          <p:spPr>
            <a:xfrm>
              <a:off x="4463650" y="2077450"/>
              <a:ext cx="61025" cy="59300"/>
            </a:xfrm>
            <a:custGeom>
              <a:avLst/>
              <a:gdLst/>
              <a:ahLst/>
              <a:cxnLst/>
              <a:rect l="l" t="t" r="r" b="b"/>
              <a:pathLst>
                <a:path w="2441" h="2372" extrusionOk="0">
                  <a:moveTo>
                    <a:pt x="1220" y="0"/>
                  </a:moveTo>
                  <a:cubicBezTo>
                    <a:pt x="1158" y="0"/>
                    <a:pt x="1097" y="5"/>
                    <a:pt x="1036" y="13"/>
                  </a:cubicBezTo>
                  <a:cubicBezTo>
                    <a:pt x="941" y="37"/>
                    <a:pt x="857" y="61"/>
                    <a:pt x="762" y="96"/>
                  </a:cubicBezTo>
                  <a:cubicBezTo>
                    <a:pt x="524" y="180"/>
                    <a:pt x="334" y="358"/>
                    <a:pt x="203" y="585"/>
                  </a:cubicBezTo>
                  <a:cubicBezTo>
                    <a:pt x="155" y="656"/>
                    <a:pt x="119" y="751"/>
                    <a:pt x="95" y="823"/>
                  </a:cubicBezTo>
                  <a:cubicBezTo>
                    <a:pt x="60" y="906"/>
                    <a:pt x="48" y="1001"/>
                    <a:pt x="36" y="1085"/>
                  </a:cubicBezTo>
                  <a:cubicBezTo>
                    <a:pt x="0" y="1537"/>
                    <a:pt x="214" y="1966"/>
                    <a:pt x="619" y="2204"/>
                  </a:cubicBezTo>
                  <a:cubicBezTo>
                    <a:pt x="809" y="2317"/>
                    <a:pt x="1018" y="2371"/>
                    <a:pt x="1224" y="2371"/>
                  </a:cubicBezTo>
                  <a:cubicBezTo>
                    <a:pt x="1627" y="2371"/>
                    <a:pt x="2022" y="2165"/>
                    <a:pt x="2250" y="1787"/>
                  </a:cubicBezTo>
                  <a:cubicBezTo>
                    <a:pt x="2405" y="1537"/>
                    <a:pt x="2441" y="1239"/>
                    <a:pt x="2405" y="966"/>
                  </a:cubicBezTo>
                  <a:cubicBezTo>
                    <a:pt x="2381" y="882"/>
                    <a:pt x="2358" y="787"/>
                    <a:pt x="2322" y="704"/>
                  </a:cubicBezTo>
                  <a:cubicBezTo>
                    <a:pt x="2203" y="489"/>
                    <a:pt x="2048" y="299"/>
                    <a:pt x="1822" y="168"/>
                  </a:cubicBezTo>
                  <a:cubicBezTo>
                    <a:pt x="1630" y="49"/>
                    <a:pt x="1424" y="0"/>
                    <a:pt x="1220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16"/>
            <p:cNvSpPr/>
            <p:nvPr/>
          </p:nvSpPr>
          <p:spPr>
            <a:xfrm>
              <a:off x="4997625" y="2051475"/>
              <a:ext cx="45275" cy="42075"/>
            </a:xfrm>
            <a:custGeom>
              <a:avLst/>
              <a:gdLst/>
              <a:ahLst/>
              <a:cxnLst/>
              <a:rect l="l" t="t" r="r" b="b"/>
              <a:pathLst>
                <a:path w="1811" h="1683" extrusionOk="0">
                  <a:moveTo>
                    <a:pt x="852" y="1"/>
                  </a:moveTo>
                  <a:cubicBezTo>
                    <a:pt x="643" y="1"/>
                    <a:pt x="440" y="79"/>
                    <a:pt x="287" y="219"/>
                  </a:cubicBezTo>
                  <a:cubicBezTo>
                    <a:pt x="227" y="278"/>
                    <a:pt x="180" y="338"/>
                    <a:pt x="132" y="421"/>
                  </a:cubicBezTo>
                  <a:cubicBezTo>
                    <a:pt x="120" y="421"/>
                    <a:pt x="120" y="433"/>
                    <a:pt x="120" y="433"/>
                  </a:cubicBezTo>
                  <a:cubicBezTo>
                    <a:pt x="60" y="516"/>
                    <a:pt x="37" y="624"/>
                    <a:pt x="13" y="731"/>
                  </a:cubicBezTo>
                  <a:cubicBezTo>
                    <a:pt x="1" y="814"/>
                    <a:pt x="13" y="909"/>
                    <a:pt x="25" y="993"/>
                  </a:cubicBezTo>
                  <a:cubicBezTo>
                    <a:pt x="72" y="1219"/>
                    <a:pt x="203" y="1433"/>
                    <a:pt x="430" y="1564"/>
                  </a:cubicBezTo>
                  <a:cubicBezTo>
                    <a:pt x="566" y="1644"/>
                    <a:pt x="716" y="1683"/>
                    <a:pt x="864" y="1683"/>
                  </a:cubicBezTo>
                  <a:cubicBezTo>
                    <a:pt x="1154" y="1683"/>
                    <a:pt x="1435" y="1535"/>
                    <a:pt x="1584" y="1266"/>
                  </a:cubicBezTo>
                  <a:cubicBezTo>
                    <a:pt x="1811" y="874"/>
                    <a:pt x="1680" y="362"/>
                    <a:pt x="1287" y="123"/>
                  </a:cubicBezTo>
                  <a:cubicBezTo>
                    <a:pt x="1149" y="40"/>
                    <a:pt x="999" y="1"/>
                    <a:pt x="85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16"/>
            <p:cNvSpPr/>
            <p:nvPr/>
          </p:nvSpPr>
          <p:spPr>
            <a:xfrm>
              <a:off x="4680925" y="1807100"/>
              <a:ext cx="31875" cy="29875"/>
            </a:xfrm>
            <a:custGeom>
              <a:avLst/>
              <a:gdLst/>
              <a:ahLst/>
              <a:cxnLst/>
              <a:rect l="l" t="t" r="r" b="b"/>
              <a:pathLst>
                <a:path w="1275" h="1195" extrusionOk="0">
                  <a:moveTo>
                    <a:pt x="613" y="1"/>
                  </a:moveTo>
                  <a:cubicBezTo>
                    <a:pt x="553" y="1"/>
                    <a:pt x="494" y="10"/>
                    <a:pt x="441" y="28"/>
                  </a:cubicBezTo>
                  <a:cubicBezTo>
                    <a:pt x="358" y="40"/>
                    <a:pt x="298" y="88"/>
                    <a:pt x="239" y="135"/>
                  </a:cubicBezTo>
                  <a:cubicBezTo>
                    <a:pt x="179" y="171"/>
                    <a:pt x="120" y="231"/>
                    <a:pt x="96" y="314"/>
                  </a:cubicBezTo>
                  <a:cubicBezTo>
                    <a:pt x="96" y="326"/>
                    <a:pt x="84" y="326"/>
                    <a:pt x="84" y="338"/>
                  </a:cubicBezTo>
                  <a:cubicBezTo>
                    <a:pt x="25" y="469"/>
                    <a:pt x="1" y="612"/>
                    <a:pt x="36" y="743"/>
                  </a:cubicBezTo>
                  <a:cubicBezTo>
                    <a:pt x="48" y="826"/>
                    <a:pt x="96" y="909"/>
                    <a:pt x="155" y="981"/>
                  </a:cubicBezTo>
                  <a:cubicBezTo>
                    <a:pt x="203" y="1040"/>
                    <a:pt x="263" y="1076"/>
                    <a:pt x="322" y="1112"/>
                  </a:cubicBezTo>
                  <a:cubicBezTo>
                    <a:pt x="423" y="1167"/>
                    <a:pt x="530" y="1195"/>
                    <a:pt x="634" y="1195"/>
                  </a:cubicBezTo>
                  <a:cubicBezTo>
                    <a:pt x="775" y="1195"/>
                    <a:pt x="910" y="1143"/>
                    <a:pt x="1013" y="1040"/>
                  </a:cubicBezTo>
                  <a:cubicBezTo>
                    <a:pt x="1060" y="993"/>
                    <a:pt x="1096" y="945"/>
                    <a:pt x="1120" y="909"/>
                  </a:cubicBezTo>
                  <a:lnTo>
                    <a:pt x="1168" y="814"/>
                  </a:lnTo>
                  <a:cubicBezTo>
                    <a:pt x="1275" y="540"/>
                    <a:pt x="1168" y="231"/>
                    <a:pt x="917" y="88"/>
                  </a:cubicBezTo>
                  <a:cubicBezTo>
                    <a:pt x="820" y="28"/>
                    <a:pt x="714" y="1"/>
                    <a:pt x="61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16"/>
            <p:cNvSpPr/>
            <p:nvPr/>
          </p:nvSpPr>
          <p:spPr>
            <a:xfrm>
              <a:off x="4217475" y="1692975"/>
              <a:ext cx="32775" cy="29775"/>
            </a:xfrm>
            <a:custGeom>
              <a:avLst/>
              <a:gdLst/>
              <a:ahLst/>
              <a:cxnLst/>
              <a:rect l="l" t="t" r="r" b="b"/>
              <a:pathLst>
                <a:path w="1311" h="1191" extrusionOk="0">
                  <a:moveTo>
                    <a:pt x="667" y="0"/>
                  </a:moveTo>
                  <a:cubicBezTo>
                    <a:pt x="623" y="0"/>
                    <a:pt x="578" y="3"/>
                    <a:pt x="536" y="9"/>
                  </a:cubicBezTo>
                  <a:cubicBezTo>
                    <a:pt x="525" y="9"/>
                    <a:pt x="501" y="21"/>
                    <a:pt x="489" y="21"/>
                  </a:cubicBezTo>
                  <a:cubicBezTo>
                    <a:pt x="405" y="57"/>
                    <a:pt x="322" y="93"/>
                    <a:pt x="263" y="152"/>
                  </a:cubicBezTo>
                  <a:cubicBezTo>
                    <a:pt x="227" y="200"/>
                    <a:pt x="191" y="236"/>
                    <a:pt x="167" y="295"/>
                  </a:cubicBezTo>
                  <a:cubicBezTo>
                    <a:pt x="1" y="569"/>
                    <a:pt x="84" y="950"/>
                    <a:pt x="370" y="1105"/>
                  </a:cubicBezTo>
                  <a:cubicBezTo>
                    <a:pt x="468" y="1164"/>
                    <a:pt x="570" y="1190"/>
                    <a:pt x="672" y="1190"/>
                  </a:cubicBezTo>
                  <a:cubicBezTo>
                    <a:pt x="754" y="1190"/>
                    <a:pt x="837" y="1173"/>
                    <a:pt x="917" y="1140"/>
                  </a:cubicBezTo>
                  <a:cubicBezTo>
                    <a:pt x="1013" y="1105"/>
                    <a:pt x="1084" y="1045"/>
                    <a:pt x="1144" y="986"/>
                  </a:cubicBezTo>
                  <a:cubicBezTo>
                    <a:pt x="1156" y="962"/>
                    <a:pt x="1191" y="926"/>
                    <a:pt x="1203" y="902"/>
                  </a:cubicBezTo>
                  <a:cubicBezTo>
                    <a:pt x="1298" y="736"/>
                    <a:pt x="1310" y="557"/>
                    <a:pt x="1251" y="390"/>
                  </a:cubicBezTo>
                  <a:cubicBezTo>
                    <a:pt x="1215" y="307"/>
                    <a:pt x="1179" y="236"/>
                    <a:pt x="1096" y="176"/>
                  </a:cubicBezTo>
                  <a:cubicBezTo>
                    <a:pt x="1072" y="140"/>
                    <a:pt x="1025" y="116"/>
                    <a:pt x="977" y="81"/>
                  </a:cubicBezTo>
                  <a:cubicBezTo>
                    <a:pt x="917" y="57"/>
                    <a:pt x="858" y="21"/>
                    <a:pt x="798" y="9"/>
                  </a:cubicBezTo>
                  <a:cubicBezTo>
                    <a:pt x="757" y="3"/>
                    <a:pt x="712" y="0"/>
                    <a:pt x="66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16"/>
            <p:cNvSpPr/>
            <p:nvPr/>
          </p:nvSpPr>
          <p:spPr>
            <a:xfrm>
              <a:off x="4181750" y="2480200"/>
              <a:ext cx="48250" cy="41975"/>
            </a:xfrm>
            <a:custGeom>
              <a:avLst/>
              <a:gdLst/>
              <a:ahLst/>
              <a:cxnLst/>
              <a:rect l="l" t="t" r="r" b="b"/>
              <a:pathLst>
                <a:path w="1930" h="1679" extrusionOk="0">
                  <a:moveTo>
                    <a:pt x="951" y="1"/>
                  </a:moveTo>
                  <a:cubicBezTo>
                    <a:pt x="664" y="1"/>
                    <a:pt x="389" y="149"/>
                    <a:pt x="239" y="417"/>
                  </a:cubicBezTo>
                  <a:cubicBezTo>
                    <a:pt x="1" y="810"/>
                    <a:pt x="132" y="1334"/>
                    <a:pt x="537" y="1560"/>
                  </a:cubicBezTo>
                  <a:cubicBezTo>
                    <a:pt x="673" y="1640"/>
                    <a:pt x="822" y="1679"/>
                    <a:pt x="968" y="1679"/>
                  </a:cubicBezTo>
                  <a:cubicBezTo>
                    <a:pt x="1254" y="1679"/>
                    <a:pt x="1530" y="1531"/>
                    <a:pt x="1680" y="1262"/>
                  </a:cubicBezTo>
                  <a:cubicBezTo>
                    <a:pt x="1930" y="870"/>
                    <a:pt x="1799" y="358"/>
                    <a:pt x="1382" y="119"/>
                  </a:cubicBezTo>
                  <a:cubicBezTo>
                    <a:pt x="1246" y="39"/>
                    <a:pt x="1097" y="1"/>
                    <a:pt x="951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16"/>
            <p:cNvSpPr/>
            <p:nvPr/>
          </p:nvSpPr>
          <p:spPr>
            <a:xfrm>
              <a:off x="4137400" y="1857875"/>
              <a:ext cx="38125" cy="33450"/>
            </a:xfrm>
            <a:custGeom>
              <a:avLst/>
              <a:gdLst/>
              <a:ahLst/>
              <a:cxnLst/>
              <a:rect l="l" t="t" r="r" b="b"/>
              <a:pathLst>
                <a:path w="1525" h="1338" extrusionOk="0">
                  <a:moveTo>
                    <a:pt x="772" y="1"/>
                  </a:moveTo>
                  <a:cubicBezTo>
                    <a:pt x="539" y="1"/>
                    <a:pt x="311" y="123"/>
                    <a:pt x="191" y="331"/>
                  </a:cubicBezTo>
                  <a:cubicBezTo>
                    <a:pt x="1" y="640"/>
                    <a:pt x="120" y="1045"/>
                    <a:pt x="418" y="1236"/>
                  </a:cubicBezTo>
                  <a:cubicBezTo>
                    <a:pt x="418" y="1236"/>
                    <a:pt x="430" y="1236"/>
                    <a:pt x="430" y="1260"/>
                  </a:cubicBezTo>
                  <a:cubicBezTo>
                    <a:pt x="489" y="1283"/>
                    <a:pt x="584" y="1319"/>
                    <a:pt x="656" y="1331"/>
                  </a:cubicBezTo>
                  <a:cubicBezTo>
                    <a:pt x="685" y="1335"/>
                    <a:pt x="714" y="1337"/>
                    <a:pt x="743" y="1337"/>
                  </a:cubicBezTo>
                  <a:cubicBezTo>
                    <a:pt x="879" y="1337"/>
                    <a:pt x="1012" y="1293"/>
                    <a:pt x="1120" y="1224"/>
                  </a:cubicBezTo>
                  <a:cubicBezTo>
                    <a:pt x="1192" y="1176"/>
                    <a:pt x="1251" y="1117"/>
                    <a:pt x="1311" y="1045"/>
                  </a:cubicBezTo>
                  <a:cubicBezTo>
                    <a:pt x="1322" y="1033"/>
                    <a:pt x="1322" y="1021"/>
                    <a:pt x="1346" y="998"/>
                  </a:cubicBezTo>
                  <a:cubicBezTo>
                    <a:pt x="1525" y="688"/>
                    <a:pt x="1418" y="271"/>
                    <a:pt x="1108" y="93"/>
                  </a:cubicBezTo>
                  <a:cubicBezTo>
                    <a:pt x="1003" y="30"/>
                    <a:pt x="887" y="1"/>
                    <a:pt x="77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16"/>
            <p:cNvSpPr/>
            <p:nvPr/>
          </p:nvSpPr>
          <p:spPr>
            <a:xfrm>
              <a:off x="4394275" y="1948925"/>
              <a:ext cx="24450" cy="24450"/>
            </a:xfrm>
            <a:custGeom>
              <a:avLst/>
              <a:gdLst/>
              <a:ahLst/>
              <a:cxnLst/>
              <a:rect l="l" t="t" r="r" b="b"/>
              <a:pathLst>
                <a:path w="978" h="978" extrusionOk="0">
                  <a:moveTo>
                    <a:pt x="494" y="1"/>
                  </a:moveTo>
                  <a:cubicBezTo>
                    <a:pt x="461" y="1"/>
                    <a:pt x="427" y="4"/>
                    <a:pt x="394" y="11"/>
                  </a:cubicBezTo>
                  <a:cubicBezTo>
                    <a:pt x="334" y="23"/>
                    <a:pt x="275" y="34"/>
                    <a:pt x="239" y="82"/>
                  </a:cubicBezTo>
                  <a:cubicBezTo>
                    <a:pt x="203" y="94"/>
                    <a:pt x="191" y="130"/>
                    <a:pt x="156" y="142"/>
                  </a:cubicBezTo>
                  <a:cubicBezTo>
                    <a:pt x="37" y="261"/>
                    <a:pt x="1" y="427"/>
                    <a:pt x="37" y="594"/>
                  </a:cubicBezTo>
                  <a:cubicBezTo>
                    <a:pt x="61" y="642"/>
                    <a:pt x="72" y="689"/>
                    <a:pt x="96" y="737"/>
                  </a:cubicBezTo>
                  <a:cubicBezTo>
                    <a:pt x="120" y="796"/>
                    <a:pt x="132" y="832"/>
                    <a:pt x="156" y="844"/>
                  </a:cubicBezTo>
                  <a:cubicBezTo>
                    <a:pt x="247" y="928"/>
                    <a:pt x="363" y="978"/>
                    <a:pt x="481" y="978"/>
                  </a:cubicBezTo>
                  <a:cubicBezTo>
                    <a:pt x="548" y="978"/>
                    <a:pt x="615" y="962"/>
                    <a:pt x="680" y="927"/>
                  </a:cubicBezTo>
                  <a:cubicBezTo>
                    <a:pt x="715" y="916"/>
                    <a:pt x="739" y="904"/>
                    <a:pt x="751" y="892"/>
                  </a:cubicBezTo>
                  <a:cubicBezTo>
                    <a:pt x="799" y="856"/>
                    <a:pt x="846" y="808"/>
                    <a:pt x="894" y="749"/>
                  </a:cubicBezTo>
                  <a:cubicBezTo>
                    <a:pt x="953" y="666"/>
                    <a:pt x="977" y="558"/>
                    <a:pt x="965" y="439"/>
                  </a:cubicBezTo>
                  <a:cubicBezTo>
                    <a:pt x="965" y="368"/>
                    <a:pt x="930" y="296"/>
                    <a:pt x="894" y="213"/>
                  </a:cubicBezTo>
                  <a:cubicBezTo>
                    <a:pt x="894" y="201"/>
                    <a:pt x="870" y="201"/>
                    <a:pt x="870" y="189"/>
                  </a:cubicBezTo>
                  <a:cubicBezTo>
                    <a:pt x="773" y="63"/>
                    <a:pt x="637" y="1"/>
                    <a:pt x="49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16"/>
            <p:cNvSpPr/>
            <p:nvPr/>
          </p:nvSpPr>
          <p:spPr>
            <a:xfrm>
              <a:off x="4283550" y="1992300"/>
              <a:ext cx="31000" cy="30675"/>
            </a:xfrm>
            <a:custGeom>
              <a:avLst/>
              <a:gdLst/>
              <a:ahLst/>
              <a:cxnLst/>
              <a:rect l="l" t="t" r="r" b="b"/>
              <a:pathLst>
                <a:path w="1240" h="1227" extrusionOk="0">
                  <a:moveTo>
                    <a:pt x="633" y="0"/>
                  </a:moveTo>
                  <a:cubicBezTo>
                    <a:pt x="500" y="0"/>
                    <a:pt x="370" y="46"/>
                    <a:pt x="263" y="133"/>
                  </a:cubicBezTo>
                  <a:cubicBezTo>
                    <a:pt x="191" y="193"/>
                    <a:pt x="156" y="252"/>
                    <a:pt x="108" y="324"/>
                  </a:cubicBezTo>
                  <a:cubicBezTo>
                    <a:pt x="108" y="347"/>
                    <a:pt x="96" y="359"/>
                    <a:pt x="96" y="359"/>
                  </a:cubicBezTo>
                  <a:cubicBezTo>
                    <a:pt x="1" y="538"/>
                    <a:pt x="1" y="740"/>
                    <a:pt x="96" y="907"/>
                  </a:cubicBezTo>
                  <a:cubicBezTo>
                    <a:pt x="144" y="978"/>
                    <a:pt x="203" y="1062"/>
                    <a:pt x="275" y="1109"/>
                  </a:cubicBezTo>
                  <a:cubicBezTo>
                    <a:pt x="287" y="1133"/>
                    <a:pt x="299" y="1133"/>
                    <a:pt x="322" y="1145"/>
                  </a:cubicBezTo>
                  <a:cubicBezTo>
                    <a:pt x="421" y="1200"/>
                    <a:pt x="527" y="1227"/>
                    <a:pt x="631" y="1227"/>
                  </a:cubicBezTo>
                  <a:cubicBezTo>
                    <a:pt x="842" y="1227"/>
                    <a:pt x="1044" y="1118"/>
                    <a:pt x="1156" y="919"/>
                  </a:cubicBezTo>
                  <a:cubicBezTo>
                    <a:pt x="1191" y="835"/>
                    <a:pt x="1227" y="740"/>
                    <a:pt x="1239" y="657"/>
                  </a:cubicBezTo>
                  <a:cubicBezTo>
                    <a:pt x="1239" y="562"/>
                    <a:pt x="1227" y="478"/>
                    <a:pt x="1191" y="383"/>
                  </a:cubicBezTo>
                  <a:cubicBezTo>
                    <a:pt x="1156" y="264"/>
                    <a:pt x="1061" y="157"/>
                    <a:pt x="941" y="85"/>
                  </a:cubicBezTo>
                  <a:cubicBezTo>
                    <a:pt x="842" y="28"/>
                    <a:pt x="737" y="0"/>
                    <a:pt x="633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0" name="Google Shape;1950;p16"/>
          <p:cNvSpPr/>
          <p:nvPr/>
        </p:nvSpPr>
        <p:spPr>
          <a:xfrm>
            <a:off x="0" y="4845825"/>
            <a:ext cx="9144000" cy="29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1" name="Google Shape;1951;p16"/>
          <p:cNvSpPr txBox="1">
            <a:spLocks noGrp="1"/>
          </p:cNvSpPr>
          <p:nvPr>
            <p:ph type="title"/>
          </p:nvPr>
        </p:nvSpPr>
        <p:spPr>
          <a:xfrm>
            <a:off x="2036875" y="3100300"/>
            <a:ext cx="50703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952" name="Google Shape;1952;p16"/>
          <p:cNvSpPr txBox="1">
            <a:spLocks noGrp="1"/>
          </p:cNvSpPr>
          <p:nvPr>
            <p:ph type="subTitle" idx="1"/>
          </p:nvPr>
        </p:nvSpPr>
        <p:spPr>
          <a:xfrm>
            <a:off x="1055075" y="1511325"/>
            <a:ext cx="7033800" cy="14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953" name="Google Shape;1953;p16"/>
          <p:cNvGrpSpPr/>
          <p:nvPr/>
        </p:nvGrpSpPr>
        <p:grpSpPr>
          <a:xfrm rot="10800000" flipH="1">
            <a:off x="175" y="-155"/>
            <a:ext cx="4162380" cy="1079126"/>
            <a:chOff x="2582150" y="3714800"/>
            <a:chExt cx="2689050" cy="697200"/>
          </a:xfrm>
        </p:grpSpPr>
        <p:sp>
          <p:nvSpPr>
            <p:cNvPr id="1954" name="Google Shape;1954;p16"/>
            <p:cNvSpPr/>
            <p:nvPr/>
          </p:nvSpPr>
          <p:spPr>
            <a:xfrm>
              <a:off x="3636750" y="4402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16"/>
            <p:cNvSpPr/>
            <p:nvPr/>
          </p:nvSpPr>
          <p:spPr>
            <a:xfrm>
              <a:off x="3640625" y="4406925"/>
              <a:ext cx="19375" cy="4475"/>
            </a:xfrm>
            <a:custGeom>
              <a:avLst/>
              <a:gdLst/>
              <a:ahLst/>
              <a:cxnLst/>
              <a:rect l="l" t="t" r="r" b="b"/>
              <a:pathLst>
                <a:path w="775" h="179" extrusionOk="0">
                  <a:moveTo>
                    <a:pt x="393" y="0"/>
                  </a:moveTo>
                  <a:lnTo>
                    <a:pt x="36" y="108"/>
                  </a:lnTo>
                  <a:lnTo>
                    <a:pt x="0" y="179"/>
                  </a:lnTo>
                  <a:lnTo>
                    <a:pt x="774" y="179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16"/>
            <p:cNvSpPr/>
            <p:nvPr/>
          </p:nvSpPr>
          <p:spPr>
            <a:xfrm>
              <a:off x="3634075" y="44039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0" y="24"/>
                  </a:moveTo>
                  <a:lnTo>
                    <a:pt x="0" y="24"/>
                  </a:lnTo>
                  <a:lnTo>
                    <a:pt x="0" y="24"/>
                  </a:lnTo>
                  <a:cubicBezTo>
                    <a:pt x="0" y="0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16"/>
            <p:cNvSpPr/>
            <p:nvPr/>
          </p:nvSpPr>
          <p:spPr>
            <a:xfrm>
              <a:off x="3635275" y="4403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16"/>
            <p:cNvSpPr/>
            <p:nvPr/>
          </p:nvSpPr>
          <p:spPr>
            <a:xfrm>
              <a:off x="3746875" y="4334600"/>
              <a:ext cx="142325" cy="46150"/>
            </a:xfrm>
            <a:custGeom>
              <a:avLst/>
              <a:gdLst/>
              <a:ahLst/>
              <a:cxnLst/>
              <a:rect l="l" t="t" r="r" b="b"/>
              <a:pathLst>
                <a:path w="5693" h="1846" extrusionOk="0">
                  <a:moveTo>
                    <a:pt x="5418" y="0"/>
                  </a:moveTo>
                  <a:lnTo>
                    <a:pt x="1" y="1488"/>
                  </a:lnTo>
                  <a:lnTo>
                    <a:pt x="1" y="1846"/>
                  </a:lnTo>
                  <a:lnTo>
                    <a:pt x="5692" y="262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16"/>
            <p:cNvSpPr/>
            <p:nvPr/>
          </p:nvSpPr>
          <p:spPr>
            <a:xfrm>
              <a:off x="3891850" y="4256600"/>
              <a:ext cx="273575" cy="81875"/>
            </a:xfrm>
            <a:custGeom>
              <a:avLst/>
              <a:gdLst/>
              <a:ahLst/>
              <a:cxnLst/>
              <a:rect l="l" t="t" r="r" b="b"/>
              <a:pathLst>
                <a:path w="10943" h="3275" extrusionOk="0">
                  <a:moveTo>
                    <a:pt x="10883" y="1"/>
                  </a:moveTo>
                  <a:lnTo>
                    <a:pt x="0" y="3013"/>
                  </a:lnTo>
                  <a:lnTo>
                    <a:pt x="286" y="3275"/>
                  </a:lnTo>
                  <a:lnTo>
                    <a:pt x="10883" y="358"/>
                  </a:lnTo>
                  <a:lnTo>
                    <a:pt x="10942" y="298"/>
                  </a:lnTo>
                  <a:cubicBezTo>
                    <a:pt x="10894" y="215"/>
                    <a:pt x="10883" y="108"/>
                    <a:pt x="1088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16"/>
            <p:cNvSpPr/>
            <p:nvPr/>
          </p:nvSpPr>
          <p:spPr>
            <a:xfrm>
              <a:off x="3634375" y="4403350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12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16"/>
            <p:cNvSpPr/>
            <p:nvPr/>
          </p:nvSpPr>
          <p:spPr>
            <a:xfrm>
              <a:off x="3635275" y="4402450"/>
              <a:ext cx="300" cy="625"/>
            </a:xfrm>
            <a:custGeom>
              <a:avLst/>
              <a:gdLst/>
              <a:ahLst/>
              <a:cxnLst/>
              <a:rect l="l" t="t" r="r" b="b"/>
              <a:pathLst>
                <a:path w="12" h="25" extrusionOk="0">
                  <a:moveTo>
                    <a:pt x="12" y="1"/>
                  </a:moveTo>
                  <a:cubicBezTo>
                    <a:pt x="12" y="1"/>
                    <a:pt x="0" y="25"/>
                    <a:pt x="12" y="1"/>
                  </a:cubicBezTo>
                  <a:lnTo>
                    <a:pt x="0" y="25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16"/>
            <p:cNvSpPr/>
            <p:nvPr/>
          </p:nvSpPr>
          <p:spPr>
            <a:xfrm>
              <a:off x="3636750" y="4373575"/>
              <a:ext cx="101825" cy="35750"/>
            </a:xfrm>
            <a:custGeom>
              <a:avLst/>
              <a:gdLst/>
              <a:ahLst/>
              <a:cxnLst/>
              <a:rect l="l" t="t" r="r" b="b"/>
              <a:pathLst>
                <a:path w="4073" h="1430" extrusionOk="0">
                  <a:moveTo>
                    <a:pt x="4073" y="1"/>
                  </a:moveTo>
                  <a:lnTo>
                    <a:pt x="12" y="1120"/>
                  </a:lnTo>
                  <a:lnTo>
                    <a:pt x="1" y="1120"/>
                  </a:lnTo>
                  <a:cubicBezTo>
                    <a:pt x="24" y="1132"/>
                    <a:pt x="60" y="1132"/>
                    <a:pt x="96" y="1132"/>
                  </a:cubicBezTo>
                  <a:cubicBezTo>
                    <a:pt x="191" y="1156"/>
                    <a:pt x="251" y="1251"/>
                    <a:pt x="215" y="1334"/>
                  </a:cubicBezTo>
                  <a:lnTo>
                    <a:pt x="191" y="1430"/>
                  </a:lnTo>
                  <a:lnTo>
                    <a:pt x="548" y="1322"/>
                  </a:lnTo>
                  <a:lnTo>
                    <a:pt x="4061" y="358"/>
                  </a:lnTo>
                  <a:lnTo>
                    <a:pt x="407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16"/>
            <p:cNvSpPr/>
            <p:nvPr/>
          </p:nvSpPr>
          <p:spPr>
            <a:xfrm>
              <a:off x="3635850" y="4402150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37" y="1"/>
                  </a:moveTo>
                  <a:cubicBezTo>
                    <a:pt x="13" y="1"/>
                    <a:pt x="1" y="1"/>
                    <a:pt x="1" y="13"/>
                  </a:cubicBezTo>
                  <a:cubicBezTo>
                    <a:pt x="1" y="13"/>
                    <a:pt x="13" y="1"/>
                    <a:pt x="37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16"/>
            <p:cNvSpPr/>
            <p:nvPr/>
          </p:nvSpPr>
          <p:spPr>
            <a:xfrm>
              <a:off x="3634075" y="4403950"/>
              <a:ext cx="325" cy="925"/>
            </a:xfrm>
            <a:custGeom>
              <a:avLst/>
              <a:gdLst/>
              <a:ahLst/>
              <a:cxnLst/>
              <a:rect l="l" t="t" r="r" b="b"/>
              <a:pathLst>
                <a:path w="13" h="37" extrusionOk="0">
                  <a:moveTo>
                    <a:pt x="12" y="0"/>
                  </a:moveTo>
                  <a:lnTo>
                    <a:pt x="12" y="0"/>
                  </a:lnTo>
                  <a:cubicBezTo>
                    <a:pt x="6" y="14"/>
                    <a:pt x="3" y="19"/>
                    <a:pt x="1" y="24"/>
                  </a:cubicBezTo>
                  <a:lnTo>
                    <a:pt x="1" y="24"/>
                  </a:lnTo>
                  <a:cubicBezTo>
                    <a:pt x="12" y="24"/>
                    <a:pt x="12" y="23"/>
                    <a:pt x="12" y="0"/>
                  </a:cubicBezTo>
                  <a:close/>
                  <a:moveTo>
                    <a:pt x="1" y="24"/>
                  </a:moveTo>
                  <a:cubicBezTo>
                    <a:pt x="1" y="24"/>
                    <a:pt x="1" y="24"/>
                    <a:pt x="0" y="24"/>
                  </a:cubicBezTo>
                  <a:lnTo>
                    <a:pt x="0" y="36"/>
                  </a:lnTo>
                  <a:cubicBezTo>
                    <a:pt x="0" y="31"/>
                    <a:pt x="0" y="28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16"/>
            <p:cNvSpPr/>
            <p:nvPr/>
          </p:nvSpPr>
          <p:spPr>
            <a:xfrm>
              <a:off x="2599425" y="4199450"/>
              <a:ext cx="104800" cy="112250"/>
            </a:xfrm>
            <a:custGeom>
              <a:avLst/>
              <a:gdLst/>
              <a:ahLst/>
              <a:cxnLst/>
              <a:rect l="l" t="t" r="r" b="b"/>
              <a:pathLst>
                <a:path w="4192" h="4490" extrusionOk="0">
                  <a:moveTo>
                    <a:pt x="3929" y="1"/>
                  </a:moveTo>
                  <a:lnTo>
                    <a:pt x="0" y="4394"/>
                  </a:lnTo>
                  <a:cubicBezTo>
                    <a:pt x="84" y="4394"/>
                    <a:pt x="167" y="4430"/>
                    <a:pt x="250" y="4489"/>
                  </a:cubicBezTo>
                  <a:lnTo>
                    <a:pt x="417" y="4418"/>
                  </a:lnTo>
                  <a:lnTo>
                    <a:pt x="4191" y="203"/>
                  </a:lnTo>
                  <a:lnTo>
                    <a:pt x="392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16"/>
            <p:cNvSpPr/>
            <p:nvPr/>
          </p:nvSpPr>
          <p:spPr>
            <a:xfrm>
              <a:off x="2778900" y="4187850"/>
              <a:ext cx="124150" cy="53600"/>
            </a:xfrm>
            <a:custGeom>
              <a:avLst/>
              <a:gdLst/>
              <a:ahLst/>
              <a:cxnLst/>
              <a:rect l="l" t="t" r="r" b="b"/>
              <a:pathLst>
                <a:path w="4966" h="2144" extrusionOk="0">
                  <a:moveTo>
                    <a:pt x="4942" y="0"/>
                  </a:moveTo>
                  <a:cubicBezTo>
                    <a:pt x="4930" y="0"/>
                    <a:pt x="4918" y="0"/>
                    <a:pt x="4918" y="12"/>
                  </a:cubicBezTo>
                  <a:cubicBezTo>
                    <a:pt x="4930" y="12"/>
                    <a:pt x="4942" y="12"/>
                    <a:pt x="4942" y="0"/>
                  </a:cubicBezTo>
                  <a:close/>
                  <a:moveTo>
                    <a:pt x="4918" y="12"/>
                  </a:moveTo>
                  <a:lnTo>
                    <a:pt x="1" y="1834"/>
                  </a:lnTo>
                  <a:cubicBezTo>
                    <a:pt x="84" y="1917"/>
                    <a:pt x="120" y="2024"/>
                    <a:pt x="144" y="2143"/>
                  </a:cubicBezTo>
                  <a:lnTo>
                    <a:pt x="4966" y="358"/>
                  </a:lnTo>
                  <a:lnTo>
                    <a:pt x="4882" y="310"/>
                  </a:lnTo>
                  <a:cubicBezTo>
                    <a:pt x="4811" y="250"/>
                    <a:pt x="4799" y="155"/>
                    <a:pt x="4847" y="72"/>
                  </a:cubicBezTo>
                  <a:cubicBezTo>
                    <a:pt x="4859" y="48"/>
                    <a:pt x="4882" y="36"/>
                    <a:pt x="4918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16"/>
            <p:cNvSpPr/>
            <p:nvPr/>
          </p:nvSpPr>
          <p:spPr>
            <a:xfrm>
              <a:off x="2905125" y="4188150"/>
              <a:ext cx="900" cy="625"/>
            </a:xfrm>
            <a:custGeom>
              <a:avLst/>
              <a:gdLst/>
              <a:ahLst/>
              <a:cxnLst/>
              <a:rect l="l" t="t" r="r" b="b"/>
              <a:pathLst>
                <a:path w="36" h="25" extrusionOk="0">
                  <a:moveTo>
                    <a:pt x="0" y="0"/>
                  </a:moveTo>
                  <a:cubicBezTo>
                    <a:pt x="12" y="0"/>
                    <a:pt x="12" y="24"/>
                    <a:pt x="36" y="24"/>
                  </a:cubicBezTo>
                  <a:cubicBezTo>
                    <a:pt x="12" y="24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16"/>
            <p:cNvSpPr/>
            <p:nvPr/>
          </p:nvSpPr>
          <p:spPr>
            <a:xfrm>
              <a:off x="2903925" y="41878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0" y="0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16"/>
            <p:cNvSpPr/>
            <p:nvPr/>
          </p:nvSpPr>
          <p:spPr>
            <a:xfrm>
              <a:off x="2903325" y="41878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16"/>
            <p:cNvSpPr/>
            <p:nvPr/>
          </p:nvSpPr>
          <p:spPr>
            <a:xfrm>
              <a:off x="2906000" y="4188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16"/>
            <p:cNvSpPr/>
            <p:nvPr/>
          </p:nvSpPr>
          <p:spPr>
            <a:xfrm>
              <a:off x="2898575" y="4188150"/>
              <a:ext cx="179200" cy="127725"/>
            </a:xfrm>
            <a:custGeom>
              <a:avLst/>
              <a:gdLst/>
              <a:ahLst/>
              <a:cxnLst/>
              <a:rect l="l" t="t" r="r" b="b"/>
              <a:pathLst>
                <a:path w="7168" h="5109" extrusionOk="0">
                  <a:moveTo>
                    <a:pt x="155" y="0"/>
                  </a:moveTo>
                  <a:cubicBezTo>
                    <a:pt x="143" y="0"/>
                    <a:pt x="131" y="0"/>
                    <a:pt x="131" y="24"/>
                  </a:cubicBezTo>
                  <a:cubicBezTo>
                    <a:pt x="95" y="24"/>
                    <a:pt x="83" y="36"/>
                    <a:pt x="60" y="60"/>
                  </a:cubicBezTo>
                  <a:cubicBezTo>
                    <a:pt x="0" y="143"/>
                    <a:pt x="24" y="238"/>
                    <a:pt x="95" y="298"/>
                  </a:cubicBezTo>
                  <a:lnTo>
                    <a:pt x="179" y="346"/>
                  </a:lnTo>
                  <a:lnTo>
                    <a:pt x="7049" y="5108"/>
                  </a:lnTo>
                  <a:cubicBezTo>
                    <a:pt x="7049" y="5084"/>
                    <a:pt x="7037" y="5049"/>
                    <a:pt x="7037" y="5025"/>
                  </a:cubicBezTo>
                  <a:cubicBezTo>
                    <a:pt x="7049" y="4918"/>
                    <a:pt x="7096" y="4834"/>
                    <a:pt x="7168" y="4787"/>
                  </a:cubicBezTo>
                  <a:lnTo>
                    <a:pt x="298" y="24"/>
                  </a:lnTo>
                  <a:cubicBezTo>
                    <a:pt x="274" y="24"/>
                    <a:pt x="274" y="0"/>
                    <a:pt x="26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16"/>
            <p:cNvSpPr/>
            <p:nvPr/>
          </p:nvSpPr>
          <p:spPr>
            <a:xfrm>
              <a:off x="2605375" y="4242625"/>
              <a:ext cx="151825" cy="76225"/>
            </a:xfrm>
            <a:custGeom>
              <a:avLst/>
              <a:gdLst/>
              <a:ahLst/>
              <a:cxnLst/>
              <a:rect l="l" t="t" r="r" b="b"/>
              <a:pathLst>
                <a:path w="6073" h="3049" extrusionOk="0">
                  <a:moveTo>
                    <a:pt x="5870" y="0"/>
                  </a:moveTo>
                  <a:lnTo>
                    <a:pt x="155" y="2679"/>
                  </a:lnTo>
                  <a:lnTo>
                    <a:pt x="0" y="2750"/>
                  </a:lnTo>
                  <a:cubicBezTo>
                    <a:pt x="84" y="2822"/>
                    <a:pt x="143" y="2929"/>
                    <a:pt x="155" y="3048"/>
                  </a:cubicBezTo>
                  <a:lnTo>
                    <a:pt x="6073" y="286"/>
                  </a:lnTo>
                  <a:cubicBezTo>
                    <a:pt x="6037" y="226"/>
                    <a:pt x="6013" y="167"/>
                    <a:pt x="5989" y="107"/>
                  </a:cubicBezTo>
                  <a:lnTo>
                    <a:pt x="587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16"/>
            <p:cNvSpPr/>
            <p:nvPr/>
          </p:nvSpPr>
          <p:spPr>
            <a:xfrm>
              <a:off x="2768500" y="4252150"/>
              <a:ext cx="210450" cy="159250"/>
            </a:xfrm>
            <a:custGeom>
              <a:avLst/>
              <a:gdLst/>
              <a:ahLst/>
              <a:cxnLst/>
              <a:rect l="l" t="t" r="r" b="b"/>
              <a:pathLst>
                <a:path w="8418" h="6370" extrusionOk="0">
                  <a:moveTo>
                    <a:pt x="381" y="0"/>
                  </a:moveTo>
                  <a:cubicBezTo>
                    <a:pt x="286" y="95"/>
                    <a:pt x="155" y="155"/>
                    <a:pt x="0" y="155"/>
                  </a:cubicBezTo>
                  <a:lnTo>
                    <a:pt x="7858" y="6370"/>
                  </a:lnTo>
                  <a:lnTo>
                    <a:pt x="8418" y="637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16"/>
            <p:cNvSpPr/>
            <p:nvPr/>
          </p:nvSpPr>
          <p:spPr>
            <a:xfrm>
              <a:off x="2694975" y="4191125"/>
              <a:ext cx="62225" cy="54200"/>
            </a:xfrm>
            <a:custGeom>
              <a:avLst/>
              <a:gdLst/>
              <a:ahLst/>
              <a:cxnLst/>
              <a:rect l="l" t="t" r="r" b="b"/>
              <a:pathLst>
                <a:path w="2489" h="2168" extrusionOk="0">
                  <a:moveTo>
                    <a:pt x="131" y="0"/>
                  </a:moveTo>
                  <a:cubicBezTo>
                    <a:pt x="95" y="24"/>
                    <a:pt x="72" y="36"/>
                    <a:pt x="60" y="60"/>
                  </a:cubicBezTo>
                  <a:cubicBezTo>
                    <a:pt x="0" y="143"/>
                    <a:pt x="12" y="238"/>
                    <a:pt x="84" y="298"/>
                  </a:cubicBezTo>
                  <a:lnTo>
                    <a:pt x="107" y="322"/>
                  </a:lnTo>
                  <a:lnTo>
                    <a:pt x="369" y="524"/>
                  </a:lnTo>
                  <a:lnTo>
                    <a:pt x="2286" y="2060"/>
                  </a:lnTo>
                  <a:lnTo>
                    <a:pt x="2429" y="2167"/>
                  </a:lnTo>
                  <a:cubicBezTo>
                    <a:pt x="2405" y="2108"/>
                    <a:pt x="2405" y="2060"/>
                    <a:pt x="2405" y="2001"/>
                  </a:cubicBezTo>
                  <a:cubicBezTo>
                    <a:pt x="2405" y="1929"/>
                    <a:pt x="2441" y="1846"/>
                    <a:pt x="2489" y="1774"/>
                  </a:cubicBezTo>
                  <a:lnTo>
                    <a:pt x="655" y="322"/>
                  </a:lnTo>
                  <a:cubicBezTo>
                    <a:pt x="596" y="405"/>
                    <a:pt x="500" y="453"/>
                    <a:pt x="405" y="453"/>
                  </a:cubicBezTo>
                  <a:cubicBezTo>
                    <a:pt x="250" y="453"/>
                    <a:pt x="143" y="298"/>
                    <a:pt x="167" y="155"/>
                  </a:cubicBezTo>
                  <a:cubicBezTo>
                    <a:pt x="167" y="96"/>
                    <a:pt x="191" y="48"/>
                    <a:pt x="22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16"/>
            <p:cNvSpPr/>
            <p:nvPr/>
          </p:nvSpPr>
          <p:spPr>
            <a:xfrm>
              <a:off x="3016725" y="4319125"/>
              <a:ext cx="67000" cy="92275"/>
            </a:xfrm>
            <a:custGeom>
              <a:avLst/>
              <a:gdLst/>
              <a:ahLst/>
              <a:cxnLst/>
              <a:rect l="l" t="t" r="r" b="b"/>
              <a:pathLst>
                <a:path w="2680" h="3691" extrusionOk="0">
                  <a:moveTo>
                    <a:pt x="2680" y="119"/>
                  </a:moveTo>
                  <a:lnTo>
                    <a:pt x="2675" y="126"/>
                  </a:lnTo>
                  <a:lnTo>
                    <a:pt x="2675" y="126"/>
                  </a:lnTo>
                  <a:cubicBezTo>
                    <a:pt x="2677" y="124"/>
                    <a:pt x="2679" y="122"/>
                    <a:pt x="2680" y="119"/>
                  </a:cubicBezTo>
                  <a:close/>
                  <a:moveTo>
                    <a:pt x="2370" y="0"/>
                  </a:moveTo>
                  <a:lnTo>
                    <a:pt x="1" y="3560"/>
                  </a:lnTo>
                  <a:cubicBezTo>
                    <a:pt x="96" y="3596"/>
                    <a:pt x="168" y="3631"/>
                    <a:pt x="227" y="3691"/>
                  </a:cubicBezTo>
                  <a:lnTo>
                    <a:pt x="310" y="3691"/>
                  </a:lnTo>
                  <a:lnTo>
                    <a:pt x="2675" y="126"/>
                  </a:lnTo>
                  <a:lnTo>
                    <a:pt x="2675" y="126"/>
                  </a:lnTo>
                  <a:cubicBezTo>
                    <a:pt x="2661" y="143"/>
                    <a:pt x="2628" y="143"/>
                    <a:pt x="2596" y="143"/>
                  </a:cubicBezTo>
                  <a:cubicBezTo>
                    <a:pt x="2501" y="143"/>
                    <a:pt x="2418" y="83"/>
                    <a:pt x="237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16"/>
            <p:cNvSpPr/>
            <p:nvPr/>
          </p:nvSpPr>
          <p:spPr>
            <a:xfrm>
              <a:off x="3084000" y="4036650"/>
              <a:ext cx="186075" cy="275050"/>
            </a:xfrm>
            <a:custGeom>
              <a:avLst/>
              <a:gdLst/>
              <a:ahLst/>
              <a:cxnLst/>
              <a:rect l="l" t="t" r="r" b="b"/>
              <a:pathLst>
                <a:path w="7443" h="11002" extrusionOk="0">
                  <a:moveTo>
                    <a:pt x="7168" y="0"/>
                  </a:moveTo>
                  <a:lnTo>
                    <a:pt x="1" y="10811"/>
                  </a:lnTo>
                  <a:cubicBezTo>
                    <a:pt x="108" y="10847"/>
                    <a:pt x="203" y="10918"/>
                    <a:pt x="227" y="11001"/>
                  </a:cubicBezTo>
                  <a:cubicBezTo>
                    <a:pt x="239" y="11001"/>
                    <a:pt x="263" y="10989"/>
                    <a:pt x="286" y="10989"/>
                  </a:cubicBezTo>
                  <a:lnTo>
                    <a:pt x="7442" y="179"/>
                  </a:lnTo>
                  <a:cubicBezTo>
                    <a:pt x="7323" y="155"/>
                    <a:pt x="7240" y="95"/>
                    <a:pt x="716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16"/>
            <p:cNvSpPr/>
            <p:nvPr/>
          </p:nvSpPr>
          <p:spPr>
            <a:xfrm>
              <a:off x="3088475" y="4311375"/>
              <a:ext cx="161950" cy="100025"/>
            </a:xfrm>
            <a:custGeom>
              <a:avLst/>
              <a:gdLst/>
              <a:ahLst/>
              <a:cxnLst/>
              <a:rect l="l" t="t" r="r" b="b"/>
              <a:pathLst>
                <a:path w="6478" h="4001" extrusionOk="0">
                  <a:moveTo>
                    <a:pt x="107" y="0"/>
                  </a:moveTo>
                  <a:cubicBezTo>
                    <a:pt x="96" y="0"/>
                    <a:pt x="72" y="0"/>
                    <a:pt x="48" y="12"/>
                  </a:cubicBezTo>
                  <a:cubicBezTo>
                    <a:pt x="60" y="60"/>
                    <a:pt x="84" y="108"/>
                    <a:pt x="60" y="155"/>
                  </a:cubicBezTo>
                  <a:cubicBezTo>
                    <a:pt x="60" y="215"/>
                    <a:pt x="36" y="250"/>
                    <a:pt x="0" y="298"/>
                  </a:cubicBezTo>
                  <a:lnTo>
                    <a:pt x="24" y="310"/>
                  </a:lnTo>
                  <a:lnTo>
                    <a:pt x="5834" y="4001"/>
                  </a:lnTo>
                  <a:lnTo>
                    <a:pt x="6477" y="4001"/>
                  </a:lnTo>
                  <a:lnTo>
                    <a:pt x="203" y="36"/>
                  </a:lnTo>
                  <a:cubicBezTo>
                    <a:pt x="167" y="12"/>
                    <a:pt x="143" y="0"/>
                    <a:pt x="10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16"/>
            <p:cNvSpPr/>
            <p:nvPr/>
          </p:nvSpPr>
          <p:spPr>
            <a:xfrm>
              <a:off x="3271525" y="4040200"/>
              <a:ext cx="47350" cy="371200"/>
            </a:xfrm>
            <a:custGeom>
              <a:avLst/>
              <a:gdLst/>
              <a:ahLst/>
              <a:cxnLst/>
              <a:rect l="l" t="t" r="r" b="b"/>
              <a:pathLst>
                <a:path w="1894" h="14848" extrusionOk="0">
                  <a:moveTo>
                    <a:pt x="334" y="1"/>
                  </a:moveTo>
                  <a:cubicBezTo>
                    <a:pt x="255" y="51"/>
                    <a:pt x="159" y="75"/>
                    <a:pt x="60" y="75"/>
                  </a:cubicBezTo>
                  <a:cubicBezTo>
                    <a:pt x="40" y="75"/>
                    <a:pt x="20" y="74"/>
                    <a:pt x="1" y="72"/>
                  </a:cubicBezTo>
                  <a:lnTo>
                    <a:pt x="1" y="72"/>
                  </a:lnTo>
                  <a:lnTo>
                    <a:pt x="1548" y="14848"/>
                  </a:lnTo>
                  <a:lnTo>
                    <a:pt x="1894" y="14848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16"/>
            <p:cNvSpPr/>
            <p:nvPr/>
          </p:nvSpPr>
          <p:spPr>
            <a:xfrm>
              <a:off x="3632275" y="4401925"/>
              <a:ext cx="10750" cy="9475"/>
            </a:xfrm>
            <a:custGeom>
              <a:avLst/>
              <a:gdLst/>
              <a:ahLst/>
              <a:cxnLst/>
              <a:rect l="l" t="t" r="r" b="b"/>
              <a:pathLst>
                <a:path w="430" h="379" extrusionOk="0">
                  <a:moveTo>
                    <a:pt x="227" y="1"/>
                  </a:moveTo>
                  <a:cubicBezTo>
                    <a:pt x="209" y="1"/>
                    <a:pt x="191" y="4"/>
                    <a:pt x="180" y="10"/>
                  </a:cubicBezTo>
                  <a:cubicBezTo>
                    <a:pt x="156" y="10"/>
                    <a:pt x="156" y="22"/>
                    <a:pt x="144" y="22"/>
                  </a:cubicBezTo>
                  <a:lnTo>
                    <a:pt x="132" y="22"/>
                  </a:lnTo>
                  <a:lnTo>
                    <a:pt x="120" y="46"/>
                  </a:lnTo>
                  <a:lnTo>
                    <a:pt x="96" y="57"/>
                  </a:lnTo>
                  <a:lnTo>
                    <a:pt x="84" y="69"/>
                  </a:lnTo>
                  <a:lnTo>
                    <a:pt x="84" y="81"/>
                  </a:lnTo>
                  <a:cubicBezTo>
                    <a:pt x="84" y="105"/>
                    <a:pt x="72" y="105"/>
                    <a:pt x="72" y="117"/>
                  </a:cubicBezTo>
                  <a:lnTo>
                    <a:pt x="1" y="379"/>
                  </a:lnTo>
                  <a:lnTo>
                    <a:pt x="334" y="379"/>
                  </a:lnTo>
                  <a:lnTo>
                    <a:pt x="370" y="308"/>
                  </a:lnTo>
                  <a:lnTo>
                    <a:pt x="394" y="224"/>
                  </a:lnTo>
                  <a:cubicBezTo>
                    <a:pt x="430" y="129"/>
                    <a:pt x="370" y="46"/>
                    <a:pt x="275" y="10"/>
                  </a:cubicBezTo>
                  <a:cubicBezTo>
                    <a:pt x="263" y="4"/>
                    <a:pt x="245" y="1"/>
                    <a:pt x="227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16"/>
            <p:cNvSpPr/>
            <p:nvPr/>
          </p:nvSpPr>
          <p:spPr>
            <a:xfrm>
              <a:off x="3737350" y="4195300"/>
              <a:ext cx="14325" cy="216100"/>
            </a:xfrm>
            <a:custGeom>
              <a:avLst/>
              <a:gdLst/>
              <a:ahLst/>
              <a:cxnLst/>
              <a:rect l="l" t="t" r="r" b="b"/>
              <a:pathLst>
                <a:path w="573" h="8644" extrusionOk="0">
                  <a:moveTo>
                    <a:pt x="227" y="0"/>
                  </a:moveTo>
                  <a:lnTo>
                    <a:pt x="37" y="7156"/>
                  </a:lnTo>
                  <a:lnTo>
                    <a:pt x="25" y="7513"/>
                  </a:lnTo>
                  <a:lnTo>
                    <a:pt x="1" y="8644"/>
                  </a:lnTo>
                  <a:lnTo>
                    <a:pt x="346" y="8644"/>
                  </a:lnTo>
                  <a:lnTo>
                    <a:pt x="382" y="7418"/>
                  </a:lnTo>
                  <a:lnTo>
                    <a:pt x="394" y="7060"/>
                  </a:lnTo>
                  <a:lnTo>
                    <a:pt x="572" y="429"/>
                  </a:lnTo>
                  <a:lnTo>
                    <a:pt x="287" y="167"/>
                  </a:lnTo>
                  <a:cubicBezTo>
                    <a:pt x="239" y="119"/>
                    <a:pt x="227" y="60"/>
                    <a:pt x="239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16"/>
            <p:cNvSpPr/>
            <p:nvPr/>
          </p:nvSpPr>
          <p:spPr>
            <a:xfrm>
              <a:off x="4021625" y="4264050"/>
              <a:ext cx="149750" cy="147350"/>
            </a:xfrm>
            <a:custGeom>
              <a:avLst/>
              <a:gdLst/>
              <a:ahLst/>
              <a:cxnLst/>
              <a:rect l="l" t="t" r="r" b="b"/>
              <a:pathLst>
                <a:path w="5990" h="5894" extrusionOk="0">
                  <a:moveTo>
                    <a:pt x="5751" y="0"/>
                  </a:moveTo>
                  <a:lnTo>
                    <a:pt x="5692" y="60"/>
                  </a:lnTo>
                  <a:lnTo>
                    <a:pt x="0" y="5894"/>
                  </a:lnTo>
                  <a:lnTo>
                    <a:pt x="477" y="5894"/>
                  </a:lnTo>
                  <a:lnTo>
                    <a:pt x="5989" y="238"/>
                  </a:lnTo>
                  <a:cubicBezTo>
                    <a:pt x="5882" y="179"/>
                    <a:pt x="5799" y="108"/>
                    <a:pt x="575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16"/>
            <p:cNvSpPr/>
            <p:nvPr/>
          </p:nvSpPr>
          <p:spPr>
            <a:xfrm>
              <a:off x="4484475" y="4346500"/>
              <a:ext cx="96475" cy="64900"/>
            </a:xfrm>
            <a:custGeom>
              <a:avLst/>
              <a:gdLst/>
              <a:ahLst/>
              <a:cxnLst/>
              <a:rect l="l" t="t" r="r" b="b"/>
              <a:pathLst>
                <a:path w="3859" h="2596" extrusionOk="0">
                  <a:moveTo>
                    <a:pt x="3668" y="0"/>
                  </a:moveTo>
                  <a:lnTo>
                    <a:pt x="1" y="2596"/>
                  </a:lnTo>
                  <a:lnTo>
                    <a:pt x="584" y="2596"/>
                  </a:lnTo>
                  <a:lnTo>
                    <a:pt x="3858" y="262"/>
                  </a:lnTo>
                  <a:cubicBezTo>
                    <a:pt x="3787" y="191"/>
                    <a:pt x="3715" y="96"/>
                    <a:pt x="366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16"/>
            <p:cNvSpPr/>
            <p:nvPr/>
          </p:nvSpPr>
          <p:spPr>
            <a:xfrm>
              <a:off x="3743025" y="4194700"/>
              <a:ext cx="230700" cy="216425"/>
            </a:xfrm>
            <a:custGeom>
              <a:avLst/>
              <a:gdLst/>
              <a:ahLst/>
              <a:cxnLst/>
              <a:rect l="l" t="t" r="r" b="b"/>
              <a:pathLst>
                <a:path w="9228" h="8657" extrusionOk="0">
                  <a:moveTo>
                    <a:pt x="369" y="0"/>
                  </a:moveTo>
                  <a:cubicBezTo>
                    <a:pt x="309" y="26"/>
                    <a:pt x="243" y="46"/>
                    <a:pt x="179" y="46"/>
                  </a:cubicBezTo>
                  <a:cubicBezTo>
                    <a:pt x="155" y="46"/>
                    <a:pt x="131" y="43"/>
                    <a:pt x="107" y="36"/>
                  </a:cubicBezTo>
                  <a:cubicBezTo>
                    <a:pt x="72" y="36"/>
                    <a:pt x="48" y="24"/>
                    <a:pt x="12" y="24"/>
                  </a:cubicBezTo>
                  <a:cubicBezTo>
                    <a:pt x="0" y="84"/>
                    <a:pt x="12" y="143"/>
                    <a:pt x="60" y="191"/>
                  </a:cubicBezTo>
                  <a:lnTo>
                    <a:pt x="345" y="453"/>
                  </a:lnTo>
                  <a:lnTo>
                    <a:pt x="5584" y="5572"/>
                  </a:lnTo>
                  <a:lnTo>
                    <a:pt x="5870" y="5846"/>
                  </a:lnTo>
                  <a:lnTo>
                    <a:pt x="8739" y="8656"/>
                  </a:lnTo>
                  <a:lnTo>
                    <a:pt x="9227" y="8656"/>
                  </a:lnTo>
                  <a:lnTo>
                    <a:pt x="7144" y="6620"/>
                  </a:lnTo>
                  <a:cubicBezTo>
                    <a:pt x="7120" y="6620"/>
                    <a:pt x="7102" y="6625"/>
                    <a:pt x="7078" y="6625"/>
                  </a:cubicBezTo>
                  <a:cubicBezTo>
                    <a:pt x="7066" y="6625"/>
                    <a:pt x="7053" y="6624"/>
                    <a:pt x="7037" y="6620"/>
                  </a:cubicBezTo>
                  <a:cubicBezTo>
                    <a:pt x="6858" y="6596"/>
                    <a:pt x="6739" y="6453"/>
                    <a:pt x="6751" y="6275"/>
                  </a:cubicBezTo>
                  <a:lnTo>
                    <a:pt x="6751" y="6239"/>
                  </a:lnTo>
                  <a:lnTo>
                    <a:pt x="6239" y="5739"/>
                  </a:lnTo>
                  <a:lnTo>
                    <a:pt x="5953" y="5465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16"/>
            <p:cNvSpPr/>
            <p:nvPr/>
          </p:nvSpPr>
          <p:spPr>
            <a:xfrm>
              <a:off x="4185325" y="4269100"/>
              <a:ext cx="69975" cy="142300"/>
            </a:xfrm>
            <a:custGeom>
              <a:avLst/>
              <a:gdLst/>
              <a:ahLst/>
              <a:cxnLst/>
              <a:rect l="l" t="t" r="r" b="b"/>
              <a:pathLst>
                <a:path w="2799" h="5692" extrusionOk="0">
                  <a:moveTo>
                    <a:pt x="1" y="1"/>
                  </a:moveTo>
                  <a:lnTo>
                    <a:pt x="2430" y="5692"/>
                  </a:lnTo>
                  <a:lnTo>
                    <a:pt x="2799" y="5692"/>
                  </a:lnTo>
                  <a:lnTo>
                    <a:pt x="572" y="4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16"/>
            <p:cNvSpPr/>
            <p:nvPr/>
          </p:nvSpPr>
          <p:spPr>
            <a:xfrm>
              <a:off x="4174625" y="4240475"/>
              <a:ext cx="9550" cy="5725"/>
            </a:xfrm>
            <a:custGeom>
              <a:avLst/>
              <a:gdLst/>
              <a:ahLst/>
              <a:cxnLst/>
              <a:rect l="l" t="t" r="r" b="b"/>
              <a:pathLst>
                <a:path w="382" h="229" extrusionOk="0">
                  <a:moveTo>
                    <a:pt x="180" y="1"/>
                  </a:moveTo>
                  <a:cubicBezTo>
                    <a:pt x="159" y="1"/>
                    <a:pt x="138" y="5"/>
                    <a:pt x="119" y="15"/>
                  </a:cubicBezTo>
                  <a:lnTo>
                    <a:pt x="107" y="15"/>
                  </a:lnTo>
                  <a:cubicBezTo>
                    <a:pt x="48" y="38"/>
                    <a:pt x="0" y="98"/>
                    <a:pt x="0" y="169"/>
                  </a:cubicBezTo>
                  <a:cubicBezTo>
                    <a:pt x="60" y="158"/>
                    <a:pt x="119" y="158"/>
                    <a:pt x="167" y="158"/>
                  </a:cubicBezTo>
                  <a:cubicBezTo>
                    <a:pt x="250" y="158"/>
                    <a:pt x="322" y="193"/>
                    <a:pt x="381" y="229"/>
                  </a:cubicBezTo>
                  <a:lnTo>
                    <a:pt x="322" y="98"/>
                  </a:lnTo>
                  <a:cubicBezTo>
                    <a:pt x="304" y="36"/>
                    <a:pt x="241" y="1"/>
                    <a:pt x="18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16"/>
            <p:cNvSpPr/>
            <p:nvPr/>
          </p:nvSpPr>
          <p:spPr>
            <a:xfrm>
              <a:off x="4599075" y="4353050"/>
              <a:ext cx="37825" cy="58350"/>
            </a:xfrm>
            <a:custGeom>
              <a:avLst/>
              <a:gdLst/>
              <a:ahLst/>
              <a:cxnLst/>
              <a:rect l="l" t="t" r="r" b="b"/>
              <a:pathLst>
                <a:path w="1513" h="2334" extrusionOk="0">
                  <a:moveTo>
                    <a:pt x="274" y="0"/>
                  </a:moveTo>
                  <a:cubicBezTo>
                    <a:pt x="203" y="72"/>
                    <a:pt x="96" y="119"/>
                    <a:pt x="0" y="155"/>
                  </a:cubicBezTo>
                  <a:lnTo>
                    <a:pt x="1120" y="2334"/>
                  </a:lnTo>
                  <a:lnTo>
                    <a:pt x="1513" y="2334"/>
                  </a:lnTo>
                  <a:lnTo>
                    <a:pt x="334" y="48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16"/>
            <p:cNvSpPr/>
            <p:nvPr/>
          </p:nvSpPr>
          <p:spPr>
            <a:xfrm>
              <a:off x="4185025" y="4263750"/>
              <a:ext cx="182500" cy="147650"/>
            </a:xfrm>
            <a:custGeom>
              <a:avLst/>
              <a:gdLst/>
              <a:ahLst/>
              <a:cxnLst/>
              <a:rect l="l" t="t" r="r" b="b"/>
              <a:pathLst>
                <a:path w="7300" h="5906" extrusionOk="0">
                  <a:moveTo>
                    <a:pt x="179" y="0"/>
                  </a:moveTo>
                  <a:cubicBezTo>
                    <a:pt x="132" y="96"/>
                    <a:pt x="72" y="155"/>
                    <a:pt x="1" y="215"/>
                  </a:cubicBezTo>
                  <a:lnTo>
                    <a:pt x="549" y="691"/>
                  </a:lnTo>
                  <a:lnTo>
                    <a:pt x="6776" y="5906"/>
                  </a:lnTo>
                  <a:lnTo>
                    <a:pt x="7299" y="5906"/>
                  </a:lnTo>
                  <a:lnTo>
                    <a:pt x="299" y="36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16"/>
            <p:cNvSpPr/>
            <p:nvPr/>
          </p:nvSpPr>
          <p:spPr>
            <a:xfrm>
              <a:off x="4189800" y="4255125"/>
              <a:ext cx="386375" cy="83950"/>
            </a:xfrm>
            <a:custGeom>
              <a:avLst/>
              <a:gdLst/>
              <a:ahLst/>
              <a:cxnLst/>
              <a:rect l="l" t="t" r="r" b="b"/>
              <a:pathLst>
                <a:path w="15455" h="3358" extrusionOk="0">
                  <a:moveTo>
                    <a:pt x="36" y="0"/>
                  </a:moveTo>
                  <a:lnTo>
                    <a:pt x="36" y="0"/>
                  </a:lnTo>
                  <a:cubicBezTo>
                    <a:pt x="48" y="48"/>
                    <a:pt x="48" y="107"/>
                    <a:pt x="48" y="155"/>
                  </a:cubicBezTo>
                  <a:cubicBezTo>
                    <a:pt x="48" y="214"/>
                    <a:pt x="24" y="286"/>
                    <a:pt x="0" y="334"/>
                  </a:cubicBezTo>
                  <a:lnTo>
                    <a:pt x="143" y="381"/>
                  </a:lnTo>
                  <a:lnTo>
                    <a:pt x="15395" y="3358"/>
                  </a:lnTo>
                  <a:lnTo>
                    <a:pt x="15395" y="3262"/>
                  </a:lnTo>
                  <a:cubicBezTo>
                    <a:pt x="15407" y="3179"/>
                    <a:pt x="15419" y="3084"/>
                    <a:pt x="15455" y="3012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16"/>
            <p:cNvSpPr/>
            <p:nvPr/>
          </p:nvSpPr>
          <p:spPr>
            <a:xfrm>
              <a:off x="4185925" y="3740775"/>
              <a:ext cx="804900" cy="513475"/>
            </a:xfrm>
            <a:custGeom>
              <a:avLst/>
              <a:gdLst/>
              <a:ahLst/>
              <a:cxnLst/>
              <a:rect l="l" t="t" r="r" b="b"/>
              <a:pathLst>
                <a:path w="32196" h="20539" extrusionOk="0">
                  <a:moveTo>
                    <a:pt x="32017" y="0"/>
                  </a:moveTo>
                  <a:lnTo>
                    <a:pt x="1" y="20265"/>
                  </a:lnTo>
                  <a:cubicBezTo>
                    <a:pt x="84" y="20324"/>
                    <a:pt x="155" y="20431"/>
                    <a:pt x="191" y="20538"/>
                  </a:cubicBezTo>
                  <a:lnTo>
                    <a:pt x="32195" y="274"/>
                  </a:lnTo>
                  <a:cubicBezTo>
                    <a:pt x="32124" y="203"/>
                    <a:pt x="32052" y="95"/>
                    <a:pt x="3201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16"/>
            <p:cNvSpPr/>
            <p:nvPr/>
          </p:nvSpPr>
          <p:spPr>
            <a:xfrm>
              <a:off x="4604725" y="4122375"/>
              <a:ext cx="224450" cy="207175"/>
            </a:xfrm>
            <a:custGeom>
              <a:avLst/>
              <a:gdLst/>
              <a:ahLst/>
              <a:cxnLst/>
              <a:rect l="l" t="t" r="r" b="b"/>
              <a:pathLst>
                <a:path w="8978" h="8287" extrusionOk="0">
                  <a:moveTo>
                    <a:pt x="8752" y="0"/>
                  </a:moveTo>
                  <a:lnTo>
                    <a:pt x="1" y="8037"/>
                  </a:lnTo>
                  <a:cubicBezTo>
                    <a:pt x="96" y="8108"/>
                    <a:pt x="167" y="8191"/>
                    <a:pt x="227" y="8287"/>
                  </a:cubicBezTo>
                  <a:lnTo>
                    <a:pt x="8978" y="250"/>
                  </a:lnTo>
                  <a:cubicBezTo>
                    <a:pt x="8907" y="167"/>
                    <a:pt x="8811" y="95"/>
                    <a:pt x="875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16"/>
            <p:cNvSpPr/>
            <p:nvPr/>
          </p:nvSpPr>
          <p:spPr>
            <a:xfrm>
              <a:off x="4727950" y="4136950"/>
              <a:ext cx="125650" cy="274450"/>
            </a:xfrm>
            <a:custGeom>
              <a:avLst/>
              <a:gdLst/>
              <a:ahLst/>
              <a:cxnLst/>
              <a:rect l="l" t="t" r="r" b="b"/>
              <a:pathLst>
                <a:path w="5026" h="10978" extrusionOk="0">
                  <a:moveTo>
                    <a:pt x="4704" y="0"/>
                  </a:moveTo>
                  <a:lnTo>
                    <a:pt x="1" y="10978"/>
                  </a:lnTo>
                  <a:lnTo>
                    <a:pt x="370" y="10978"/>
                  </a:lnTo>
                  <a:lnTo>
                    <a:pt x="5025" y="119"/>
                  </a:lnTo>
                  <a:lnTo>
                    <a:pt x="5025" y="48"/>
                  </a:lnTo>
                  <a:lnTo>
                    <a:pt x="4906" y="48"/>
                  </a:lnTo>
                  <a:cubicBezTo>
                    <a:pt x="4835" y="24"/>
                    <a:pt x="4763" y="24"/>
                    <a:pt x="470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16"/>
            <p:cNvSpPr/>
            <p:nvPr/>
          </p:nvSpPr>
          <p:spPr>
            <a:xfrm>
              <a:off x="4605925" y="4346200"/>
              <a:ext cx="86650" cy="65200"/>
            </a:xfrm>
            <a:custGeom>
              <a:avLst/>
              <a:gdLst/>
              <a:ahLst/>
              <a:cxnLst/>
              <a:rect l="l" t="t" r="r" b="b"/>
              <a:pathLst>
                <a:path w="3466" h="2608" extrusionOk="0">
                  <a:moveTo>
                    <a:pt x="203" y="0"/>
                  </a:moveTo>
                  <a:cubicBezTo>
                    <a:pt x="167" y="108"/>
                    <a:pt x="84" y="203"/>
                    <a:pt x="0" y="274"/>
                  </a:cubicBezTo>
                  <a:lnTo>
                    <a:pt x="60" y="322"/>
                  </a:lnTo>
                  <a:lnTo>
                    <a:pt x="2917" y="2608"/>
                  </a:lnTo>
                  <a:lnTo>
                    <a:pt x="3465" y="2608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16"/>
            <p:cNvSpPr/>
            <p:nvPr/>
          </p:nvSpPr>
          <p:spPr>
            <a:xfrm>
              <a:off x="5016400" y="4244400"/>
              <a:ext cx="9250" cy="167000"/>
            </a:xfrm>
            <a:custGeom>
              <a:avLst/>
              <a:gdLst/>
              <a:ahLst/>
              <a:cxnLst/>
              <a:rect l="l" t="t" r="r" b="b"/>
              <a:pathLst>
                <a:path w="370" h="6680" extrusionOk="0">
                  <a:moveTo>
                    <a:pt x="333" y="1"/>
                  </a:moveTo>
                  <a:cubicBezTo>
                    <a:pt x="262" y="27"/>
                    <a:pt x="177" y="41"/>
                    <a:pt x="89" y="41"/>
                  </a:cubicBezTo>
                  <a:cubicBezTo>
                    <a:pt x="60" y="41"/>
                    <a:pt x="30" y="39"/>
                    <a:pt x="0" y="36"/>
                  </a:cubicBezTo>
                  <a:lnTo>
                    <a:pt x="0" y="36"/>
                  </a:lnTo>
                  <a:lnTo>
                    <a:pt x="24" y="6680"/>
                  </a:lnTo>
                  <a:lnTo>
                    <a:pt x="369" y="6680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16"/>
            <p:cNvSpPr/>
            <p:nvPr/>
          </p:nvSpPr>
          <p:spPr>
            <a:xfrm>
              <a:off x="5021450" y="4188150"/>
              <a:ext cx="3300" cy="3900"/>
            </a:xfrm>
            <a:custGeom>
              <a:avLst/>
              <a:gdLst/>
              <a:ahLst/>
              <a:cxnLst/>
              <a:rect l="l" t="t" r="r" b="b"/>
              <a:pathLst>
                <a:path w="132" h="156" extrusionOk="0">
                  <a:moveTo>
                    <a:pt x="0" y="0"/>
                  </a:moveTo>
                  <a:lnTo>
                    <a:pt x="0" y="119"/>
                  </a:lnTo>
                  <a:lnTo>
                    <a:pt x="12" y="119"/>
                  </a:lnTo>
                  <a:cubicBezTo>
                    <a:pt x="48" y="143"/>
                    <a:pt x="96" y="155"/>
                    <a:pt x="131" y="155"/>
                  </a:cubicBezTo>
                  <a:cubicBezTo>
                    <a:pt x="120" y="84"/>
                    <a:pt x="72" y="24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16"/>
            <p:cNvSpPr/>
            <p:nvPr/>
          </p:nvSpPr>
          <p:spPr>
            <a:xfrm>
              <a:off x="4864275" y="3750900"/>
              <a:ext cx="138450" cy="315225"/>
            </a:xfrm>
            <a:custGeom>
              <a:avLst/>
              <a:gdLst/>
              <a:ahLst/>
              <a:cxnLst/>
              <a:rect l="l" t="t" r="r" b="b"/>
              <a:pathLst>
                <a:path w="5538" h="12609" extrusionOk="0">
                  <a:moveTo>
                    <a:pt x="5216" y="0"/>
                  </a:moveTo>
                  <a:lnTo>
                    <a:pt x="1" y="12490"/>
                  </a:lnTo>
                  <a:cubicBezTo>
                    <a:pt x="132" y="12513"/>
                    <a:pt x="227" y="12549"/>
                    <a:pt x="322" y="12609"/>
                  </a:cubicBezTo>
                  <a:lnTo>
                    <a:pt x="5537" y="95"/>
                  </a:lnTo>
                  <a:lnTo>
                    <a:pt x="5514" y="95"/>
                  </a:lnTo>
                  <a:cubicBezTo>
                    <a:pt x="5406" y="83"/>
                    <a:pt x="5299" y="48"/>
                    <a:pt x="521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16"/>
            <p:cNvSpPr/>
            <p:nvPr/>
          </p:nvSpPr>
          <p:spPr>
            <a:xfrm>
              <a:off x="5003300" y="3753275"/>
              <a:ext cx="18175" cy="439050"/>
            </a:xfrm>
            <a:custGeom>
              <a:avLst/>
              <a:gdLst/>
              <a:ahLst/>
              <a:cxnLst/>
              <a:rect l="l" t="t" r="r" b="b"/>
              <a:pathLst>
                <a:path w="727" h="17562" extrusionOk="0">
                  <a:moveTo>
                    <a:pt x="143" y="0"/>
                  </a:moveTo>
                  <a:cubicBezTo>
                    <a:pt x="111" y="0"/>
                    <a:pt x="74" y="6"/>
                    <a:pt x="42" y="6"/>
                  </a:cubicBezTo>
                  <a:cubicBezTo>
                    <a:pt x="27" y="6"/>
                    <a:pt x="12" y="4"/>
                    <a:pt x="0" y="0"/>
                  </a:cubicBezTo>
                  <a:lnTo>
                    <a:pt x="0" y="0"/>
                  </a:lnTo>
                  <a:lnTo>
                    <a:pt x="381" y="17562"/>
                  </a:lnTo>
                  <a:cubicBezTo>
                    <a:pt x="457" y="17545"/>
                    <a:pt x="539" y="17528"/>
                    <a:pt x="622" y="17528"/>
                  </a:cubicBezTo>
                  <a:cubicBezTo>
                    <a:pt x="657" y="17528"/>
                    <a:pt x="692" y="17531"/>
                    <a:pt x="726" y="17538"/>
                  </a:cubicBezTo>
                  <a:lnTo>
                    <a:pt x="726" y="17419"/>
                  </a:lnTo>
                  <a:lnTo>
                    <a:pt x="357" y="572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16"/>
            <p:cNvSpPr/>
            <p:nvPr/>
          </p:nvSpPr>
          <p:spPr>
            <a:xfrm>
              <a:off x="4886325" y="4112250"/>
              <a:ext cx="111625" cy="96750"/>
            </a:xfrm>
            <a:custGeom>
              <a:avLst/>
              <a:gdLst/>
              <a:ahLst/>
              <a:cxnLst/>
              <a:rect l="l" t="t" r="r" b="b"/>
              <a:pathLst>
                <a:path w="4465" h="3870" extrusionOk="0">
                  <a:moveTo>
                    <a:pt x="155" y="0"/>
                  </a:moveTo>
                  <a:cubicBezTo>
                    <a:pt x="107" y="107"/>
                    <a:pt x="60" y="226"/>
                    <a:pt x="0" y="322"/>
                  </a:cubicBezTo>
                  <a:lnTo>
                    <a:pt x="4310" y="3870"/>
                  </a:lnTo>
                  <a:cubicBezTo>
                    <a:pt x="4346" y="3774"/>
                    <a:pt x="4393" y="3667"/>
                    <a:pt x="4465" y="3572"/>
                  </a:cubicBezTo>
                  <a:lnTo>
                    <a:pt x="15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16"/>
            <p:cNvSpPr/>
            <p:nvPr/>
          </p:nvSpPr>
          <p:spPr>
            <a:xfrm>
              <a:off x="5032450" y="4235775"/>
              <a:ext cx="207800" cy="173550"/>
            </a:xfrm>
            <a:custGeom>
              <a:avLst/>
              <a:gdLst/>
              <a:ahLst/>
              <a:cxnLst/>
              <a:rect l="l" t="t" r="r" b="b"/>
              <a:pathLst>
                <a:path w="8312" h="6942" extrusionOk="0">
                  <a:moveTo>
                    <a:pt x="275" y="0"/>
                  </a:moveTo>
                  <a:cubicBezTo>
                    <a:pt x="191" y="96"/>
                    <a:pt x="96" y="167"/>
                    <a:pt x="1" y="226"/>
                  </a:cubicBezTo>
                  <a:lnTo>
                    <a:pt x="8121" y="6942"/>
                  </a:lnTo>
                  <a:cubicBezTo>
                    <a:pt x="8169" y="6834"/>
                    <a:pt x="8240" y="6751"/>
                    <a:pt x="8312" y="6668"/>
                  </a:cubicBez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16"/>
            <p:cNvSpPr/>
            <p:nvPr/>
          </p:nvSpPr>
          <p:spPr>
            <a:xfrm>
              <a:off x="5006875" y="3750000"/>
              <a:ext cx="242600" cy="651600"/>
            </a:xfrm>
            <a:custGeom>
              <a:avLst/>
              <a:gdLst/>
              <a:ahLst/>
              <a:cxnLst/>
              <a:rect l="l" t="t" r="r" b="b"/>
              <a:pathLst>
                <a:path w="9704" h="26064" extrusionOk="0">
                  <a:moveTo>
                    <a:pt x="333" y="0"/>
                  </a:moveTo>
                  <a:cubicBezTo>
                    <a:pt x="226" y="60"/>
                    <a:pt x="107" y="107"/>
                    <a:pt x="0" y="119"/>
                  </a:cubicBezTo>
                  <a:lnTo>
                    <a:pt x="214" y="679"/>
                  </a:lnTo>
                  <a:lnTo>
                    <a:pt x="9394" y="26063"/>
                  </a:lnTo>
                  <a:cubicBezTo>
                    <a:pt x="9489" y="26004"/>
                    <a:pt x="9585" y="25944"/>
                    <a:pt x="9704" y="25920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16"/>
            <p:cNvSpPr/>
            <p:nvPr/>
          </p:nvSpPr>
          <p:spPr>
            <a:xfrm>
              <a:off x="4991100" y="4191000"/>
              <a:ext cx="56575" cy="53975"/>
            </a:xfrm>
            <a:custGeom>
              <a:avLst/>
              <a:gdLst/>
              <a:ahLst/>
              <a:cxnLst/>
              <a:rect l="l" t="t" r="r" b="b"/>
              <a:pathLst>
                <a:path w="2263" h="2159" extrusionOk="0">
                  <a:moveTo>
                    <a:pt x="1125" y="1"/>
                  </a:moveTo>
                  <a:cubicBezTo>
                    <a:pt x="1037" y="1"/>
                    <a:pt x="950" y="14"/>
                    <a:pt x="869" y="41"/>
                  </a:cubicBezTo>
                  <a:cubicBezTo>
                    <a:pt x="631" y="101"/>
                    <a:pt x="429" y="232"/>
                    <a:pt x="274" y="422"/>
                  </a:cubicBezTo>
                  <a:cubicBezTo>
                    <a:pt x="202" y="517"/>
                    <a:pt x="143" y="624"/>
                    <a:pt x="119" y="720"/>
                  </a:cubicBezTo>
                  <a:cubicBezTo>
                    <a:pt x="83" y="803"/>
                    <a:pt x="71" y="886"/>
                    <a:pt x="60" y="982"/>
                  </a:cubicBezTo>
                  <a:cubicBezTo>
                    <a:pt x="0" y="1577"/>
                    <a:pt x="441" y="2113"/>
                    <a:pt x="1024" y="2148"/>
                  </a:cubicBezTo>
                  <a:cubicBezTo>
                    <a:pt x="1061" y="2156"/>
                    <a:pt x="1098" y="2159"/>
                    <a:pt x="1134" y="2159"/>
                  </a:cubicBezTo>
                  <a:cubicBezTo>
                    <a:pt x="1216" y="2159"/>
                    <a:pt x="1295" y="2145"/>
                    <a:pt x="1369" y="2137"/>
                  </a:cubicBezTo>
                  <a:cubicBezTo>
                    <a:pt x="1464" y="2113"/>
                    <a:pt x="1572" y="2077"/>
                    <a:pt x="1679" y="2017"/>
                  </a:cubicBezTo>
                  <a:cubicBezTo>
                    <a:pt x="1750" y="1958"/>
                    <a:pt x="1845" y="1887"/>
                    <a:pt x="1929" y="1791"/>
                  </a:cubicBezTo>
                  <a:cubicBezTo>
                    <a:pt x="2084" y="1636"/>
                    <a:pt x="2167" y="1422"/>
                    <a:pt x="2203" y="1184"/>
                  </a:cubicBezTo>
                  <a:cubicBezTo>
                    <a:pt x="2262" y="636"/>
                    <a:pt x="1881" y="148"/>
                    <a:pt x="1345" y="29"/>
                  </a:cubicBezTo>
                  <a:cubicBezTo>
                    <a:pt x="1310" y="5"/>
                    <a:pt x="1274" y="5"/>
                    <a:pt x="1226" y="5"/>
                  </a:cubicBezTo>
                  <a:lnTo>
                    <a:pt x="1214" y="5"/>
                  </a:lnTo>
                  <a:cubicBezTo>
                    <a:pt x="1185" y="2"/>
                    <a:pt x="1155" y="1"/>
                    <a:pt x="112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16"/>
            <p:cNvSpPr/>
            <p:nvPr/>
          </p:nvSpPr>
          <p:spPr>
            <a:xfrm>
              <a:off x="4815775" y="4062050"/>
              <a:ext cx="78000" cy="76425"/>
            </a:xfrm>
            <a:custGeom>
              <a:avLst/>
              <a:gdLst/>
              <a:ahLst/>
              <a:cxnLst/>
              <a:rect l="l" t="t" r="r" b="b"/>
              <a:pathLst>
                <a:path w="3120" h="3057" extrusionOk="0">
                  <a:moveTo>
                    <a:pt x="1541" y="0"/>
                  </a:moveTo>
                  <a:cubicBezTo>
                    <a:pt x="769" y="0"/>
                    <a:pt x="102" y="595"/>
                    <a:pt x="24" y="1389"/>
                  </a:cubicBezTo>
                  <a:cubicBezTo>
                    <a:pt x="0" y="1770"/>
                    <a:pt x="107" y="2151"/>
                    <a:pt x="322" y="2425"/>
                  </a:cubicBezTo>
                  <a:cubicBezTo>
                    <a:pt x="405" y="2520"/>
                    <a:pt x="476" y="2604"/>
                    <a:pt x="548" y="2687"/>
                  </a:cubicBezTo>
                  <a:cubicBezTo>
                    <a:pt x="727" y="2842"/>
                    <a:pt x="953" y="2949"/>
                    <a:pt x="1191" y="3008"/>
                  </a:cubicBezTo>
                  <a:cubicBezTo>
                    <a:pt x="1262" y="3020"/>
                    <a:pt x="1322" y="3044"/>
                    <a:pt x="1393" y="3056"/>
                  </a:cubicBezTo>
                  <a:lnTo>
                    <a:pt x="1512" y="3056"/>
                  </a:lnTo>
                  <a:cubicBezTo>
                    <a:pt x="1523" y="3056"/>
                    <a:pt x="1534" y="3056"/>
                    <a:pt x="1545" y="3056"/>
                  </a:cubicBezTo>
                  <a:cubicBezTo>
                    <a:pt x="2068" y="3056"/>
                    <a:pt x="2554" y="2773"/>
                    <a:pt x="2822" y="2353"/>
                  </a:cubicBezTo>
                  <a:cubicBezTo>
                    <a:pt x="2882" y="2246"/>
                    <a:pt x="2941" y="2151"/>
                    <a:pt x="2977" y="2044"/>
                  </a:cubicBezTo>
                  <a:cubicBezTo>
                    <a:pt x="3013" y="1913"/>
                    <a:pt x="3048" y="1770"/>
                    <a:pt x="3060" y="1651"/>
                  </a:cubicBezTo>
                  <a:cubicBezTo>
                    <a:pt x="3120" y="1032"/>
                    <a:pt x="2798" y="448"/>
                    <a:pt x="2274" y="163"/>
                  </a:cubicBezTo>
                  <a:cubicBezTo>
                    <a:pt x="2167" y="103"/>
                    <a:pt x="2072" y="79"/>
                    <a:pt x="1965" y="44"/>
                  </a:cubicBezTo>
                  <a:cubicBezTo>
                    <a:pt x="1870" y="20"/>
                    <a:pt x="1786" y="8"/>
                    <a:pt x="1691" y="8"/>
                  </a:cubicBezTo>
                  <a:cubicBezTo>
                    <a:pt x="1640" y="3"/>
                    <a:pt x="1590" y="0"/>
                    <a:pt x="154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16"/>
            <p:cNvSpPr/>
            <p:nvPr/>
          </p:nvSpPr>
          <p:spPr>
            <a:xfrm>
              <a:off x="2997100" y="4406875"/>
              <a:ext cx="25600" cy="5125"/>
            </a:xfrm>
            <a:custGeom>
              <a:avLst/>
              <a:gdLst/>
              <a:ahLst/>
              <a:cxnLst/>
              <a:rect l="l" t="t" r="r" b="b"/>
              <a:pathLst>
                <a:path w="1024" h="205" extrusionOk="0">
                  <a:moveTo>
                    <a:pt x="540" y="1"/>
                  </a:moveTo>
                  <a:cubicBezTo>
                    <a:pt x="336" y="1"/>
                    <a:pt x="153" y="63"/>
                    <a:pt x="0" y="205"/>
                  </a:cubicBezTo>
                  <a:lnTo>
                    <a:pt x="1024" y="205"/>
                  </a:lnTo>
                  <a:cubicBezTo>
                    <a:pt x="964" y="145"/>
                    <a:pt x="881" y="98"/>
                    <a:pt x="798" y="62"/>
                  </a:cubicBezTo>
                  <a:cubicBezTo>
                    <a:pt x="726" y="26"/>
                    <a:pt x="655" y="2"/>
                    <a:pt x="595" y="2"/>
                  </a:cubicBezTo>
                  <a:cubicBezTo>
                    <a:pt x="577" y="1"/>
                    <a:pt x="558" y="1"/>
                    <a:pt x="54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16"/>
            <p:cNvSpPr/>
            <p:nvPr/>
          </p:nvSpPr>
          <p:spPr>
            <a:xfrm>
              <a:off x="2698250" y="4188575"/>
              <a:ext cx="14300" cy="13925"/>
            </a:xfrm>
            <a:custGeom>
              <a:avLst/>
              <a:gdLst/>
              <a:ahLst/>
              <a:cxnLst/>
              <a:rect l="l" t="t" r="r" b="b"/>
              <a:pathLst>
                <a:path w="572" h="557" extrusionOk="0">
                  <a:moveTo>
                    <a:pt x="264" y="1"/>
                  </a:moveTo>
                  <a:cubicBezTo>
                    <a:pt x="193" y="1"/>
                    <a:pt x="120" y="42"/>
                    <a:pt x="72" y="90"/>
                  </a:cubicBezTo>
                  <a:cubicBezTo>
                    <a:pt x="48" y="138"/>
                    <a:pt x="12" y="186"/>
                    <a:pt x="12" y="245"/>
                  </a:cubicBezTo>
                  <a:cubicBezTo>
                    <a:pt x="0" y="400"/>
                    <a:pt x="107" y="555"/>
                    <a:pt x="250" y="555"/>
                  </a:cubicBezTo>
                  <a:cubicBezTo>
                    <a:pt x="259" y="556"/>
                    <a:pt x="269" y="556"/>
                    <a:pt x="278" y="556"/>
                  </a:cubicBezTo>
                  <a:cubicBezTo>
                    <a:pt x="375" y="556"/>
                    <a:pt x="469" y="500"/>
                    <a:pt x="512" y="424"/>
                  </a:cubicBezTo>
                  <a:cubicBezTo>
                    <a:pt x="524" y="388"/>
                    <a:pt x="536" y="340"/>
                    <a:pt x="548" y="305"/>
                  </a:cubicBezTo>
                  <a:cubicBezTo>
                    <a:pt x="572" y="150"/>
                    <a:pt x="465" y="19"/>
                    <a:pt x="310" y="7"/>
                  </a:cubicBezTo>
                  <a:cubicBezTo>
                    <a:pt x="295" y="3"/>
                    <a:pt x="279" y="1"/>
                    <a:pt x="26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16"/>
            <p:cNvSpPr/>
            <p:nvPr/>
          </p:nvSpPr>
          <p:spPr>
            <a:xfrm>
              <a:off x="3732600" y="4168050"/>
              <a:ext cx="29200" cy="27800"/>
            </a:xfrm>
            <a:custGeom>
              <a:avLst/>
              <a:gdLst/>
              <a:ahLst/>
              <a:cxnLst/>
              <a:rect l="l" t="t" r="r" b="b"/>
              <a:pathLst>
                <a:path w="1168" h="1112" extrusionOk="0">
                  <a:moveTo>
                    <a:pt x="567" y="0"/>
                  </a:moveTo>
                  <a:cubicBezTo>
                    <a:pt x="300" y="0"/>
                    <a:pt x="69" y="223"/>
                    <a:pt x="36" y="495"/>
                  </a:cubicBezTo>
                  <a:cubicBezTo>
                    <a:pt x="0" y="757"/>
                    <a:pt x="179" y="995"/>
                    <a:pt x="417" y="1078"/>
                  </a:cubicBezTo>
                  <a:lnTo>
                    <a:pt x="429" y="1078"/>
                  </a:lnTo>
                  <a:cubicBezTo>
                    <a:pt x="465" y="1090"/>
                    <a:pt x="489" y="1102"/>
                    <a:pt x="524" y="1102"/>
                  </a:cubicBezTo>
                  <a:cubicBezTo>
                    <a:pt x="549" y="1109"/>
                    <a:pt x="574" y="1112"/>
                    <a:pt x="600" y="1112"/>
                  </a:cubicBezTo>
                  <a:cubicBezTo>
                    <a:pt x="661" y="1112"/>
                    <a:pt x="724" y="1095"/>
                    <a:pt x="774" y="1078"/>
                  </a:cubicBezTo>
                  <a:cubicBezTo>
                    <a:pt x="965" y="1007"/>
                    <a:pt x="1108" y="840"/>
                    <a:pt x="1131" y="614"/>
                  </a:cubicBezTo>
                  <a:cubicBezTo>
                    <a:pt x="1167" y="316"/>
                    <a:pt x="941" y="54"/>
                    <a:pt x="643" y="7"/>
                  </a:cubicBezTo>
                  <a:cubicBezTo>
                    <a:pt x="618" y="2"/>
                    <a:pt x="592" y="0"/>
                    <a:pt x="56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16"/>
            <p:cNvSpPr/>
            <p:nvPr/>
          </p:nvSpPr>
          <p:spPr>
            <a:xfrm>
              <a:off x="4574675" y="4319825"/>
              <a:ext cx="37825" cy="38250"/>
            </a:xfrm>
            <a:custGeom>
              <a:avLst/>
              <a:gdLst/>
              <a:ahLst/>
              <a:cxnLst/>
              <a:rect l="l" t="t" r="r" b="b"/>
              <a:pathLst>
                <a:path w="1513" h="1530" extrusionOk="0">
                  <a:moveTo>
                    <a:pt x="731" y="0"/>
                  </a:moveTo>
                  <a:cubicBezTo>
                    <a:pt x="438" y="0"/>
                    <a:pt x="177" y="180"/>
                    <a:pt x="60" y="436"/>
                  </a:cubicBezTo>
                  <a:cubicBezTo>
                    <a:pt x="24" y="508"/>
                    <a:pt x="0" y="603"/>
                    <a:pt x="0" y="686"/>
                  </a:cubicBezTo>
                  <a:lnTo>
                    <a:pt x="0" y="782"/>
                  </a:lnTo>
                  <a:cubicBezTo>
                    <a:pt x="0" y="889"/>
                    <a:pt x="24" y="984"/>
                    <a:pt x="60" y="1079"/>
                  </a:cubicBezTo>
                  <a:cubicBezTo>
                    <a:pt x="95" y="1186"/>
                    <a:pt x="179" y="1270"/>
                    <a:pt x="262" y="1341"/>
                  </a:cubicBezTo>
                  <a:cubicBezTo>
                    <a:pt x="381" y="1448"/>
                    <a:pt x="524" y="1508"/>
                    <a:pt x="679" y="1520"/>
                  </a:cubicBezTo>
                  <a:cubicBezTo>
                    <a:pt x="710" y="1527"/>
                    <a:pt x="742" y="1530"/>
                    <a:pt x="772" y="1530"/>
                  </a:cubicBezTo>
                  <a:cubicBezTo>
                    <a:pt x="847" y="1530"/>
                    <a:pt x="918" y="1513"/>
                    <a:pt x="976" y="1496"/>
                  </a:cubicBezTo>
                  <a:cubicBezTo>
                    <a:pt x="1084" y="1460"/>
                    <a:pt x="1167" y="1401"/>
                    <a:pt x="1250" y="1341"/>
                  </a:cubicBezTo>
                  <a:cubicBezTo>
                    <a:pt x="1334" y="1270"/>
                    <a:pt x="1393" y="1186"/>
                    <a:pt x="1441" y="1079"/>
                  </a:cubicBezTo>
                  <a:cubicBezTo>
                    <a:pt x="1465" y="1008"/>
                    <a:pt x="1488" y="925"/>
                    <a:pt x="1500" y="853"/>
                  </a:cubicBezTo>
                  <a:cubicBezTo>
                    <a:pt x="1512" y="686"/>
                    <a:pt x="1488" y="544"/>
                    <a:pt x="1417" y="424"/>
                  </a:cubicBezTo>
                  <a:cubicBezTo>
                    <a:pt x="1369" y="293"/>
                    <a:pt x="1298" y="198"/>
                    <a:pt x="1203" y="139"/>
                  </a:cubicBezTo>
                  <a:cubicBezTo>
                    <a:pt x="1096" y="67"/>
                    <a:pt x="965" y="8"/>
                    <a:pt x="834" y="8"/>
                  </a:cubicBezTo>
                  <a:cubicBezTo>
                    <a:pt x="799" y="3"/>
                    <a:pt x="765" y="0"/>
                    <a:pt x="73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16"/>
            <p:cNvSpPr/>
            <p:nvPr/>
          </p:nvSpPr>
          <p:spPr>
            <a:xfrm>
              <a:off x="4163600" y="4245300"/>
              <a:ext cx="27400" cy="26400"/>
            </a:xfrm>
            <a:custGeom>
              <a:avLst/>
              <a:gdLst/>
              <a:ahLst/>
              <a:cxnLst/>
              <a:rect l="l" t="t" r="r" b="b"/>
              <a:pathLst>
                <a:path w="1096" h="1056" extrusionOk="0">
                  <a:moveTo>
                    <a:pt x="608" y="0"/>
                  </a:moveTo>
                  <a:cubicBezTo>
                    <a:pt x="548" y="0"/>
                    <a:pt x="501" y="0"/>
                    <a:pt x="453" y="12"/>
                  </a:cubicBezTo>
                  <a:cubicBezTo>
                    <a:pt x="215" y="60"/>
                    <a:pt x="36" y="250"/>
                    <a:pt x="24" y="488"/>
                  </a:cubicBezTo>
                  <a:cubicBezTo>
                    <a:pt x="1" y="560"/>
                    <a:pt x="24" y="667"/>
                    <a:pt x="72" y="750"/>
                  </a:cubicBezTo>
                  <a:cubicBezTo>
                    <a:pt x="120" y="858"/>
                    <a:pt x="203" y="953"/>
                    <a:pt x="310" y="988"/>
                  </a:cubicBezTo>
                  <a:cubicBezTo>
                    <a:pt x="370" y="1024"/>
                    <a:pt x="429" y="1036"/>
                    <a:pt x="501" y="1048"/>
                  </a:cubicBezTo>
                  <a:cubicBezTo>
                    <a:pt x="528" y="1053"/>
                    <a:pt x="555" y="1055"/>
                    <a:pt x="581" y="1055"/>
                  </a:cubicBezTo>
                  <a:cubicBezTo>
                    <a:pt x="681" y="1055"/>
                    <a:pt x="773" y="1021"/>
                    <a:pt x="858" y="965"/>
                  </a:cubicBezTo>
                  <a:lnTo>
                    <a:pt x="870" y="965"/>
                  </a:lnTo>
                  <a:cubicBezTo>
                    <a:pt x="941" y="905"/>
                    <a:pt x="1013" y="846"/>
                    <a:pt x="1048" y="750"/>
                  </a:cubicBezTo>
                  <a:cubicBezTo>
                    <a:pt x="1084" y="691"/>
                    <a:pt x="1096" y="631"/>
                    <a:pt x="1096" y="572"/>
                  </a:cubicBezTo>
                  <a:cubicBezTo>
                    <a:pt x="1096" y="512"/>
                    <a:pt x="1096" y="465"/>
                    <a:pt x="1084" y="429"/>
                  </a:cubicBezTo>
                  <a:cubicBezTo>
                    <a:pt x="1084" y="417"/>
                    <a:pt x="1084" y="393"/>
                    <a:pt x="1072" y="381"/>
                  </a:cubicBezTo>
                  <a:cubicBezTo>
                    <a:pt x="1036" y="262"/>
                    <a:pt x="965" y="179"/>
                    <a:pt x="870" y="96"/>
                  </a:cubicBezTo>
                  <a:cubicBezTo>
                    <a:pt x="858" y="84"/>
                    <a:pt x="846" y="72"/>
                    <a:pt x="834" y="72"/>
                  </a:cubicBezTo>
                  <a:cubicBezTo>
                    <a:pt x="751" y="24"/>
                    <a:pt x="679" y="0"/>
                    <a:pt x="6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16"/>
            <p:cNvSpPr/>
            <p:nvPr/>
          </p:nvSpPr>
          <p:spPr>
            <a:xfrm>
              <a:off x="2754800" y="4228775"/>
              <a:ext cx="27100" cy="27250"/>
            </a:xfrm>
            <a:custGeom>
              <a:avLst/>
              <a:gdLst/>
              <a:ahLst/>
              <a:cxnLst/>
              <a:rect l="l" t="t" r="r" b="b"/>
              <a:pathLst>
                <a:path w="1084" h="1090" extrusionOk="0">
                  <a:moveTo>
                    <a:pt x="516" y="0"/>
                  </a:moveTo>
                  <a:cubicBezTo>
                    <a:pt x="325" y="0"/>
                    <a:pt x="166" y="111"/>
                    <a:pt x="72" y="268"/>
                  </a:cubicBezTo>
                  <a:cubicBezTo>
                    <a:pt x="36" y="328"/>
                    <a:pt x="12" y="399"/>
                    <a:pt x="0" y="495"/>
                  </a:cubicBezTo>
                  <a:cubicBezTo>
                    <a:pt x="0" y="554"/>
                    <a:pt x="0" y="614"/>
                    <a:pt x="12" y="661"/>
                  </a:cubicBezTo>
                  <a:cubicBezTo>
                    <a:pt x="36" y="721"/>
                    <a:pt x="60" y="780"/>
                    <a:pt x="96" y="840"/>
                  </a:cubicBezTo>
                  <a:cubicBezTo>
                    <a:pt x="179" y="971"/>
                    <a:pt x="310" y="1054"/>
                    <a:pt x="489" y="1090"/>
                  </a:cubicBezTo>
                  <a:lnTo>
                    <a:pt x="548" y="1090"/>
                  </a:lnTo>
                  <a:cubicBezTo>
                    <a:pt x="703" y="1090"/>
                    <a:pt x="834" y="1030"/>
                    <a:pt x="929" y="935"/>
                  </a:cubicBezTo>
                  <a:cubicBezTo>
                    <a:pt x="1012" y="852"/>
                    <a:pt x="1084" y="733"/>
                    <a:pt x="1084" y="602"/>
                  </a:cubicBezTo>
                  <a:lnTo>
                    <a:pt x="1084" y="506"/>
                  </a:lnTo>
                  <a:cubicBezTo>
                    <a:pt x="1084" y="387"/>
                    <a:pt x="1048" y="280"/>
                    <a:pt x="965" y="197"/>
                  </a:cubicBezTo>
                  <a:cubicBezTo>
                    <a:pt x="881" y="90"/>
                    <a:pt x="750" y="18"/>
                    <a:pt x="596" y="6"/>
                  </a:cubicBezTo>
                  <a:cubicBezTo>
                    <a:pt x="569" y="2"/>
                    <a:pt x="542" y="0"/>
                    <a:pt x="51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16"/>
            <p:cNvSpPr/>
            <p:nvPr/>
          </p:nvSpPr>
          <p:spPr>
            <a:xfrm>
              <a:off x="2582150" y="4308350"/>
              <a:ext cx="28000" cy="27250"/>
            </a:xfrm>
            <a:custGeom>
              <a:avLst/>
              <a:gdLst/>
              <a:ahLst/>
              <a:cxnLst/>
              <a:rect l="l" t="t" r="r" b="b"/>
              <a:pathLst>
                <a:path w="1120" h="1090" extrusionOk="0">
                  <a:moveTo>
                    <a:pt x="575" y="1"/>
                  </a:moveTo>
                  <a:cubicBezTo>
                    <a:pt x="296" y="1"/>
                    <a:pt x="58" y="208"/>
                    <a:pt x="25" y="491"/>
                  </a:cubicBezTo>
                  <a:cubicBezTo>
                    <a:pt x="1" y="788"/>
                    <a:pt x="215" y="1062"/>
                    <a:pt x="525" y="1086"/>
                  </a:cubicBezTo>
                  <a:cubicBezTo>
                    <a:pt x="545" y="1088"/>
                    <a:pt x="566" y="1090"/>
                    <a:pt x="586" y="1090"/>
                  </a:cubicBezTo>
                  <a:cubicBezTo>
                    <a:pt x="858" y="1090"/>
                    <a:pt x="1087" y="875"/>
                    <a:pt x="1120" y="598"/>
                  </a:cubicBezTo>
                  <a:cubicBezTo>
                    <a:pt x="1120" y="538"/>
                    <a:pt x="1120" y="479"/>
                    <a:pt x="1096" y="431"/>
                  </a:cubicBezTo>
                  <a:cubicBezTo>
                    <a:pt x="1072" y="312"/>
                    <a:pt x="1013" y="217"/>
                    <a:pt x="941" y="133"/>
                  </a:cubicBezTo>
                  <a:cubicBezTo>
                    <a:pt x="858" y="74"/>
                    <a:pt x="775" y="26"/>
                    <a:pt x="679" y="14"/>
                  </a:cubicBezTo>
                  <a:cubicBezTo>
                    <a:pt x="667" y="14"/>
                    <a:pt x="656" y="2"/>
                    <a:pt x="620" y="2"/>
                  </a:cubicBezTo>
                  <a:cubicBezTo>
                    <a:pt x="605" y="1"/>
                    <a:pt x="590" y="1"/>
                    <a:pt x="57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16"/>
            <p:cNvSpPr/>
            <p:nvPr/>
          </p:nvSpPr>
          <p:spPr>
            <a:xfrm>
              <a:off x="3259325" y="4015150"/>
              <a:ext cx="28300" cy="26950"/>
            </a:xfrm>
            <a:custGeom>
              <a:avLst/>
              <a:gdLst/>
              <a:ahLst/>
              <a:cxnLst/>
              <a:rect l="l" t="t" r="r" b="b"/>
              <a:pathLst>
                <a:path w="1132" h="1078" extrusionOk="0">
                  <a:moveTo>
                    <a:pt x="563" y="1"/>
                  </a:moveTo>
                  <a:cubicBezTo>
                    <a:pt x="284" y="1"/>
                    <a:pt x="46" y="208"/>
                    <a:pt x="12" y="491"/>
                  </a:cubicBezTo>
                  <a:cubicBezTo>
                    <a:pt x="0" y="646"/>
                    <a:pt x="48" y="777"/>
                    <a:pt x="155" y="896"/>
                  </a:cubicBezTo>
                  <a:cubicBezTo>
                    <a:pt x="215" y="967"/>
                    <a:pt x="310" y="1027"/>
                    <a:pt x="429" y="1062"/>
                  </a:cubicBezTo>
                  <a:cubicBezTo>
                    <a:pt x="453" y="1062"/>
                    <a:pt x="477" y="1074"/>
                    <a:pt x="489" y="1074"/>
                  </a:cubicBezTo>
                  <a:lnTo>
                    <a:pt x="512" y="1074"/>
                  </a:lnTo>
                  <a:cubicBezTo>
                    <a:pt x="533" y="1076"/>
                    <a:pt x="553" y="1077"/>
                    <a:pt x="572" y="1077"/>
                  </a:cubicBezTo>
                  <a:cubicBezTo>
                    <a:pt x="665" y="1077"/>
                    <a:pt x="745" y="1054"/>
                    <a:pt x="834" y="1015"/>
                  </a:cubicBezTo>
                  <a:cubicBezTo>
                    <a:pt x="989" y="931"/>
                    <a:pt x="1084" y="777"/>
                    <a:pt x="1108" y="598"/>
                  </a:cubicBezTo>
                  <a:cubicBezTo>
                    <a:pt x="1132" y="300"/>
                    <a:pt x="905" y="38"/>
                    <a:pt x="608" y="3"/>
                  </a:cubicBezTo>
                  <a:cubicBezTo>
                    <a:pt x="593" y="2"/>
                    <a:pt x="577" y="1"/>
                    <a:pt x="56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16"/>
            <p:cNvSpPr/>
            <p:nvPr/>
          </p:nvSpPr>
          <p:spPr>
            <a:xfrm>
              <a:off x="5234575" y="4397850"/>
              <a:ext cx="36625" cy="13550"/>
            </a:xfrm>
            <a:custGeom>
              <a:avLst/>
              <a:gdLst/>
              <a:ahLst/>
              <a:cxnLst/>
              <a:rect l="l" t="t" r="r" b="b"/>
              <a:pathLst>
                <a:path w="1465" h="542" extrusionOk="0">
                  <a:moveTo>
                    <a:pt x="736" y="1"/>
                  </a:moveTo>
                  <a:cubicBezTo>
                    <a:pt x="686" y="1"/>
                    <a:pt x="635" y="6"/>
                    <a:pt x="596" y="6"/>
                  </a:cubicBezTo>
                  <a:cubicBezTo>
                    <a:pt x="477" y="30"/>
                    <a:pt x="381" y="66"/>
                    <a:pt x="286" y="149"/>
                  </a:cubicBezTo>
                  <a:cubicBezTo>
                    <a:pt x="262" y="161"/>
                    <a:pt x="238" y="173"/>
                    <a:pt x="227" y="185"/>
                  </a:cubicBezTo>
                  <a:cubicBezTo>
                    <a:pt x="143" y="268"/>
                    <a:pt x="84" y="351"/>
                    <a:pt x="36" y="459"/>
                  </a:cubicBezTo>
                  <a:cubicBezTo>
                    <a:pt x="24" y="482"/>
                    <a:pt x="24" y="518"/>
                    <a:pt x="0" y="542"/>
                  </a:cubicBezTo>
                  <a:lnTo>
                    <a:pt x="1465" y="542"/>
                  </a:lnTo>
                  <a:cubicBezTo>
                    <a:pt x="1370" y="268"/>
                    <a:pt x="1120" y="42"/>
                    <a:pt x="810" y="6"/>
                  </a:cubicBezTo>
                  <a:cubicBezTo>
                    <a:pt x="786" y="2"/>
                    <a:pt x="761" y="1"/>
                    <a:pt x="73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16"/>
            <p:cNvSpPr/>
            <p:nvPr/>
          </p:nvSpPr>
          <p:spPr>
            <a:xfrm>
              <a:off x="4984250" y="3714800"/>
              <a:ext cx="39600" cy="38200"/>
            </a:xfrm>
            <a:custGeom>
              <a:avLst/>
              <a:gdLst/>
              <a:ahLst/>
              <a:cxnLst/>
              <a:rect l="l" t="t" r="r" b="b"/>
              <a:pathLst>
                <a:path w="1584" h="1528" extrusionOk="0">
                  <a:moveTo>
                    <a:pt x="778" y="0"/>
                  </a:moveTo>
                  <a:cubicBezTo>
                    <a:pt x="388" y="0"/>
                    <a:pt x="46" y="289"/>
                    <a:pt x="12" y="694"/>
                  </a:cubicBezTo>
                  <a:cubicBezTo>
                    <a:pt x="0" y="813"/>
                    <a:pt x="12" y="932"/>
                    <a:pt x="60" y="1039"/>
                  </a:cubicBezTo>
                  <a:cubicBezTo>
                    <a:pt x="119" y="1134"/>
                    <a:pt x="179" y="1242"/>
                    <a:pt x="274" y="1313"/>
                  </a:cubicBezTo>
                  <a:cubicBezTo>
                    <a:pt x="310" y="1361"/>
                    <a:pt x="369" y="1408"/>
                    <a:pt x="417" y="1432"/>
                  </a:cubicBezTo>
                  <a:cubicBezTo>
                    <a:pt x="512" y="1480"/>
                    <a:pt x="607" y="1527"/>
                    <a:pt x="715" y="1527"/>
                  </a:cubicBezTo>
                  <a:lnTo>
                    <a:pt x="893" y="1527"/>
                  </a:lnTo>
                  <a:cubicBezTo>
                    <a:pt x="1012" y="1515"/>
                    <a:pt x="1119" y="1468"/>
                    <a:pt x="1203" y="1408"/>
                  </a:cubicBezTo>
                  <a:cubicBezTo>
                    <a:pt x="1381" y="1289"/>
                    <a:pt x="1524" y="1075"/>
                    <a:pt x="1536" y="837"/>
                  </a:cubicBezTo>
                  <a:cubicBezTo>
                    <a:pt x="1584" y="420"/>
                    <a:pt x="1286" y="39"/>
                    <a:pt x="846" y="3"/>
                  </a:cubicBezTo>
                  <a:cubicBezTo>
                    <a:pt x="823" y="1"/>
                    <a:pt x="800" y="0"/>
                    <a:pt x="77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16"/>
            <p:cNvSpPr/>
            <p:nvPr/>
          </p:nvSpPr>
          <p:spPr>
            <a:xfrm>
              <a:off x="3074475" y="4307150"/>
              <a:ext cx="15500" cy="15550"/>
            </a:xfrm>
            <a:custGeom>
              <a:avLst/>
              <a:gdLst/>
              <a:ahLst/>
              <a:cxnLst/>
              <a:rect l="l" t="t" r="r" b="b"/>
              <a:pathLst>
                <a:path w="620" h="622" extrusionOk="0">
                  <a:moveTo>
                    <a:pt x="328" y="0"/>
                  </a:moveTo>
                  <a:cubicBezTo>
                    <a:pt x="264" y="0"/>
                    <a:pt x="195" y="30"/>
                    <a:pt x="144" y="50"/>
                  </a:cubicBezTo>
                  <a:cubicBezTo>
                    <a:pt x="72" y="86"/>
                    <a:pt x="13" y="169"/>
                    <a:pt x="1" y="277"/>
                  </a:cubicBezTo>
                  <a:cubicBezTo>
                    <a:pt x="1" y="300"/>
                    <a:pt x="1" y="336"/>
                    <a:pt x="13" y="360"/>
                  </a:cubicBezTo>
                  <a:cubicBezTo>
                    <a:pt x="24" y="408"/>
                    <a:pt x="48" y="455"/>
                    <a:pt x="60" y="479"/>
                  </a:cubicBezTo>
                  <a:cubicBezTo>
                    <a:pt x="96" y="562"/>
                    <a:pt x="191" y="622"/>
                    <a:pt x="286" y="622"/>
                  </a:cubicBezTo>
                  <a:lnTo>
                    <a:pt x="382" y="622"/>
                  </a:lnTo>
                  <a:cubicBezTo>
                    <a:pt x="465" y="598"/>
                    <a:pt x="536" y="562"/>
                    <a:pt x="560" y="503"/>
                  </a:cubicBezTo>
                  <a:cubicBezTo>
                    <a:pt x="596" y="455"/>
                    <a:pt x="620" y="408"/>
                    <a:pt x="620" y="348"/>
                  </a:cubicBezTo>
                  <a:cubicBezTo>
                    <a:pt x="620" y="300"/>
                    <a:pt x="620" y="265"/>
                    <a:pt x="608" y="217"/>
                  </a:cubicBezTo>
                  <a:cubicBezTo>
                    <a:pt x="584" y="110"/>
                    <a:pt x="489" y="38"/>
                    <a:pt x="382" y="27"/>
                  </a:cubicBezTo>
                  <a:cubicBezTo>
                    <a:pt x="370" y="27"/>
                    <a:pt x="358" y="27"/>
                    <a:pt x="358" y="3"/>
                  </a:cubicBezTo>
                  <a:cubicBezTo>
                    <a:pt x="348" y="1"/>
                    <a:pt x="338" y="0"/>
                    <a:pt x="32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16"/>
            <p:cNvSpPr/>
            <p:nvPr/>
          </p:nvSpPr>
          <p:spPr>
            <a:xfrm>
              <a:off x="3911200" y="4344925"/>
              <a:ext cx="16375" cy="15575"/>
            </a:xfrm>
            <a:custGeom>
              <a:avLst/>
              <a:gdLst/>
              <a:ahLst/>
              <a:cxnLst/>
              <a:rect l="l" t="t" r="r" b="b"/>
              <a:pathLst>
                <a:path w="655" h="623" extrusionOk="0">
                  <a:moveTo>
                    <a:pt x="312" y="1"/>
                  </a:moveTo>
                  <a:cubicBezTo>
                    <a:pt x="167" y="1"/>
                    <a:pt x="55" y="103"/>
                    <a:pt x="12" y="254"/>
                  </a:cubicBezTo>
                  <a:lnTo>
                    <a:pt x="12" y="278"/>
                  </a:lnTo>
                  <a:cubicBezTo>
                    <a:pt x="0" y="456"/>
                    <a:pt x="119" y="611"/>
                    <a:pt x="298" y="623"/>
                  </a:cubicBezTo>
                  <a:lnTo>
                    <a:pt x="405" y="623"/>
                  </a:lnTo>
                  <a:cubicBezTo>
                    <a:pt x="524" y="599"/>
                    <a:pt x="631" y="492"/>
                    <a:pt x="643" y="337"/>
                  </a:cubicBezTo>
                  <a:cubicBezTo>
                    <a:pt x="655" y="159"/>
                    <a:pt x="536" y="16"/>
                    <a:pt x="357" y="4"/>
                  </a:cubicBezTo>
                  <a:cubicBezTo>
                    <a:pt x="342" y="2"/>
                    <a:pt x="327" y="1"/>
                    <a:pt x="31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4" name="Google Shape;2014;p16"/>
          <p:cNvGrpSpPr/>
          <p:nvPr/>
        </p:nvGrpSpPr>
        <p:grpSpPr>
          <a:xfrm rot="10800000">
            <a:off x="4981625" y="-155"/>
            <a:ext cx="4162380" cy="1079126"/>
            <a:chOff x="2582150" y="3714800"/>
            <a:chExt cx="2689050" cy="697200"/>
          </a:xfrm>
        </p:grpSpPr>
        <p:sp>
          <p:nvSpPr>
            <p:cNvPr id="2015" name="Google Shape;2015;p16"/>
            <p:cNvSpPr/>
            <p:nvPr/>
          </p:nvSpPr>
          <p:spPr>
            <a:xfrm>
              <a:off x="3636750" y="4402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16"/>
            <p:cNvSpPr/>
            <p:nvPr/>
          </p:nvSpPr>
          <p:spPr>
            <a:xfrm>
              <a:off x="3640625" y="4406925"/>
              <a:ext cx="19375" cy="4475"/>
            </a:xfrm>
            <a:custGeom>
              <a:avLst/>
              <a:gdLst/>
              <a:ahLst/>
              <a:cxnLst/>
              <a:rect l="l" t="t" r="r" b="b"/>
              <a:pathLst>
                <a:path w="775" h="179" extrusionOk="0">
                  <a:moveTo>
                    <a:pt x="393" y="0"/>
                  </a:moveTo>
                  <a:lnTo>
                    <a:pt x="36" y="108"/>
                  </a:lnTo>
                  <a:lnTo>
                    <a:pt x="0" y="179"/>
                  </a:lnTo>
                  <a:lnTo>
                    <a:pt x="774" y="179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16"/>
            <p:cNvSpPr/>
            <p:nvPr/>
          </p:nvSpPr>
          <p:spPr>
            <a:xfrm>
              <a:off x="3634075" y="44039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0" y="24"/>
                  </a:moveTo>
                  <a:lnTo>
                    <a:pt x="0" y="24"/>
                  </a:lnTo>
                  <a:lnTo>
                    <a:pt x="0" y="24"/>
                  </a:lnTo>
                  <a:cubicBezTo>
                    <a:pt x="0" y="0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16"/>
            <p:cNvSpPr/>
            <p:nvPr/>
          </p:nvSpPr>
          <p:spPr>
            <a:xfrm>
              <a:off x="3635275" y="4403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16"/>
            <p:cNvSpPr/>
            <p:nvPr/>
          </p:nvSpPr>
          <p:spPr>
            <a:xfrm>
              <a:off x="3746875" y="4334600"/>
              <a:ext cx="142325" cy="46150"/>
            </a:xfrm>
            <a:custGeom>
              <a:avLst/>
              <a:gdLst/>
              <a:ahLst/>
              <a:cxnLst/>
              <a:rect l="l" t="t" r="r" b="b"/>
              <a:pathLst>
                <a:path w="5693" h="1846" extrusionOk="0">
                  <a:moveTo>
                    <a:pt x="5418" y="0"/>
                  </a:moveTo>
                  <a:lnTo>
                    <a:pt x="1" y="1488"/>
                  </a:lnTo>
                  <a:lnTo>
                    <a:pt x="1" y="1846"/>
                  </a:lnTo>
                  <a:lnTo>
                    <a:pt x="5692" y="262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16"/>
            <p:cNvSpPr/>
            <p:nvPr/>
          </p:nvSpPr>
          <p:spPr>
            <a:xfrm>
              <a:off x="3891850" y="4256600"/>
              <a:ext cx="273575" cy="81875"/>
            </a:xfrm>
            <a:custGeom>
              <a:avLst/>
              <a:gdLst/>
              <a:ahLst/>
              <a:cxnLst/>
              <a:rect l="l" t="t" r="r" b="b"/>
              <a:pathLst>
                <a:path w="10943" h="3275" extrusionOk="0">
                  <a:moveTo>
                    <a:pt x="10883" y="1"/>
                  </a:moveTo>
                  <a:lnTo>
                    <a:pt x="0" y="3013"/>
                  </a:lnTo>
                  <a:lnTo>
                    <a:pt x="286" y="3275"/>
                  </a:lnTo>
                  <a:lnTo>
                    <a:pt x="10883" y="358"/>
                  </a:lnTo>
                  <a:lnTo>
                    <a:pt x="10942" y="298"/>
                  </a:lnTo>
                  <a:cubicBezTo>
                    <a:pt x="10894" y="215"/>
                    <a:pt x="10883" y="108"/>
                    <a:pt x="1088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16"/>
            <p:cNvSpPr/>
            <p:nvPr/>
          </p:nvSpPr>
          <p:spPr>
            <a:xfrm>
              <a:off x="3634375" y="4403350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12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16"/>
            <p:cNvSpPr/>
            <p:nvPr/>
          </p:nvSpPr>
          <p:spPr>
            <a:xfrm>
              <a:off x="3635275" y="4402450"/>
              <a:ext cx="300" cy="625"/>
            </a:xfrm>
            <a:custGeom>
              <a:avLst/>
              <a:gdLst/>
              <a:ahLst/>
              <a:cxnLst/>
              <a:rect l="l" t="t" r="r" b="b"/>
              <a:pathLst>
                <a:path w="12" h="25" extrusionOk="0">
                  <a:moveTo>
                    <a:pt x="12" y="1"/>
                  </a:moveTo>
                  <a:cubicBezTo>
                    <a:pt x="12" y="1"/>
                    <a:pt x="0" y="25"/>
                    <a:pt x="12" y="1"/>
                  </a:cubicBezTo>
                  <a:lnTo>
                    <a:pt x="0" y="25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16"/>
            <p:cNvSpPr/>
            <p:nvPr/>
          </p:nvSpPr>
          <p:spPr>
            <a:xfrm>
              <a:off x="3636750" y="4373575"/>
              <a:ext cx="101825" cy="35750"/>
            </a:xfrm>
            <a:custGeom>
              <a:avLst/>
              <a:gdLst/>
              <a:ahLst/>
              <a:cxnLst/>
              <a:rect l="l" t="t" r="r" b="b"/>
              <a:pathLst>
                <a:path w="4073" h="1430" extrusionOk="0">
                  <a:moveTo>
                    <a:pt x="4073" y="1"/>
                  </a:moveTo>
                  <a:lnTo>
                    <a:pt x="12" y="1120"/>
                  </a:lnTo>
                  <a:lnTo>
                    <a:pt x="1" y="1120"/>
                  </a:lnTo>
                  <a:cubicBezTo>
                    <a:pt x="24" y="1132"/>
                    <a:pt x="60" y="1132"/>
                    <a:pt x="96" y="1132"/>
                  </a:cubicBezTo>
                  <a:cubicBezTo>
                    <a:pt x="191" y="1156"/>
                    <a:pt x="251" y="1251"/>
                    <a:pt x="215" y="1334"/>
                  </a:cubicBezTo>
                  <a:lnTo>
                    <a:pt x="191" y="1430"/>
                  </a:lnTo>
                  <a:lnTo>
                    <a:pt x="548" y="1322"/>
                  </a:lnTo>
                  <a:lnTo>
                    <a:pt x="4061" y="358"/>
                  </a:lnTo>
                  <a:lnTo>
                    <a:pt x="407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16"/>
            <p:cNvSpPr/>
            <p:nvPr/>
          </p:nvSpPr>
          <p:spPr>
            <a:xfrm>
              <a:off x="3635850" y="4402150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37" y="1"/>
                  </a:moveTo>
                  <a:cubicBezTo>
                    <a:pt x="13" y="1"/>
                    <a:pt x="1" y="1"/>
                    <a:pt x="1" y="13"/>
                  </a:cubicBezTo>
                  <a:cubicBezTo>
                    <a:pt x="1" y="13"/>
                    <a:pt x="13" y="1"/>
                    <a:pt x="37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16"/>
            <p:cNvSpPr/>
            <p:nvPr/>
          </p:nvSpPr>
          <p:spPr>
            <a:xfrm>
              <a:off x="3634075" y="4403950"/>
              <a:ext cx="325" cy="925"/>
            </a:xfrm>
            <a:custGeom>
              <a:avLst/>
              <a:gdLst/>
              <a:ahLst/>
              <a:cxnLst/>
              <a:rect l="l" t="t" r="r" b="b"/>
              <a:pathLst>
                <a:path w="13" h="37" extrusionOk="0">
                  <a:moveTo>
                    <a:pt x="12" y="0"/>
                  </a:moveTo>
                  <a:lnTo>
                    <a:pt x="12" y="0"/>
                  </a:lnTo>
                  <a:cubicBezTo>
                    <a:pt x="6" y="14"/>
                    <a:pt x="3" y="19"/>
                    <a:pt x="1" y="24"/>
                  </a:cubicBezTo>
                  <a:lnTo>
                    <a:pt x="1" y="24"/>
                  </a:lnTo>
                  <a:cubicBezTo>
                    <a:pt x="12" y="24"/>
                    <a:pt x="12" y="23"/>
                    <a:pt x="12" y="0"/>
                  </a:cubicBezTo>
                  <a:close/>
                  <a:moveTo>
                    <a:pt x="1" y="24"/>
                  </a:moveTo>
                  <a:cubicBezTo>
                    <a:pt x="1" y="24"/>
                    <a:pt x="1" y="24"/>
                    <a:pt x="0" y="24"/>
                  </a:cubicBezTo>
                  <a:lnTo>
                    <a:pt x="0" y="36"/>
                  </a:lnTo>
                  <a:cubicBezTo>
                    <a:pt x="0" y="31"/>
                    <a:pt x="0" y="28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16"/>
            <p:cNvSpPr/>
            <p:nvPr/>
          </p:nvSpPr>
          <p:spPr>
            <a:xfrm>
              <a:off x="2599425" y="4199450"/>
              <a:ext cx="104800" cy="112250"/>
            </a:xfrm>
            <a:custGeom>
              <a:avLst/>
              <a:gdLst/>
              <a:ahLst/>
              <a:cxnLst/>
              <a:rect l="l" t="t" r="r" b="b"/>
              <a:pathLst>
                <a:path w="4192" h="4490" extrusionOk="0">
                  <a:moveTo>
                    <a:pt x="3929" y="1"/>
                  </a:moveTo>
                  <a:lnTo>
                    <a:pt x="0" y="4394"/>
                  </a:lnTo>
                  <a:cubicBezTo>
                    <a:pt x="84" y="4394"/>
                    <a:pt x="167" y="4430"/>
                    <a:pt x="250" y="4489"/>
                  </a:cubicBezTo>
                  <a:lnTo>
                    <a:pt x="417" y="4418"/>
                  </a:lnTo>
                  <a:lnTo>
                    <a:pt x="4191" y="203"/>
                  </a:lnTo>
                  <a:lnTo>
                    <a:pt x="392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16"/>
            <p:cNvSpPr/>
            <p:nvPr/>
          </p:nvSpPr>
          <p:spPr>
            <a:xfrm>
              <a:off x="2778900" y="4187850"/>
              <a:ext cx="124150" cy="53600"/>
            </a:xfrm>
            <a:custGeom>
              <a:avLst/>
              <a:gdLst/>
              <a:ahLst/>
              <a:cxnLst/>
              <a:rect l="l" t="t" r="r" b="b"/>
              <a:pathLst>
                <a:path w="4966" h="2144" extrusionOk="0">
                  <a:moveTo>
                    <a:pt x="4942" y="0"/>
                  </a:moveTo>
                  <a:cubicBezTo>
                    <a:pt x="4930" y="0"/>
                    <a:pt x="4918" y="0"/>
                    <a:pt x="4918" y="12"/>
                  </a:cubicBezTo>
                  <a:cubicBezTo>
                    <a:pt x="4930" y="12"/>
                    <a:pt x="4942" y="12"/>
                    <a:pt x="4942" y="0"/>
                  </a:cubicBezTo>
                  <a:close/>
                  <a:moveTo>
                    <a:pt x="4918" y="12"/>
                  </a:moveTo>
                  <a:lnTo>
                    <a:pt x="1" y="1834"/>
                  </a:lnTo>
                  <a:cubicBezTo>
                    <a:pt x="84" y="1917"/>
                    <a:pt x="120" y="2024"/>
                    <a:pt x="144" y="2143"/>
                  </a:cubicBezTo>
                  <a:lnTo>
                    <a:pt x="4966" y="358"/>
                  </a:lnTo>
                  <a:lnTo>
                    <a:pt x="4882" y="310"/>
                  </a:lnTo>
                  <a:cubicBezTo>
                    <a:pt x="4811" y="250"/>
                    <a:pt x="4799" y="155"/>
                    <a:pt x="4847" y="72"/>
                  </a:cubicBezTo>
                  <a:cubicBezTo>
                    <a:pt x="4859" y="48"/>
                    <a:pt x="4882" y="36"/>
                    <a:pt x="4918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16"/>
            <p:cNvSpPr/>
            <p:nvPr/>
          </p:nvSpPr>
          <p:spPr>
            <a:xfrm>
              <a:off x="2905125" y="4188150"/>
              <a:ext cx="900" cy="625"/>
            </a:xfrm>
            <a:custGeom>
              <a:avLst/>
              <a:gdLst/>
              <a:ahLst/>
              <a:cxnLst/>
              <a:rect l="l" t="t" r="r" b="b"/>
              <a:pathLst>
                <a:path w="36" h="25" extrusionOk="0">
                  <a:moveTo>
                    <a:pt x="0" y="0"/>
                  </a:moveTo>
                  <a:cubicBezTo>
                    <a:pt x="12" y="0"/>
                    <a:pt x="12" y="24"/>
                    <a:pt x="36" y="24"/>
                  </a:cubicBezTo>
                  <a:cubicBezTo>
                    <a:pt x="12" y="24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16"/>
            <p:cNvSpPr/>
            <p:nvPr/>
          </p:nvSpPr>
          <p:spPr>
            <a:xfrm>
              <a:off x="2903925" y="41878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0" y="0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16"/>
            <p:cNvSpPr/>
            <p:nvPr/>
          </p:nvSpPr>
          <p:spPr>
            <a:xfrm>
              <a:off x="2903325" y="41878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16"/>
            <p:cNvSpPr/>
            <p:nvPr/>
          </p:nvSpPr>
          <p:spPr>
            <a:xfrm>
              <a:off x="2906000" y="4188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16"/>
            <p:cNvSpPr/>
            <p:nvPr/>
          </p:nvSpPr>
          <p:spPr>
            <a:xfrm>
              <a:off x="2898575" y="4188150"/>
              <a:ext cx="179200" cy="127725"/>
            </a:xfrm>
            <a:custGeom>
              <a:avLst/>
              <a:gdLst/>
              <a:ahLst/>
              <a:cxnLst/>
              <a:rect l="l" t="t" r="r" b="b"/>
              <a:pathLst>
                <a:path w="7168" h="5109" extrusionOk="0">
                  <a:moveTo>
                    <a:pt x="155" y="0"/>
                  </a:moveTo>
                  <a:cubicBezTo>
                    <a:pt x="143" y="0"/>
                    <a:pt x="131" y="0"/>
                    <a:pt x="131" y="24"/>
                  </a:cubicBezTo>
                  <a:cubicBezTo>
                    <a:pt x="95" y="24"/>
                    <a:pt x="83" y="36"/>
                    <a:pt x="60" y="60"/>
                  </a:cubicBezTo>
                  <a:cubicBezTo>
                    <a:pt x="0" y="143"/>
                    <a:pt x="24" y="238"/>
                    <a:pt x="95" y="298"/>
                  </a:cubicBezTo>
                  <a:lnTo>
                    <a:pt x="179" y="346"/>
                  </a:lnTo>
                  <a:lnTo>
                    <a:pt x="7049" y="5108"/>
                  </a:lnTo>
                  <a:cubicBezTo>
                    <a:pt x="7049" y="5084"/>
                    <a:pt x="7037" y="5049"/>
                    <a:pt x="7037" y="5025"/>
                  </a:cubicBezTo>
                  <a:cubicBezTo>
                    <a:pt x="7049" y="4918"/>
                    <a:pt x="7096" y="4834"/>
                    <a:pt x="7168" y="4787"/>
                  </a:cubicBezTo>
                  <a:lnTo>
                    <a:pt x="298" y="24"/>
                  </a:lnTo>
                  <a:cubicBezTo>
                    <a:pt x="274" y="24"/>
                    <a:pt x="274" y="0"/>
                    <a:pt x="26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16"/>
            <p:cNvSpPr/>
            <p:nvPr/>
          </p:nvSpPr>
          <p:spPr>
            <a:xfrm>
              <a:off x="2605375" y="4242625"/>
              <a:ext cx="151825" cy="76225"/>
            </a:xfrm>
            <a:custGeom>
              <a:avLst/>
              <a:gdLst/>
              <a:ahLst/>
              <a:cxnLst/>
              <a:rect l="l" t="t" r="r" b="b"/>
              <a:pathLst>
                <a:path w="6073" h="3049" extrusionOk="0">
                  <a:moveTo>
                    <a:pt x="5870" y="0"/>
                  </a:moveTo>
                  <a:lnTo>
                    <a:pt x="155" y="2679"/>
                  </a:lnTo>
                  <a:lnTo>
                    <a:pt x="0" y="2750"/>
                  </a:lnTo>
                  <a:cubicBezTo>
                    <a:pt x="84" y="2822"/>
                    <a:pt x="143" y="2929"/>
                    <a:pt x="155" y="3048"/>
                  </a:cubicBezTo>
                  <a:lnTo>
                    <a:pt x="6073" y="286"/>
                  </a:lnTo>
                  <a:cubicBezTo>
                    <a:pt x="6037" y="226"/>
                    <a:pt x="6013" y="167"/>
                    <a:pt x="5989" y="107"/>
                  </a:cubicBezTo>
                  <a:lnTo>
                    <a:pt x="587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16"/>
            <p:cNvSpPr/>
            <p:nvPr/>
          </p:nvSpPr>
          <p:spPr>
            <a:xfrm>
              <a:off x="2768500" y="4252150"/>
              <a:ext cx="210450" cy="159250"/>
            </a:xfrm>
            <a:custGeom>
              <a:avLst/>
              <a:gdLst/>
              <a:ahLst/>
              <a:cxnLst/>
              <a:rect l="l" t="t" r="r" b="b"/>
              <a:pathLst>
                <a:path w="8418" h="6370" extrusionOk="0">
                  <a:moveTo>
                    <a:pt x="381" y="0"/>
                  </a:moveTo>
                  <a:cubicBezTo>
                    <a:pt x="286" y="95"/>
                    <a:pt x="155" y="155"/>
                    <a:pt x="0" y="155"/>
                  </a:cubicBezTo>
                  <a:lnTo>
                    <a:pt x="7858" y="6370"/>
                  </a:lnTo>
                  <a:lnTo>
                    <a:pt x="8418" y="637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16"/>
            <p:cNvSpPr/>
            <p:nvPr/>
          </p:nvSpPr>
          <p:spPr>
            <a:xfrm>
              <a:off x="2694975" y="4191125"/>
              <a:ext cx="62225" cy="54200"/>
            </a:xfrm>
            <a:custGeom>
              <a:avLst/>
              <a:gdLst/>
              <a:ahLst/>
              <a:cxnLst/>
              <a:rect l="l" t="t" r="r" b="b"/>
              <a:pathLst>
                <a:path w="2489" h="2168" extrusionOk="0">
                  <a:moveTo>
                    <a:pt x="131" y="0"/>
                  </a:moveTo>
                  <a:cubicBezTo>
                    <a:pt x="95" y="24"/>
                    <a:pt x="72" y="36"/>
                    <a:pt x="60" y="60"/>
                  </a:cubicBezTo>
                  <a:cubicBezTo>
                    <a:pt x="0" y="143"/>
                    <a:pt x="12" y="238"/>
                    <a:pt x="84" y="298"/>
                  </a:cubicBezTo>
                  <a:lnTo>
                    <a:pt x="107" y="322"/>
                  </a:lnTo>
                  <a:lnTo>
                    <a:pt x="369" y="524"/>
                  </a:lnTo>
                  <a:lnTo>
                    <a:pt x="2286" y="2060"/>
                  </a:lnTo>
                  <a:lnTo>
                    <a:pt x="2429" y="2167"/>
                  </a:lnTo>
                  <a:cubicBezTo>
                    <a:pt x="2405" y="2108"/>
                    <a:pt x="2405" y="2060"/>
                    <a:pt x="2405" y="2001"/>
                  </a:cubicBezTo>
                  <a:cubicBezTo>
                    <a:pt x="2405" y="1929"/>
                    <a:pt x="2441" y="1846"/>
                    <a:pt x="2489" y="1774"/>
                  </a:cubicBezTo>
                  <a:lnTo>
                    <a:pt x="655" y="322"/>
                  </a:lnTo>
                  <a:cubicBezTo>
                    <a:pt x="596" y="405"/>
                    <a:pt x="500" y="453"/>
                    <a:pt x="405" y="453"/>
                  </a:cubicBezTo>
                  <a:cubicBezTo>
                    <a:pt x="250" y="453"/>
                    <a:pt x="143" y="298"/>
                    <a:pt x="167" y="155"/>
                  </a:cubicBezTo>
                  <a:cubicBezTo>
                    <a:pt x="167" y="96"/>
                    <a:pt x="191" y="48"/>
                    <a:pt x="22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16"/>
            <p:cNvSpPr/>
            <p:nvPr/>
          </p:nvSpPr>
          <p:spPr>
            <a:xfrm>
              <a:off x="3016725" y="4319125"/>
              <a:ext cx="67000" cy="92275"/>
            </a:xfrm>
            <a:custGeom>
              <a:avLst/>
              <a:gdLst/>
              <a:ahLst/>
              <a:cxnLst/>
              <a:rect l="l" t="t" r="r" b="b"/>
              <a:pathLst>
                <a:path w="2680" h="3691" extrusionOk="0">
                  <a:moveTo>
                    <a:pt x="2680" y="119"/>
                  </a:moveTo>
                  <a:lnTo>
                    <a:pt x="2675" y="126"/>
                  </a:lnTo>
                  <a:lnTo>
                    <a:pt x="2675" y="126"/>
                  </a:lnTo>
                  <a:cubicBezTo>
                    <a:pt x="2677" y="124"/>
                    <a:pt x="2679" y="122"/>
                    <a:pt x="2680" y="119"/>
                  </a:cubicBezTo>
                  <a:close/>
                  <a:moveTo>
                    <a:pt x="2370" y="0"/>
                  </a:moveTo>
                  <a:lnTo>
                    <a:pt x="1" y="3560"/>
                  </a:lnTo>
                  <a:cubicBezTo>
                    <a:pt x="96" y="3596"/>
                    <a:pt x="168" y="3631"/>
                    <a:pt x="227" y="3691"/>
                  </a:cubicBezTo>
                  <a:lnTo>
                    <a:pt x="310" y="3691"/>
                  </a:lnTo>
                  <a:lnTo>
                    <a:pt x="2675" y="126"/>
                  </a:lnTo>
                  <a:lnTo>
                    <a:pt x="2675" y="126"/>
                  </a:lnTo>
                  <a:cubicBezTo>
                    <a:pt x="2661" y="143"/>
                    <a:pt x="2628" y="143"/>
                    <a:pt x="2596" y="143"/>
                  </a:cubicBezTo>
                  <a:cubicBezTo>
                    <a:pt x="2501" y="143"/>
                    <a:pt x="2418" y="83"/>
                    <a:pt x="237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16"/>
            <p:cNvSpPr/>
            <p:nvPr/>
          </p:nvSpPr>
          <p:spPr>
            <a:xfrm>
              <a:off x="3084000" y="4036650"/>
              <a:ext cx="186075" cy="275050"/>
            </a:xfrm>
            <a:custGeom>
              <a:avLst/>
              <a:gdLst/>
              <a:ahLst/>
              <a:cxnLst/>
              <a:rect l="l" t="t" r="r" b="b"/>
              <a:pathLst>
                <a:path w="7443" h="11002" extrusionOk="0">
                  <a:moveTo>
                    <a:pt x="7168" y="0"/>
                  </a:moveTo>
                  <a:lnTo>
                    <a:pt x="1" y="10811"/>
                  </a:lnTo>
                  <a:cubicBezTo>
                    <a:pt x="108" y="10847"/>
                    <a:pt x="203" y="10918"/>
                    <a:pt x="227" y="11001"/>
                  </a:cubicBezTo>
                  <a:cubicBezTo>
                    <a:pt x="239" y="11001"/>
                    <a:pt x="263" y="10989"/>
                    <a:pt x="286" y="10989"/>
                  </a:cubicBezTo>
                  <a:lnTo>
                    <a:pt x="7442" y="179"/>
                  </a:lnTo>
                  <a:cubicBezTo>
                    <a:pt x="7323" y="155"/>
                    <a:pt x="7240" y="95"/>
                    <a:pt x="716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16"/>
            <p:cNvSpPr/>
            <p:nvPr/>
          </p:nvSpPr>
          <p:spPr>
            <a:xfrm>
              <a:off x="3088475" y="4311375"/>
              <a:ext cx="161950" cy="100025"/>
            </a:xfrm>
            <a:custGeom>
              <a:avLst/>
              <a:gdLst/>
              <a:ahLst/>
              <a:cxnLst/>
              <a:rect l="l" t="t" r="r" b="b"/>
              <a:pathLst>
                <a:path w="6478" h="4001" extrusionOk="0">
                  <a:moveTo>
                    <a:pt x="107" y="0"/>
                  </a:moveTo>
                  <a:cubicBezTo>
                    <a:pt x="96" y="0"/>
                    <a:pt x="72" y="0"/>
                    <a:pt x="48" y="12"/>
                  </a:cubicBezTo>
                  <a:cubicBezTo>
                    <a:pt x="60" y="60"/>
                    <a:pt x="84" y="108"/>
                    <a:pt x="60" y="155"/>
                  </a:cubicBezTo>
                  <a:cubicBezTo>
                    <a:pt x="60" y="215"/>
                    <a:pt x="36" y="250"/>
                    <a:pt x="0" y="298"/>
                  </a:cubicBezTo>
                  <a:lnTo>
                    <a:pt x="24" y="310"/>
                  </a:lnTo>
                  <a:lnTo>
                    <a:pt x="5834" y="4001"/>
                  </a:lnTo>
                  <a:lnTo>
                    <a:pt x="6477" y="4001"/>
                  </a:lnTo>
                  <a:lnTo>
                    <a:pt x="203" y="36"/>
                  </a:lnTo>
                  <a:cubicBezTo>
                    <a:pt x="167" y="12"/>
                    <a:pt x="143" y="0"/>
                    <a:pt x="10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16"/>
            <p:cNvSpPr/>
            <p:nvPr/>
          </p:nvSpPr>
          <p:spPr>
            <a:xfrm>
              <a:off x="3271525" y="4040200"/>
              <a:ext cx="47350" cy="371200"/>
            </a:xfrm>
            <a:custGeom>
              <a:avLst/>
              <a:gdLst/>
              <a:ahLst/>
              <a:cxnLst/>
              <a:rect l="l" t="t" r="r" b="b"/>
              <a:pathLst>
                <a:path w="1894" h="14848" extrusionOk="0">
                  <a:moveTo>
                    <a:pt x="334" y="1"/>
                  </a:moveTo>
                  <a:cubicBezTo>
                    <a:pt x="255" y="51"/>
                    <a:pt x="159" y="75"/>
                    <a:pt x="60" y="75"/>
                  </a:cubicBezTo>
                  <a:cubicBezTo>
                    <a:pt x="40" y="75"/>
                    <a:pt x="20" y="74"/>
                    <a:pt x="1" y="72"/>
                  </a:cubicBezTo>
                  <a:lnTo>
                    <a:pt x="1" y="72"/>
                  </a:lnTo>
                  <a:lnTo>
                    <a:pt x="1548" y="14848"/>
                  </a:lnTo>
                  <a:lnTo>
                    <a:pt x="1894" y="14848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16"/>
            <p:cNvSpPr/>
            <p:nvPr/>
          </p:nvSpPr>
          <p:spPr>
            <a:xfrm>
              <a:off x="3632275" y="4401925"/>
              <a:ext cx="10750" cy="9475"/>
            </a:xfrm>
            <a:custGeom>
              <a:avLst/>
              <a:gdLst/>
              <a:ahLst/>
              <a:cxnLst/>
              <a:rect l="l" t="t" r="r" b="b"/>
              <a:pathLst>
                <a:path w="430" h="379" extrusionOk="0">
                  <a:moveTo>
                    <a:pt x="227" y="1"/>
                  </a:moveTo>
                  <a:cubicBezTo>
                    <a:pt x="209" y="1"/>
                    <a:pt x="191" y="4"/>
                    <a:pt x="180" y="10"/>
                  </a:cubicBezTo>
                  <a:cubicBezTo>
                    <a:pt x="156" y="10"/>
                    <a:pt x="156" y="22"/>
                    <a:pt x="144" y="22"/>
                  </a:cubicBezTo>
                  <a:lnTo>
                    <a:pt x="132" y="22"/>
                  </a:lnTo>
                  <a:lnTo>
                    <a:pt x="120" y="46"/>
                  </a:lnTo>
                  <a:lnTo>
                    <a:pt x="96" y="57"/>
                  </a:lnTo>
                  <a:lnTo>
                    <a:pt x="84" y="69"/>
                  </a:lnTo>
                  <a:lnTo>
                    <a:pt x="84" y="81"/>
                  </a:lnTo>
                  <a:cubicBezTo>
                    <a:pt x="84" y="105"/>
                    <a:pt x="72" y="105"/>
                    <a:pt x="72" y="117"/>
                  </a:cubicBezTo>
                  <a:lnTo>
                    <a:pt x="1" y="379"/>
                  </a:lnTo>
                  <a:lnTo>
                    <a:pt x="334" y="379"/>
                  </a:lnTo>
                  <a:lnTo>
                    <a:pt x="370" y="308"/>
                  </a:lnTo>
                  <a:lnTo>
                    <a:pt x="394" y="224"/>
                  </a:lnTo>
                  <a:cubicBezTo>
                    <a:pt x="430" y="129"/>
                    <a:pt x="370" y="46"/>
                    <a:pt x="275" y="10"/>
                  </a:cubicBezTo>
                  <a:cubicBezTo>
                    <a:pt x="263" y="4"/>
                    <a:pt x="245" y="1"/>
                    <a:pt x="227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16"/>
            <p:cNvSpPr/>
            <p:nvPr/>
          </p:nvSpPr>
          <p:spPr>
            <a:xfrm>
              <a:off x="3737350" y="4195300"/>
              <a:ext cx="14325" cy="216100"/>
            </a:xfrm>
            <a:custGeom>
              <a:avLst/>
              <a:gdLst/>
              <a:ahLst/>
              <a:cxnLst/>
              <a:rect l="l" t="t" r="r" b="b"/>
              <a:pathLst>
                <a:path w="573" h="8644" extrusionOk="0">
                  <a:moveTo>
                    <a:pt x="227" y="0"/>
                  </a:moveTo>
                  <a:lnTo>
                    <a:pt x="37" y="7156"/>
                  </a:lnTo>
                  <a:lnTo>
                    <a:pt x="25" y="7513"/>
                  </a:lnTo>
                  <a:lnTo>
                    <a:pt x="1" y="8644"/>
                  </a:lnTo>
                  <a:lnTo>
                    <a:pt x="346" y="8644"/>
                  </a:lnTo>
                  <a:lnTo>
                    <a:pt x="382" y="7418"/>
                  </a:lnTo>
                  <a:lnTo>
                    <a:pt x="394" y="7060"/>
                  </a:lnTo>
                  <a:lnTo>
                    <a:pt x="572" y="429"/>
                  </a:lnTo>
                  <a:lnTo>
                    <a:pt x="287" y="167"/>
                  </a:lnTo>
                  <a:cubicBezTo>
                    <a:pt x="239" y="119"/>
                    <a:pt x="227" y="60"/>
                    <a:pt x="239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16"/>
            <p:cNvSpPr/>
            <p:nvPr/>
          </p:nvSpPr>
          <p:spPr>
            <a:xfrm>
              <a:off x="4021625" y="4264050"/>
              <a:ext cx="149750" cy="147350"/>
            </a:xfrm>
            <a:custGeom>
              <a:avLst/>
              <a:gdLst/>
              <a:ahLst/>
              <a:cxnLst/>
              <a:rect l="l" t="t" r="r" b="b"/>
              <a:pathLst>
                <a:path w="5990" h="5894" extrusionOk="0">
                  <a:moveTo>
                    <a:pt x="5751" y="0"/>
                  </a:moveTo>
                  <a:lnTo>
                    <a:pt x="5692" y="60"/>
                  </a:lnTo>
                  <a:lnTo>
                    <a:pt x="0" y="5894"/>
                  </a:lnTo>
                  <a:lnTo>
                    <a:pt x="477" y="5894"/>
                  </a:lnTo>
                  <a:lnTo>
                    <a:pt x="5989" y="238"/>
                  </a:lnTo>
                  <a:cubicBezTo>
                    <a:pt x="5882" y="179"/>
                    <a:pt x="5799" y="108"/>
                    <a:pt x="575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16"/>
            <p:cNvSpPr/>
            <p:nvPr/>
          </p:nvSpPr>
          <p:spPr>
            <a:xfrm>
              <a:off x="4484475" y="4346500"/>
              <a:ext cx="96475" cy="64900"/>
            </a:xfrm>
            <a:custGeom>
              <a:avLst/>
              <a:gdLst/>
              <a:ahLst/>
              <a:cxnLst/>
              <a:rect l="l" t="t" r="r" b="b"/>
              <a:pathLst>
                <a:path w="3859" h="2596" extrusionOk="0">
                  <a:moveTo>
                    <a:pt x="3668" y="0"/>
                  </a:moveTo>
                  <a:lnTo>
                    <a:pt x="1" y="2596"/>
                  </a:lnTo>
                  <a:lnTo>
                    <a:pt x="584" y="2596"/>
                  </a:lnTo>
                  <a:lnTo>
                    <a:pt x="3858" y="262"/>
                  </a:lnTo>
                  <a:cubicBezTo>
                    <a:pt x="3787" y="191"/>
                    <a:pt x="3715" y="96"/>
                    <a:pt x="366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16"/>
            <p:cNvSpPr/>
            <p:nvPr/>
          </p:nvSpPr>
          <p:spPr>
            <a:xfrm>
              <a:off x="3743025" y="4194700"/>
              <a:ext cx="230700" cy="216425"/>
            </a:xfrm>
            <a:custGeom>
              <a:avLst/>
              <a:gdLst/>
              <a:ahLst/>
              <a:cxnLst/>
              <a:rect l="l" t="t" r="r" b="b"/>
              <a:pathLst>
                <a:path w="9228" h="8657" extrusionOk="0">
                  <a:moveTo>
                    <a:pt x="369" y="0"/>
                  </a:moveTo>
                  <a:cubicBezTo>
                    <a:pt x="309" y="26"/>
                    <a:pt x="243" y="46"/>
                    <a:pt x="179" y="46"/>
                  </a:cubicBezTo>
                  <a:cubicBezTo>
                    <a:pt x="155" y="46"/>
                    <a:pt x="131" y="43"/>
                    <a:pt x="107" y="36"/>
                  </a:cubicBezTo>
                  <a:cubicBezTo>
                    <a:pt x="72" y="36"/>
                    <a:pt x="48" y="24"/>
                    <a:pt x="12" y="24"/>
                  </a:cubicBezTo>
                  <a:cubicBezTo>
                    <a:pt x="0" y="84"/>
                    <a:pt x="12" y="143"/>
                    <a:pt x="60" y="191"/>
                  </a:cubicBezTo>
                  <a:lnTo>
                    <a:pt x="345" y="453"/>
                  </a:lnTo>
                  <a:lnTo>
                    <a:pt x="5584" y="5572"/>
                  </a:lnTo>
                  <a:lnTo>
                    <a:pt x="5870" y="5846"/>
                  </a:lnTo>
                  <a:lnTo>
                    <a:pt x="8739" y="8656"/>
                  </a:lnTo>
                  <a:lnTo>
                    <a:pt x="9227" y="8656"/>
                  </a:lnTo>
                  <a:lnTo>
                    <a:pt x="7144" y="6620"/>
                  </a:lnTo>
                  <a:cubicBezTo>
                    <a:pt x="7120" y="6620"/>
                    <a:pt x="7102" y="6625"/>
                    <a:pt x="7078" y="6625"/>
                  </a:cubicBezTo>
                  <a:cubicBezTo>
                    <a:pt x="7066" y="6625"/>
                    <a:pt x="7053" y="6624"/>
                    <a:pt x="7037" y="6620"/>
                  </a:cubicBezTo>
                  <a:cubicBezTo>
                    <a:pt x="6858" y="6596"/>
                    <a:pt x="6739" y="6453"/>
                    <a:pt x="6751" y="6275"/>
                  </a:cubicBezTo>
                  <a:lnTo>
                    <a:pt x="6751" y="6239"/>
                  </a:lnTo>
                  <a:lnTo>
                    <a:pt x="6239" y="5739"/>
                  </a:lnTo>
                  <a:lnTo>
                    <a:pt x="5953" y="5465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16"/>
            <p:cNvSpPr/>
            <p:nvPr/>
          </p:nvSpPr>
          <p:spPr>
            <a:xfrm>
              <a:off x="4185325" y="4269100"/>
              <a:ext cx="69975" cy="142300"/>
            </a:xfrm>
            <a:custGeom>
              <a:avLst/>
              <a:gdLst/>
              <a:ahLst/>
              <a:cxnLst/>
              <a:rect l="l" t="t" r="r" b="b"/>
              <a:pathLst>
                <a:path w="2799" h="5692" extrusionOk="0">
                  <a:moveTo>
                    <a:pt x="1" y="1"/>
                  </a:moveTo>
                  <a:lnTo>
                    <a:pt x="2430" y="5692"/>
                  </a:lnTo>
                  <a:lnTo>
                    <a:pt x="2799" y="5692"/>
                  </a:lnTo>
                  <a:lnTo>
                    <a:pt x="572" y="4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16"/>
            <p:cNvSpPr/>
            <p:nvPr/>
          </p:nvSpPr>
          <p:spPr>
            <a:xfrm>
              <a:off x="4174625" y="4240475"/>
              <a:ext cx="9550" cy="5725"/>
            </a:xfrm>
            <a:custGeom>
              <a:avLst/>
              <a:gdLst/>
              <a:ahLst/>
              <a:cxnLst/>
              <a:rect l="l" t="t" r="r" b="b"/>
              <a:pathLst>
                <a:path w="382" h="229" extrusionOk="0">
                  <a:moveTo>
                    <a:pt x="180" y="1"/>
                  </a:moveTo>
                  <a:cubicBezTo>
                    <a:pt x="159" y="1"/>
                    <a:pt x="138" y="5"/>
                    <a:pt x="119" y="15"/>
                  </a:cubicBezTo>
                  <a:lnTo>
                    <a:pt x="107" y="15"/>
                  </a:lnTo>
                  <a:cubicBezTo>
                    <a:pt x="48" y="38"/>
                    <a:pt x="0" y="98"/>
                    <a:pt x="0" y="169"/>
                  </a:cubicBezTo>
                  <a:cubicBezTo>
                    <a:pt x="60" y="158"/>
                    <a:pt x="119" y="158"/>
                    <a:pt x="167" y="158"/>
                  </a:cubicBezTo>
                  <a:cubicBezTo>
                    <a:pt x="250" y="158"/>
                    <a:pt x="322" y="193"/>
                    <a:pt x="381" y="229"/>
                  </a:cubicBezTo>
                  <a:lnTo>
                    <a:pt x="322" y="98"/>
                  </a:lnTo>
                  <a:cubicBezTo>
                    <a:pt x="304" y="36"/>
                    <a:pt x="241" y="1"/>
                    <a:pt x="18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16"/>
            <p:cNvSpPr/>
            <p:nvPr/>
          </p:nvSpPr>
          <p:spPr>
            <a:xfrm>
              <a:off x="4599075" y="4353050"/>
              <a:ext cx="37825" cy="58350"/>
            </a:xfrm>
            <a:custGeom>
              <a:avLst/>
              <a:gdLst/>
              <a:ahLst/>
              <a:cxnLst/>
              <a:rect l="l" t="t" r="r" b="b"/>
              <a:pathLst>
                <a:path w="1513" h="2334" extrusionOk="0">
                  <a:moveTo>
                    <a:pt x="274" y="0"/>
                  </a:moveTo>
                  <a:cubicBezTo>
                    <a:pt x="203" y="72"/>
                    <a:pt x="96" y="119"/>
                    <a:pt x="0" y="155"/>
                  </a:cubicBezTo>
                  <a:lnTo>
                    <a:pt x="1120" y="2334"/>
                  </a:lnTo>
                  <a:lnTo>
                    <a:pt x="1513" y="2334"/>
                  </a:lnTo>
                  <a:lnTo>
                    <a:pt x="334" y="48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16"/>
            <p:cNvSpPr/>
            <p:nvPr/>
          </p:nvSpPr>
          <p:spPr>
            <a:xfrm>
              <a:off x="4185025" y="4263750"/>
              <a:ext cx="182500" cy="147650"/>
            </a:xfrm>
            <a:custGeom>
              <a:avLst/>
              <a:gdLst/>
              <a:ahLst/>
              <a:cxnLst/>
              <a:rect l="l" t="t" r="r" b="b"/>
              <a:pathLst>
                <a:path w="7300" h="5906" extrusionOk="0">
                  <a:moveTo>
                    <a:pt x="179" y="0"/>
                  </a:moveTo>
                  <a:cubicBezTo>
                    <a:pt x="132" y="96"/>
                    <a:pt x="72" y="155"/>
                    <a:pt x="1" y="215"/>
                  </a:cubicBezTo>
                  <a:lnTo>
                    <a:pt x="549" y="691"/>
                  </a:lnTo>
                  <a:lnTo>
                    <a:pt x="6776" y="5906"/>
                  </a:lnTo>
                  <a:lnTo>
                    <a:pt x="7299" y="5906"/>
                  </a:lnTo>
                  <a:lnTo>
                    <a:pt x="299" y="36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16"/>
            <p:cNvSpPr/>
            <p:nvPr/>
          </p:nvSpPr>
          <p:spPr>
            <a:xfrm>
              <a:off x="4189800" y="4255125"/>
              <a:ext cx="386375" cy="83950"/>
            </a:xfrm>
            <a:custGeom>
              <a:avLst/>
              <a:gdLst/>
              <a:ahLst/>
              <a:cxnLst/>
              <a:rect l="l" t="t" r="r" b="b"/>
              <a:pathLst>
                <a:path w="15455" h="3358" extrusionOk="0">
                  <a:moveTo>
                    <a:pt x="36" y="0"/>
                  </a:moveTo>
                  <a:lnTo>
                    <a:pt x="36" y="0"/>
                  </a:lnTo>
                  <a:cubicBezTo>
                    <a:pt x="48" y="48"/>
                    <a:pt x="48" y="107"/>
                    <a:pt x="48" y="155"/>
                  </a:cubicBezTo>
                  <a:cubicBezTo>
                    <a:pt x="48" y="214"/>
                    <a:pt x="24" y="286"/>
                    <a:pt x="0" y="334"/>
                  </a:cubicBezTo>
                  <a:lnTo>
                    <a:pt x="143" y="381"/>
                  </a:lnTo>
                  <a:lnTo>
                    <a:pt x="15395" y="3358"/>
                  </a:lnTo>
                  <a:lnTo>
                    <a:pt x="15395" y="3262"/>
                  </a:lnTo>
                  <a:cubicBezTo>
                    <a:pt x="15407" y="3179"/>
                    <a:pt x="15419" y="3084"/>
                    <a:pt x="15455" y="3012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16"/>
            <p:cNvSpPr/>
            <p:nvPr/>
          </p:nvSpPr>
          <p:spPr>
            <a:xfrm>
              <a:off x="4185925" y="3740775"/>
              <a:ext cx="804900" cy="513475"/>
            </a:xfrm>
            <a:custGeom>
              <a:avLst/>
              <a:gdLst/>
              <a:ahLst/>
              <a:cxnLst/>
              <a:rect l="l" t="t" r="r" b="b"/>
              <a:pathLst>
                <a:path w="32196" h="20539" extrusionOk="0">
                  <a:moveTo>
                    <a:pt x="32017" y="0"/>
                  </a:moveTo>
                  <a:lnTo>
                    <a:pt x="1" y="20265"/>
                  </a:lnTo>
                  <a:cubicBezTo>
                    <a:pt x="84" y="20324"/>
                    <a:pt x="155" y="20431"/>
                    <a:pt x="191" y="20538"/>
                  </a:cubicBezTo>
                  <a:lnTo>
                    <a:pt x="32195" y="274"/>
                  </a:lnTo>
                  <a:cubicBezTo>
                    <a:pt x="32124" y="203"/>
                    <a:pt x="32052" y="95"/>
                    <a:pt x="3201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16"/>
            <p:cNvSpPr/>
            <p:nvPr/>
          </p:nvSpPr>
          <p:spPr>
            <a:xfrm>
              <a:off x="4604725" y="4122375"/>
              <a:ext cx="224450" cy="207175"/>
            </a:xfrm>
            <a:custGeom>
              <a:avLst/>
              <a:gdLst/>
              <a:ahLst/>
              <a:cxnLst/>
              <a:rect l="l" t="t" r="r" b="b"/>
              <a:pathLst>
                <a:path w="8978" h="8287" extrusionOk="0">
                  <a:moveTo>
                    <a:pt x="8752" y="0"/>
                  </a:moveTo>
                  <a:lnTo>
                    <a:pt x="1" y="8037"/>
                  </a:lnTo>
                  <a:cubicBezTo>
                    <a:pt x="96" y="8108"/>
                    <a:pt x="167" y="8191"/>
                    <a:pt x="227" y="8287"/>
                  </a:cubicBezTo>
                  <a:lnTo>
                    <a:pt x="8978" y="250"/>
                  </a:lnTo>
                  <a:cubicBezTo>
                    <a:pt x="8907" y="167"/>
                    <a:pt x="8811" y="95"/>
                    <a:pt x="875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16"/>
            <p:cNvSpPr/>
            <p:nvPr/>
          </p:nvSpPr>
          <p:spPr>
            <a:xfrm>
              <a:off x="4727950" y="4136950"/>
              <a:ext cx="125650" cy="274450"/>
            </a:xfrm>
            <a:custGeom>
              <a:avLst/>
              <a:gdLst/>
              <a:ahLst/>
              <a:cxnLst/>
              <a:rect l="l" t="t" r="r" b="b"/>
              <a:pathLst>
                <a:path w="5026" h="10978" extrusionOk="0">
                  <a:moveTo>
                    <a:pt x="4704" y="0"/>
                  </a:moveTo>
                  <a:lnTo>
                    <a:pt x="1" y="10978"/>
                  </a:lnTo>
                  <a:lnTo>
                    <a:pt x="370" y="10978"/>
                  </a:lnTo>
                  <a:lnTo>
                    <a:pt x="5025" y="119"/>
                  </a:lnTo>
                  <a:lnTo>
                    <a:pt x="5025" y="48"/>
                  </a:lnTo>
                  <a:lnTo>
                    <a:pt x="4906" y="48"/>
                  </a:lnTo>
                  <a:cubicBezTo>
                    <a:pt x="4835" y="24"/>
                    <a:pt x="4763" y="24"/>
                    <a:pt x="470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16"/>
            <p:cNvSpPr/>
            <p:nvPr/>
          </p:nvSpPr>
          <p:spPr>
            <a:xfrm>
              <a:off x="4605925" y="4346200"/>
              <a:ext cx="86650" cy="65200"/>
            </a:xfrm>
            <a:custGeom>
              <a:avLst/>
              <a:gdLst/>
              <a:ahLst/>
              <a:cxnLst/>
              <a:rect l="l" t="t" r="r" b="b"/>
              <a:pathLst>
                <a:path w="3466" h="2608" extrusionOk="0">
                  <a:moveTo>
                    <a:pt x="203" y="0"/>
                  </a:moveTo>
                  <a:cubicBezTo>
                    <a:pt x="167" y="108"/>
                    <a:pt x="84" y="203"/>
                    <a:pt x="0" y="274"/>
                  </a:cubicBezTo>
                  <a:lnTo>
                    <a:pt x="60" y="322"/>
                  </a:lnTo>
                  <a:lnTo>
                    <a:pt x="2917" y="2608"/>
                  </a:lnTo>
                  <a:lnTo>
                    <a:pt x="3465" y="2608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16"/>
            <p:cNvSpPr/>
            <p:nvPr/>
          </p:nvSpPr>
          <p:spPr>
            <a:xfrm>
              <a:off x="5016400" y="4244400"/>
              <a:ext cx="9250" cy="167000"/>
            </a:xfrm>
            <a:custGeom>
              <a:avLst/>
              <a:gdLst/>
              <a:ahLst/>
              <a:cxnLst/>
              <a:rect l="l" t="t" r="r" b="b"/>
              <a:pathLst>
                <a:path w="370" h="6680" extrusionOk="0">
                  <a:moveTo>
                    <a:pt x="333" y="1"/>
                  </a:moveTo>
                  <a:cubicBezTo>
                    <a:pt x="262" y="27"/>
                    <a:pt x="177" y="41"/>
                    <a:pt x="89" y="41"/>
                  </a:cubicBezTo>
                  <a:cubicBezTo>
                    <a:pt x="60" y="41"/>
                    <a:pt x="30" y="39"/>
                    <a:pt x="0" y="36"/>
                  </a:cubicBezTo>
                  <a:lnTo>
                    <a:pt x="0" y="36"/>
                  </a:lnTo>
                  <a:lnTo>
                    <a:pt x="24" y="6680"/>
                  </a:lnTo>
                  <a:lnTo>
                    <a:pt x="369" y="6680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16"/>
            <p:cNvSpPr/>
            <p:nvPr/>
          </p:nvSpPr>
          <p:spPr>
            <a:xfrm>
              <a:off x="5021450" y="4188150"/>
              <a:ext cx="3300" cy="3900"/>
            </a:xfrm>
            <a:custGeom>
              <a:avLst/>
              <a:gdLst/>
              <a:ahLst/>
              <a:cxnLst/>
              <a:rect l="l" t="t" r="r" b="b"/>
              <a:pathLst>
                <a:path w="132" h="156" extrusionOk="0">
                  <a:moveTo>
                    <a:pt x="0" y="0"/>
                  </a:moveTo>
                  <a:lnTo>
                    <a:pt x="0" y="119"/>
                  </a:lnTo>
                  <a:lnTo>
                    <a:pt x="12" y="119"/>
                  </a:lnTo>
                  <a:cubicBezTo>
                    <a:pt x="48" y="143"/>
                    <a:pt x="96" y="155"/>
                    <a:pt x="131" y="155"/>
                  </a:cubicBezTo>
                  <a:cubicBezTo>
                    <a:pt x="120" y="84"/>
                    <a:pt x="72" y="24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16"/>
            <p:cNvSpPr/>
            <p:nvPr/>
          </p:nvSpPr>
          <p:spPr>
            <a:xfrm>
              <a:off x="4864275" y="3750900"/>
              <a:ext cx="138450" cy="315225"/>
            </a:xfrm>
            <a:custGeom>
              <a:avLst/>
              <a:gdLst/>
              <a:ahLst/>
              <a:cxnLst/>
              <a:rect l="l" t="t" r="r" b="b"/>
              <a:pathLst>
                <a:path w="5538" h="12609" extrusionOk="0">
                  <a:moveTo>
                    <a:pt x="5216" y="0"/>
                  </a:moveTo>
                  <a:lnTo>
                    <a:pt x="1" y="12490"/>
                  </a:lnTo>
                  <a:cubicBezTo>
                    <a:pt x="132" y="12513"/>
                    <a:pt x="227" y="12549"/>
                    <a:pt x="322" y="12609"/>
                  </a:cubicBezTo>
                  <a:lnTo>
                    <a:pt x="5537" y="95"/>
                  </a:lnTo>
                  <a:lnTo>
                    <a:pt x="5514" y="95"/>
                  </a:lnTo>
                  <a:cubicBezTo>
                    <a:pt x="5406" y="83"/>
                    <a:pt x="5299" y="48"/>
                    <a:pt x="521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16"/>
            <p:cNvSpPr/>
            <p:nvPr/>
          </p:nvSpPr>
          <p:spPr>
            <a:xfrm>
              <a:off x="5003300" y="3753275"/>
              <a:ext cx="18175" cy="439050"/>
            </a:xfrm>
            <a:custGeom>
              <a:avLst/>
              <a:gdLst/>
              <a:ahLst/>
              <a:cxnLst/>
              <a:rect l="l" t="t" r="r" b="b"/>
              <a:pathLst>
                <a:path w="727" h="17562" extrusionOk="0">
                  <a:moveTo>
                    <a:pt x="143" y="0"/>
                  </a:moveTo>
                  <a:cubicBezTo>
                    <a:pt x="111" y="0"/>
                    <a:pt x="74" y="6"/>
                    <a:pt x="42" y="6"/>
                  </a:cubicBezTo>
                  <a:cubicBezTo>
                    <a:pt x="27" y="6"/>
                    <a:pt x="12" y="4"/>
                    <a:pt x="0" y="0"/>
                  </a:cubicBezTo>
                  <a:lnTo>
                    <a:pt x="0" y="0"/>
                  </a:lnTo>
                  <a:lnTo>
                    <a:pt x="381" y="17562"/>
                  </a:lnTo>
                  <a:cubicBezTo>
                    <a:pt x="457" y="17545"/>
                    <a:pt x="539" y="17528"/>
                    <a:pt x="622" y="17528"/>
                  </a:cubicBezTo>
                  <a:cubicBezTo>
                    <a:pt x="657" y="17528"/>
                    <a:pt x="692" y="17531"/>
                    <a:pt x="726" y="17538"/>
                  </a:cubicBezTo>
                  <a:lnTo>
                    <a:pt x="726" y="17419"/>
                  </a:lnTo>
                  <a:lnTo>
                    <a:pt x="357" y="572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16"/>
            <p:cNvSpPr/>
            <p:nvPr/>
          </p:nvSpPr>
          <p:spPr>
            <a:xfrm>
              <a:off x="4886325" y="4112250"/>
              <a:ext cx="111625" cy="96750"/>
            </a:xfrm>
            <a:custGeom>
              <a:avLst/>
              <a:gdLst/>
              <a:ahLst/>
              <a:cxnLst/>
              <a:rect l="l" t="t" r="r" b="b"/>
              <a:pathLst>
                <a:path w="4465" h="3870" extrusionOk="0">
                  <a:moveTo>
                    <a:pt x="155" y="0"/>
                  </a:moveTo>
                  <a:cubicBezTo>
                    <a:pt x="107" y="107"/>
                    <a:pt x="60" y="226"/>
                    <a:pt x="0" y="322"/>
                  </a:cubicBezTo>
                  <a:lnTo>
                    <a:pt x="4310" y="3870"/>
                  </a:lnTo>
                  <a:cubicBezTo>
                    <a:pt x="4346" y="3774"/>
                    <a:pt x="4393" y="3667"/>
                    <a:pt x="4465" y="3572"/>
                  </a:cubicBezTo>
                  <a:lnTo>
                    <a:pt x="15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16"/>
            <p:cNvSpPr/>
            <p:nvPr/>
          </p:nvSpPr>
          <p:spPr>
            <a:xfrm>
              <a:off x="5032450" y="4235775"/>
              <a:ext cx="207800" cy="173550"/>
            </a:xfrm>
            <a:custGeom>
              <a:avLst/>
              <a:gdLst/>
              <a:ahLst/>
              <a:cxnLst/>
              <a:rect l="l" t="t" r="r" b="b"/>
              <a:pathLst>
                <a:path w="8312" h="6942" extrusionOk="0">
                  <a:moveTo>
                    <a:pt x="275" y="0"/>
                  </a:moveTo>
                  <a:cubicBezTo>
                    <a:pt x="191" y="96"/>
                    <a:pt x="96" y="167"/>
                    <a:pt x="1" y="226"/>
                  </a:cubicBezTo>
                  <a:lnTo>
                    <a:pt x="8121" y="6942"/>
                  </a:lnTo>
                  <a:cubicBezTo>
                    <a:pt x="8169" y="6834"/>
                    <a:pt x="8240" y="6751"/>
                    <a:pt x="8312" y="6668"/>
                  </a:cubicBez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16"/>
            <p:cNvSpPr/>
            <p:nvPr/>
          </p:nvSpPr>
          <p:spPr>
            <a:xfrm>
              <a:off x="5006875" y="3750000"/>
              <a:ext cx="242600" cy="651600"/>
            </a:xfrm>
            <a:custGeom>
              <a:avLst/>
              <a:gdLst/>
              <a:ahLst/>
              <a:cxnLst/>
              <a:rect l="l" t="t" r="r" b="b"/>
              <a:pathLst>
                <a:path w="9704" h="26064" extrusionOk="0">
                  <a:moveTo>
                    <a:pt x="333" y="0"/>
                  </a:moveTo>
                  <a:cubicBezTo>
                    <a:pt x="226" y="60"/>
                    <a:pt x="107" y="107"/>
                    <a:pt x="0" y="119"/>
                  </a:cubicBezTo>
                  <a:lnTo>
                    <a:pt x="214" y="679"/>
                  </a:lnTo>
                  <a:lnTo>
                    <a:pt x="9394" y="26063"/>
                  </a:lnTo>
                  <a:cubicBezTo>
                    <a:pt x="9489" y="26004"/>
                    <a:pt x="9585" y="25944"/>
                    <a:pt x="9704" y="25920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16"/>
            <p:cNvSpPr/>
            <p:nvPr/>
          </p:nvSpPr>
          <p:spPr>
            <a:xfrm>
              <a:off x="4991100" y="4191000"/>
              <a:ext cx="56575" cy="53975"/>
            </a:xfrm>
            <a:custGeom>
              <a:avLst/>
              <a:gdLst/>
              <a:ahLst/>
              <a:cxnLst/>
              <a:rect l="l" t="t" r="r" b="b"/>
              <a:pathLst>
                <a:path w="2263" h="2159" extrusionOk="0">
                  <a:moveTo>
                    <a:pt x="1125" y="1"/>
                  </a:moveTo>
                  <a:cubicBezTo>
                    <a:pt x="1037" y="1"/>
                    <a:pt x="950" y="14"/>
                    <a:pt x="869" y="41"/>
                  </a:cubicBezTo>
                  <a:cubicBezTo>
                    <a:pt x="631" y="101"/>
                    <a:pt x="429" y="232"/>
                    <a:pt x="274" y="422"/>
                  </a:cubicBezTo>
                  <a:cubicBezTo>
                    <a:pt x="202" y="517"/>
                    <a:pt x="143" y="624"/>
                    <a:pt x="119" y="720"/>
                  </a:cubicBezTo>
                  <a:cubicBezTo>
                    <a:pt x="83" y="803"/>
                    <a:pt x="71" y="886"/>
                    <a:pt x="60" y="982"/>
                  </a:cubicBezTo>
                  <a:cubicBezTo>
                    <a:pt x="0" y="1577"/>
                    <a:pt x="441" y="2113"/>
                    <a:pt x="1024" y="2148"/>
                  </a:cubicBezTo>
                  <a:cubicBezTo>
                    <a:pt x="1061" y="2156"/>
                    <a:pt x="1098" y="2159"/>
                    <a:pt x="1134" y="2159"/>
                  </a:cubicBezTo>
                  <a:cubicBezTo>
                    <a:pt x="1216" y="2159"/>
                    <a:pt x="1295" y="2145"/>
                    <a:pt x="1369" y="2137"/>
                  </a:cubicBezTo>
                  <a:cubicBezTo>
                    <a:pt x="1464" y="2113"/>
                    <a:pt x="1572" y="2077"/>
                    <a:pt x="1679" y="2017"/>
                  </a:cubicBezTo>
                  <a:cubicBezTo>
                    <a:pt x="1750" y="1958"/>
                    <a:pt x="1845" y="1887"/>
                    <a:pt x="1929" y="1791"/>
                  </a:cubicBezTo>
                  <a:cubicBezTo>
                    <a:pt x="2084" y="1636"/>
                    <a:pt x="2167" y="1422"/>
                    <a:pt x="2203" y="1184"/>
                  </a:cubicBezTo>
                  <a:cubicBezTo>
                    <a:pt x="2262" y="636"/>
                    <a:pt x="1881" y="148"/>
                    <a:pt x="1345" y="29"/>
                  </a:cubicBezTo>
                  <a:cubicBezTo>
                    <a:pt x="1310" y="5"/>
                    <a:pt x="1274" y="5"/>
                    <a:pt x="1226" y="5"/>
                  </a:cubicBezTo>
                  <a:lnTo>
                    <a:pt x="1214" y="5"/>
                  </a:lnTo>
                  <a:cubicBezTo>
                    <a:pt x="1185" y="2"/>
                    <a:pt x="1155" y="1"/>
                    <a:pt x="112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16"/>
            <p:cNvSpPr/>
            <p:nvPr/>
          </p:nvSpPr>
          <p:spPr>
            <a:xfrm>
              <a:off x="4815775" y="4062050"/>
              <a:ext cx="78000" cy="76425"/>
            </a:xfrm>
            <a:custGeom>
              <a:avLst/>
              <a:gdLst/>
              <a:ahLst/>
              <a:cxnLst/>
              <a:rect l="l" t="t" r="r" b="b"/>
              <a:pathLst>
                <a:path w="3120" h="3057" extrusionOk="0">
                  <a:moveTo>
                    <a:pt x="1541" y="0"/>
                  </a:moveTo>
                  <a:cubicBezTo>
                    <a:pt x="769" y="0"/>
                    <a:pt x="102" y="595"/>
                    <a:pt x="24" y="1389"/>
                  </a:cubicBezTo>
                  <a:cubicBezTo>
                    <a:pt x="0" y="1770"/>
                    <a:pt x="107" y="2151"/>
                    <a:pt x="322" y="2425"/>
                  </a:cubicBezTo>
                  <a:cubicBezTo>
                    <a:pt x="405" y="2520"/>
                    <a:pt x="476" y="2604"/>
                    <a:pt x="548" y="2687"/>
                  </a:cubicBezTo>
                  <a:cubicBezTo>
                    <a:pt x="727" y="2842"/>
                    <a:pt x="953" y="2949"/>
                    <a:pt x="1191" y="3008"/>
                  </a:cubicBezTo>
                  <a:cubicBezTo>
                    <a:pt x="1262" y="3020"/>
                    <a:pt x="1322" y="3044"/>
                    <a:pt x="1393" y="3056"/>
                  </a:cubicBezTo>
                  <a:lnTo>
                    <a:pt x="1512" y="3056"/>
                  </a:lnTo>
                  <a:cubicBezTo>
                    <a:pt x="1523" y="3056"/>
                    <a:pt x="1534" y="3056"/>
                    <a:pt x="1545" y="3056"/>
                  </a:cubicBezTo>
                  <a:cubicBezTo>
                    <a:pt x="2068" y="3056"/>
                    <a:pt x="2554" y="2773"/>
                    <a:pt x="2822" y="2353"/>
                  </a:cubicBezTo>
                  <a:cubicBezTo>
                    <a:pt x="2882" y="2246"/>
                    <a:pt x="2941" y="2151"/>
                    <a:pt x="2977" y="2044"/>
                  </a:cubicBezTo>
                  <a:cubicBezTo>
                    <a:pt x="3013" y="1913"/>
                    <a:pt x="3048" y="1770"/>
                    <a:pt x="3060" y="1651"/>
                  </a:cubicBezTo>
                  <a:cubicBezTo>
                    <a:pt x="3120" y="1032"/>
                    <a:pt x="2798" y="448"/>
                    <a:pt x="2274" y="163"/>
                  </a:cubicBezTo>
                  <a:cubicBezTo>
                    <a:pt x="2167" y="103"/>
                    <a:pt x="2072" y="79"/>
                    <a:pt x="1965" y="44"/>
                  </a:cubicBezTo>
                  <a:cubicBezTo>
                    <a:pt x="1870" y="20"/>
                    <a:pt x="1786" y="8"/>
                    <a:pt x="1691" y="8"/>
                  </a:cubicBezTo>
                  <a:cubicBezTo>
                    <a:pt x="1640" y="3"/>
                    <a:pt x="1590" y="0"/>
                    <a:pt x="154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16"/>
            <p:cNvSpPr/>
            <p:nvPr/>
          </p:nvSpPr>
          <p:spPr>
            <a:xfrm>
              <a:off x="2997100" y="4406875"/>
              <a:ext cx="25600" cy="5125"/>
            </a:xfrm>
            <a:custGeom>
              <a:avLst/>
              <a:gdLst/>
              <a:ahLst/>
              <a:cxnLst/>
              <a:rect l="l" t="t" r="r" b="b"/>
              <a:pathLst>
                <a:path w="1024" h="205" extrusionOk="0">
                  <a:moveTo>
                    <a:pt x="540" y="1"/>
                  </a:moveTo>
                  <a:cubicBezTo>
                    <a:pt x="336" y="1"/>
                    <a:pt x="153" y="63"/>
                    <a:pt x="0" y="205"/>
                  </a:cubicBezTo>
                  <a:lnTo>
                    <a:pt x="1024" y="205"/>
                  </a:lnTo>
                  <a:cubicBezTo>
                    <a:pt x="964" y="145"/>
                    <a:pt x="881" y="98"/>
                    <a:pt x="798" y="62"/>
                  </a:cubicBezTo>
                  <a:cubicBezTo>
                    <a:pt x="726" y="26"/>
                    <a:pt x="655" y="2"/>
                    <a:pt x="595" y="2"/>
                  </a:cubicBezTo>
                  <a:cubicBezTo>
                    <a:pt x="577" y="1"/>
                    <a:pt x="558" y="1"/>
                    <a:pt x="54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16"/>
            <p:cNvSpPr/>
            <p:nvPr/>
          </p:nvSpPr>
          <p:spPr>
            <a:xfrm>
              <a:off x="2698250" y="4188575"/>
              <a:ext cx="14300" cy="13925"/>
            </a:xfrm>
            <a:custGeom>
              <a:avLst/>
              <a:gdLst/>
              <a:ahLst/>
              <a:cxnLst/>
              <a:rect l="l" t="t" r="r" b="b"/>
              <a:pathLst>
                <a:path w="572" h="557" extrusionOk="0">
                  <a:moveTo>
                    <a:pt x="264" y="1"/>
                  </a:moveTo>
                  <a:cubicBezTo>
                    <a:pt x="193" y="1"/>
                    <a:pt x="120" y="42"/>
                    <a:pt x="72" y="90"/>
                  </a:cubicBezTo>
                  <a:cubicBezTo>
                    <a:pt x="48" y="138"/>
                    <a:pt x="12" y="186"/>
                    <a:pt x="12" y="245"/>
                  </a:cubicBezTo>
                  <a:cubicBezTo>
                    <a:pt x="0" y="400"/>
                    <a:pt x="107" y="555"/>
                    <a:pt x="250" y="555"/>
                  </a:cubicBezTo>
                  <a:cubicBezTo>
                    <a:pt x="259" y="556"/>
                    <a:pt x="269" y="556"/>
                    <a:pt x="278" y="556"/>
                  </a:cubicBezTo>
                  <a:cubicBezTo>
                    <a:pt x="375" y="556"/>
                    <a:pt x="469" y="500"/>
                    <a:pt x="512" y="424"/>
                  </a:cubicBezTo>
                  <a:cubicBezTo>
                    <a:pt x="524" y="388"/>
                    <a:pt x="536" y="340"/>
                    <a:pt x="548" y="305"/>
                  </a:cubicBezTo>
                  <a:cubicBezTo>
                    <a:pt x="572" y="150"/>
                    <a:pt x="465" y="19"/>
                    <a:pt x="310" y="7"/>
                  </a:cubicBezTo>
                  <a:cubicBezTo>
                    <a:pt x="295" y="3"/>
                    <a:pt x="279" y="1"/>
                    <a:pt x="26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16"/>
            <p:cNvSpPr/>
            <p:nvPr/>
          </p:nvSpPr>
          <p:spPr>
            <a:xfrm>
              <a:off x="3732600" y="4168050"/>
              <a:ext cx="29200" cy="27800"/>
            </a:xfrm>
            <a:custGeom>
              <a:avLst/>
              <a:gdLst/>
              <a:ahLst/>
              <a:cxnLst/>
              <a:rect l="l" t="t" r="r" b="b"/>
              <a:pathLst>
                <a:path w="1168" h="1112" extrusionOk="0">
                  <a:moveTo>
                    <a:pt x="567" y="0"/>
                  </a:moveTo>
                  <a:cubicBezTo>
                    <a:pt x="300" y="0"/>
                    <a:pt x="69" y="223"/>
                    <a:pt x="36" y="495"/>
                  </a:cubicBezTo>
                  <a:cubicBezTo>
                    <a:pt x="0" y="757"/>
                    <a:pt x="179" y="995"/>
                    <a:pt x="417" y="1078"/>
                  </a:cubicBezTo>
                  <a:lnTo>
                    <a:pt x="429" y="1078"/>
                  </a:lnTo>
                  <a:cubicBezTo>
                    <a:pt x="465" y="1090"/>
                    <a:pt x="489" y="1102"/>
                    <a:pt x="524" y="1102"/>
                  </a:cubicBezTo>
                  <a:cubicBezTo>
                    <a:pt x="549" y="1109"/>
                    <a:pt x="574" y="1112"/>
                    <a:pt x="600" y="1112"/>
                  </a:cubicBezTo>
                  <a:cubicBezTo>
                    <a:pt x="661" y="1112"/>
                    <a:pt x="724" y="1095"/>
                    <a:pt x="774" y="1078"/>
                  </a:cubicBezTo>
                  <a:cubicBezTo>
                    <a:pt x="965" y="1007"/>
                    <a:pt x="1108" y="840"/>
                    <a:pt x="1131" y="614"/>
                  </a:cubicBezTo>
                  <a:cubicBezTo>
                    <a:pt x="1167" y="316"/>
                    <a:pt x="941" y="54"/>
                    <a:pt x="643" y="7"/>
                  </a:cubicBezTo>
                  <a:cubicBezTo>
                    <a:pt x="618" y="2"/>
                    <a:pt x="592" y="0"/>
                    <a:pt x="56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16"/>
            <p:cNvSpPr/>
            <p:nvPr/>
          </p:nvSpPr>
          <p:spPr>
            <a:xfrm>
              <a:off x="4574675" y="4319825"/>
              <a:ext cx="37825" cy="38250"/>
            </a:xfrm>
            <a:custGeom>
              <a:avLst/>
              <a:gdLst/>
              <a:ahLst/>
              <a:cxnLst/>
              <a:rect l="l" t="t" r="r" b="b"/>
              <a:pathLst>
                <a:path w="1513" h="1530" extrusionOk="0">
                  <a:moveTo>
                    <a:pt x="731" y="0"/>
                  </a:moveTo>
                  <a:cubicBezTo>
                    <a:pt x="438" y="0"/>
                    <a:pt x="177" y="180"/>
                    <a:pt x="60" y="436"/>
                  </a:cubicBezTo>
                  <a:cubicBezTo>
                    <a:pt x="24" y="508"/>
                    <a:pt x="0" y="603"/>
                    <a:pt x="0" y="686"/>
                  </a:cubicBezTo>
                  <a:lnTo>
                    <a:pt x="0" y="782"/>
                  </a:lnTo>
                  <a:cubicBezTo>
                    <a:pt x="0" y="889"/>
                    <a:pt x="24" y="984"/>
                    <a:pt x="60" y="1079"/>
                  </a:cubicBezTo>
                  <a:cubicBezTo>
                    <a:pt x="95" y="1186"/>
                    <a:pt x="179" y="1270"/>
                    <a:pt x="262" y="1341"/>
                  </a:cubicBezTo>
                  <a:cubicBezTo>
                    <a:pt x="381" y="1448"/>
                    <a:pt x="524" y="1508"/>
                    <a:pt x="679" y="1520"/>
                  </a:cubicBezTo>
                  <a:cubicBezTo>
                    <a:pt x="710" y="1527"/>
                    <a:pt x="742" y="1530"/>
                    <a:pt x="772" y="1530"/>
                  </a:cubicBezTo>
                  <a:cubicBezTo>
                    <a:pt x="847" y="1530"/>
                    <a:pt x="918" y="1513"/>
                    <a:pt x="976" y="1496"/>
                  </a:cubicBezTo>
                  <a:cubicBezTo>
                    <a:pt x="1084" y="1460"/>
                    <a:pt x="1167" y="1401"/>
                    <a:pt x="1250" y="1341"/>
                  </a:cubicBezTo>
                  <a:cubicBezTo>
                    <a:pt x="1334" y="1270"/>
                    <a:pt x="1393" y="1186"/>
                    <a:pt x="1441" y="1079"/>
                  </a:cubicBezTo>
                  <a:cubicBezTo>
                    <a:pt x="1465" y="1008"/>
                    <a:pt x="1488" y="925"/>
                    <a:pt x="1500" y="853"/>
                  </a:cubicBezTo>
                  <a:cubicBezTo>
                    <a:pt x="1512" y="686"/>
                    <a:pt x="1488" y="544"/>
                    <a:pt x="1417" y="424"/>
                  </a:cubicBezTo>
                  <a:cubicBezTo>
                    <a:pt x="1369" y="293"/>
                    <a:pt x="1298" y="198"/>
                    <a:pt x="1203" y="139"/>
                  </a:cubicBezTo>
                  <a:cubicBezTo>
                    <a:pt x="1096" y="67"/>
                    <a:pt x="965" y="8"/>
                    <a:pt x="834" y="8"/>
                  </a:cubicBezTo>
                  <a:cubicBezTo>
                    <a:pt x="799" y="3"/>
                    <a:pt x="765" y="0"/>
                    <a:pt x="73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16"/>
            <p:cNvSpPr/>
            <p:nvPr/>
          </p:nvSpPr>
          <p:spPr>
            <a:xfrm>
              <a:off x="4163600" y="4245300"/>
              <a:ext cx="27400" cy="26400"/>
            </a:xfrm>
            <a:custGeom>
              <a:avLst/>
              <a:gdLst/>
              <a:ahLst/>
              <a:cxnLst/>
              <a:rect l="l" t="t" r="r" b="b"/>
              <a:pathLst>
                <a:path w="1096" h="1056" extrusionOk="0">
                  <a:moveTo>
                    <a:pt x="608" y="0"/>
                  </a:moveTo>
                  <a:cubicBezTo>
                    <a:pt x="548" y="0"/>
                    <a:pt x="501" y="0"/>
                    <a:pt x="453" y="12"/>
                  </a:cubicBezTo>
                  <a:cubicBezTo>
                    <a:pt x="215" y="60"/>
                    <a:pt x="36" y="250"/>
                    <a:pt x="24" y="488"/>
                  </a:cubicBezTo>
                  <a:cubicBezTo>
                    <a:pt x="1" y="560"/>
                    <a:pt x="24" y="667"/>
                    <a:pt x="72" y="750"/>
                  </a:cubicBezTo>
                  <a:cubicBezTo>
                    <a:pt x="120" y="858"/>
                    <a:pt x="203" y="953"/>
                    <a:pt x="310" y="988"/>
                  </a:cubicBezTo>
                  <a:cubicBezTo>
                    <a:pt x="370" y="1024"/>
                    <a:pt x="429" y="1036"/>
                    <a:pt x="501" y="1048"/>
                  </a:cubicBezTo>
                  <a:cubicBezTo>
                    <a:pt x="528" y="1053"/>
                    <a:pt x="555" y="1055"/>
                    <a:pt x="581" y="1055"/>
                  </a:cubicBezTo>
                  <a:cubicBezTo>
                    <a:pt x="681" y="1055"/>
                    <a:pt x="773" y="1021"/>
                    <a:pt x="858" y="965"/>
                  </a:cubicBezTo>
                  <a:lnTo>
                    <a:pt x="870" y="965"/>
                  </a:lnTo>
                  <a:cubicBezTo>
                    <a:pt x="941" y="905"/>
                    <a:pt x="1013" y="846"/>
                    <a:pt x="1048" y="750"/>
                  </a:cubicBezTo>
                  <a:cubicBezTo>
                    <a:pt x="1084" y="691"/>
                    <a:pt x="1096" y="631"/>
                    <a:pt x="1096" y="572"/>
                  </a:cubicBezTo>
                  <a:cubicBezTo>
                    <a:pt x="1096" y="512"/>
                    <a:pt x="1096" y="465"/>
                    <a:pt x="1084" y="429"/>
                  </a:cubicBezTo>
                  <a:cubicBezTo>
                    <a:pt x="1084" y="417"/>
                    <a:pt x="1084" y="393"/>
                    <a:pt x="1072" y="381"/>
                  </a:cubicBezTo>
                  <a:cubicBezTo>
                    <a:pt x="1036" y="262"/>
                    <a:pt x="965" y="179"/>
                    <a:pt x="870" y="96"/>
                  </a:cubicBezTo>
                  <a:cubicBezTo>
                    <a:pt x="858" y="84"/>
                    <a:pt x="846" y="72"/>
                    <a:pt x="834" y="72"/>
                  </a:cubicBezTo>
                  <a:cubicBezTo>
                    <a:pt x="751" y="24"/>
                    <a:pt x="679" y="0"/>
                    <a:pt x="6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16"/>
            <p:cNvSpPr/>
            <p:nvPr/>
          </p:nvSpPr>
          <p:spPr>
            <a:xfrm>
              <a:off x="2754800" y="4228775"/>
              <a:ext cx="27100" cy="27250"/>
            </a:xfrm>
            <a:custGeom>
              <a:avLst/>
              <a:gdLst/>
              <a:ahLst/>
              <a:cxnLst/>
              <a:rect l="l" t="t" r="r" b="b"/>
              <a:pathLst>
                <a:path w="1084" h="1090" extrusionOk="0">
                  <a:moveTo>
                    <a:pt x="516" y="0"/>
                  </a:moveTo>
                  <a:cubicBezTo>
                    <a:pt x="325" y="0"/>
                    <a:pt x="166" y="111"/>
                    <a:pt x="72" y="268"/>
                  </a:cubicBezTo>
                  <a:cubicBezTo>
                    <a:pt x="36" y="328"/>
                    <a:pt x="12" y="399"/>
                    <a:pt x="0" y="495"/>
                  </a:cubicBezTo>
                  <a:cubicBezTo>
                    <a:pt x="0" y="554"/>
                    <a:pt x="0" y="614"/>
                    <a:pt x="12" y="661"/>
                  </a:cubicBezTo>
                  <a:cubicBezTo>
                    <a:pt x="36" y="721"/>
                    <a:pt x="60" y="780"/>
                    <a:pt x="96" y="840"/>
                  </a:cubicBezTo>
                  <a:cubicBezTo>
                    <a:pt x="179" y="971"/>
                    <a:pt x="310" y="1054"/>
                    <a:pt x="489" y="1090"/>
                  </a:cubicBezTo>
                  <a:lnTo>
                    <a:pt x="548" y="1090"/>
                  </a:lnTo>
                  <a:cubicBezTo>
                    <a:pt x="703" y="1090"/>
                    <a:pt x="834" y="1030"/>
                    <a:pt x="929" y="935"/>
                  </a:cubicBezTo>
                  <a:cubicBezTo>
                    <a:pt x="1012" y="852"/>
                    <a:pt x="1084" y="733"/>
                    <a:pt x="1084" y="602"/>
                  </a:cubicBezTo>
                  <a:lnTo>
                    <a:pt x="1084" y="506"/>
                  </a:lnTo>
                  <a:cubicBezTo>
                    <a:pt x="1084" y="387"/>
                    <a:pt x="1048" y="280"/>
                    <a:pt x="965" y="197"/>
                  </a:cubicBezTo>
                  <a:cubicBezTo>
                    <a:pt x="881" y="90"/>
                    <a:pt x="750" y="18"/>
                    <a:pt x="596" y="6"/>
                  </a:cubicBezTo>
                  <a:cubicBezTo>
                    <a:pt x="569" y="2"/>
                    <a:pt x="542" y="0"/>
                    <a:pt x="51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16"/>
            <p:cNvSpPr/>
            <p:nvPr/>
          </p:nvSpPr>
          <p:spPr>
            <a:xfrm>
              <a:off x="2582150" y="4308350"/>
              <a:ext cx="28000" cy="27250"/>
            </a:xfrm>
            <a:custGeom>
              <a:avLst/>
              <a:gdLst/>
              <a:ahLst/>
              <a:cxnLst/>
              <a:rect l="l" t="t" r="r" b="b"/>
              <a:pathLst>
                <a:path w="1120" h="1090" extrusionOk="0">
                  <a:moveTo>
                    <a:pt x="575" y="1"/>
                  </a:moveTo>
                  <a:cubicBezTo>
                    <a:pt x="296" y="1"/>
                    <a:pt x="58" y="208"/>
                    <a:pt x="25" y="491"/>
                  </a:cubicBezTo>
                  <a:cubicBezTo>
                    <a:pt x="1" y="788"/>
                    <a:pt x="215" y="1062"/>
                    <a:pt x="525" y="1086"/>
                  </a:cubicBezTo>
                  <a:cubicBezTo>
                    <a:pt x="545" y="1088"/>
                    <a:pt x="566" y="1090"/>
                    <a:pt x="586" y="1090"/>
                  </a:cubicBezTo>
                  <a:cubicBezTo>
                    <a:pt x="858" y="1090"/>
                    <a:pt x="1087" y="875"/>
                    <a:pt x="1120" y="598"/>
                  </a:cubicBezTo>
                  <a:cubicBezTo>
                    <a:pt x="1120" y="538"/>
                    <a:pt x="1120" y="479"/>
                    <a:pt x="1096" y="431"/>
                  </a:cubicBezTo>
                  <a:cubicBezTo>
                    <a:pt x="1072" y="312"/>
                    <a:pt x="1013" y="217"/>
                    <a:pt x="941" y="133"/>
                  </a:cubicBezTo>
                  <a:cubicBezTo>
                    <a:pt x="858" y="74"/>
                    <a:pt x="775" y="26"/>
                    <a:pt x="679" y="14"/>
                  </a:cubicBezTo>
                  <a:cubicBezTo>
                    <a:pt x="667" y="14"/>
                    <a:pt x="656" y="2"/>
                    <a:pt x="620" y="2"/>
                  </a:cubicBezTo>
                  <a:cubicBezTo>
                    <a:pt x="605" y="1"/>
                    <a:pt x="590" y="1"/>
                    <a:pt x="57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16"/>
            <p:cNvSpPr/>
            <p:nvPr/>
          </p:nvSpPr>
          <p:spPr>
            <a:xfrm>
              <a:off x="3259325" y="4015150"/>
              <a:ext cx="28300" cy="26950"/>
            </a:xfrm>
            <a:custGeom>
              <a:avLst/>
              <a:gdLst/>
              <a:ahLst/>
              <a:cxnLst/>
              <a:rect l="l" t="t" r="r" b="b"/>
              <a:pathLst>
                <a:path w="1132" h="1078" extrusionOk="0">
                  <a:moveTo>
                    <a:pt x="563" y="1"/>
                  </a:moveTo>
                  <a:cubicBezTo>
                    <a:pt x="284" y="1"/>
                    <a:pt x="46" y="208"/>
                    <a:pt x="12" y="491"/>
                  </a:cubicBezTo>
                  <a:cubicBezTo>
                    <a:pt x="0" y="646"/>
                    <a:pt x="48" y="777"/>
                    <a:pt x="155" y="896"/>
                  </a:cubicBezTo>
                  <a:cubicBezTo>
                    <a:pt x="215" y="967"/>
                    <a:pt x="310" y="1027"/>
                    <a:pt x="429" y="1062"/>
                  </a:cubicBezTo>
                  <a:cubicBezTo>
                    <a:pt x="453" y="1062"/>
                    <a:pt x="477" y="1074"/>
                    <a:pt x="489" y="1074"/>
                  </a:cubicBezTo>
                  <a:lnTo>
                    <a:pt x="512" y="1074"/>
                  </a:lnTo>
                  <a:cubicBezTo>
                    <a:pt x="533" y="1076"/>
                    <a:pt x="553" y="1077"/>
                    <a:pt x="572" y="1077"/>
                  </a:cubicBezTo>
                  <a:cubicBezTo>
                    <a:pt x="665" y="1077"/>
                    <a:pt x="745" y="1054"/>
                    <a:pt x="834" y="1015"/>
                  </a:cubicBezTo>
                  <a:cubicBezTo>
                    <a:pt x="989" y="931"/>
                    <a:pt x="1084" y="777"/>
                    <a:pt x="1108" y="598"/>
                  </a:cubicBezTo>
                  <a:cubicBezTo>
                    <a:pt x="1132" y="300"/>
                    <a:pt x="905" y="38"/>
                    <a:pt x="608" y="3"/>
                  </a:cubicBezTo>
                  <a:cubicBezTo>
                    <a:pt x="593" y="2"/>
                    <a:pt x="577" y="1"/>
                    <a:pt x="56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16"/>
            <p:cNvSpPr/>
            <p:nvPr/>
          </p:nvSpPr>
          <p:spPr>
            <a:xfrm>
              <a:off x="5234575" y="4397850"/>
              <a:ext cx="36625" cy="13550"/>
            </a:xfrm>
            <a:custGeom>
              <a:avLst/>
              <a:gdLst/>
              <a:ahLst/>
              <a:cxnLst/>
              <a:rect l="l" t="t" r="r" b="b"/>
              <a:pathLst>
                <a:path w="1465" h="542" extrusionOk="0">
                  <a:moveTo>
                    <a:pt x="736" y="1"/>
                  </a:moveTo>
                  <a:cubicBezTo>
                    <a:pt x="686" y="1"/>
                    <a:pt x="635" y="6"/>
                    <a:pt x="596" y="6"/>
                  </a:cubicBezTo>
                  <a:cubicBezTo>
                    <a:pt x="477" y="30"/>
                    <a:pt x="381" y="66"/>
                    <a:pt x="286" y="149"/>
                  </a:cubicBezTo>
                  <a:cubicBezTo>
                    <a:pt x="262" y="161"/>
                    <a:pt x="238" y="173"/>
                    <a:pt x="227" y="185"/>
                  </a:cubicBezTo>
                  <a:cubicBezTo>
                    <a:pt x="143" y="268"/>
                    <a:pt x="84" y="351"/>
                    <a:pt x="36" y="459"/>
                  </a:cubicBezTo>
                  <a:cubicBezTo>
                    <a:pt x="24" y="482"/>
                    <a:pt x="24" y="518"/>
                    <a:pt x="0" y="542"/>
                  </a:cubicBezTo>
                  <a:lnTo>
                    <a:pt x="1465" y="542"/>
                  </a:lnTo>
                  <a:cubicBezTo>
                    <a:pt x="1370" y="268"/>
                    <a:pt x="1120" y="42"/>
                    <a:pt x="810" y="6"/>
                  </a:cubicBezTo>
                  <a:cubicBezTo>
                    <a:pt x="786" y="2"/>
                    <a:pt x="761" y="1"/>
                    <a:pt x="73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16"/>
            <p:cNvSpPr/>
            <p:nvPr/>
          </p:nvSpPr>
          <p:spPr>
            <a:xfrm>
              <a:off x="4984250" y="3714800"/>
              <a:ext cx="39600" cy="38200"/>
            </a:xfrm>
            <a:custGeom>
              <a:avLst/>
              <a:gdLst/>
              <a:ahLst/>
              <a:cxnLst/>
              <a:rect l="l" t="t" r="r" b="b"/>
              <a:pathLst>
                <a:path w="1584" h="1528" extrusionOk="0">
                  <a:moveTo>
                    <a:pt x="778" y="0"/>
                  </a:moveTo>
                  <a:cubicBezTo>
                    <a:pt x="388" y="0"/>
                    <a:pt x="46" y="289"/>
                    <a:pt x="12" y="694"/>
                  </a:cubicBezTo>
                  <a:cubicBezTo>
                    <a:pt x="0" y="813"/>
                    <a:pt x="12" y="932"/>
                    <a:pt x="60" y="1039"/>
                  </a:cubicBezTo>
                  <a:cubicBezTo>
                    <a:pt x="119" y="1134"/>
                    <a:pt x="179" y="1242"/>
                    <a:pt x="274" y="1313"/>
                  </a:cubicBezTo>
                  <a:cubicBezTo>
                    <a:pt x="310" y="1361"/>
                    <a:pt x="369" y="1408"/>
                    <a:pt x="417" y="1432"/>
                  </a:cubicBezTo>
                  <a:cubicBezTo>
                    <a:pt x="512" y="1480"/>
                    <a:pt x="607" y="1527"/>
                    <a:pt x="715" y="1527"/>
                  </a:cubicBezTo>
                  <a:lnTo>
                    <a:pt x="893" y="1527"/>
                  </a:lnTo>
                  <a:cubicBezTo>
                    <a:pt x="1012" y="1515"/>
                    <a:pt x="1119" y="1468"/>
                    <a:pt x="1203" y="1408"/>
                  </a:cubicBezTo>
                  <a:cubicBezTo>
                    <a:pt x="1381" y="1289"/>
                    <a:pt x="1524" y="1075"/>
                    <a:pt x="1536" y="837"/>
                  </a:cubicBezTo>
                  <a:cubicBezTo>
                    <a:pt x="1584" y="420"/>
                    <a:pt x="1286" y="39"/>
                    <a:pt x="846" y="3"/>
                  </a:cubicBezTo>
                  <a:cubicBezTo>
                    <a:pt x="823" y="1"/>
                    <a:pt x="800" y="0"/>
                    <a:pt x="77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16"/>
            <p:cNvSpPr/>
            <p:nvPr/>
          </p:nvSpPr>
          <p:spPr>
            <a:xfrm>
              <a:off x="3074475" y="4307150"/>
              <a:ext cx="15500" cy="15550"/>
            </a:xfrm>
            <a:custGeom>
              <a:avLst/>
              <a:gdLst/>
              <a:ahLst/>
              <a:cxnLst/>
              <a:rect l="l" t="t" r="r" b="b"/>
              <a:pathLst>
                <a:path w="620" h="622" extrusionOk="0">
                  <a:moveTo>
                    <a:pt x="328" y="0"/>
                  </a:moveTo>
                  <a:cubicBezTo>
                    <a:pt x="264" y="0"/>
                    <a:pt x="195" y="30"/>
                    <a:pt x="144" y="50"/>
                  </a:cubicBezTo>
                  <a:cubicBezTo>
                    <a:pt x="72" y="86"/>
                    <a:pt x="13" y="169"/>
                    <a:pt x="1" y="277"/>
                  </a:cubicBezTo>
                  <a:cubicBezTo>
                    <a:pt x="1" y="300"/>
                    <a:pt x="1" y="336"/>
                    <a:pt x="13" y="360"/>
                  </a:cubicBezTo>
                  <a:cubicBezTo>
                    <a:pt x="24" y="408"/>
                    <a:pt x="48" y="455"/>
                    <a:pt x="60" y="479"/>
                  </a:cubicBezTo>
                  <a:cubicBezTo>
                    <a:pt x="96" y="562"/>
                    <a:pt x="191" y="622"/>
                    <a:pt x="286" y="622"/>
                  </a:cubicBezTo>
                  <a:lnTo>
                    <a:pt x="382" y="622"/>
                  </a:lnTo>
                  <a:cubicBezTo>
                    <a:pt x="465" y="598"/>
                    <a:pt x="536" y="562"/>
                    <a:pt x="560" y="503"/>
                  </a:cubicBezTo>
                  <a:cubicBezTo>
                    <a:pt x="596" y="455"/>
                    <a:pt x="620" y="408"/>
                    <a:pt x="620" y="348"/>
                  </a:cubicBezTo>
                  <a:cubicBezTo>
                    <a:pt x="620" y="300"/>
                    <a:pt x="620" y="265"/>
                    <a:pt x="608" y="217"/>
                  </a:cubicBezTo>
                  <a:cubicBezTo>
                    <a:pt x="584" y="110"/>
                    <a:pt x="489" y="38"/>
                    <a:pt x="382" y="27"/>
                  </a:cubicBezTo>
                  <a:cubicBezTo>
                    <a:pt x="370" y="27"/>
                    <a:pt x="358" y="27"/>
                    <a:pt x="358" y="3"/>
                  </a:cubicBezTo>
                  <a:cubicBezTo>
                    <a:pt x="348" y="1"/>
                    <a:pt x="338" y="0"/>
                    <a:pt x="32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16"/>
            <p:cNvSpPr/>
            <p:nvPr/>
          </p:nvSpPr>
          <p:spPr>
            <a:xfrm>
              <a:off x="3911200" y="4344925"/>
              <a:ext cx="16375" cy="15575"/>
            </a:xfrm>
            <a:custGeom>
              <a:avLst/>
              <a:gdLst/>
              <a:ahLst/>
              <a:cxnLst/>
              <a:rect l="l" t="t" r="r" b="b"/>
              <a:pathLst>
                <a:path w="655" h="623" extrusionOk="0">
                  <a:moveTo>
                    <a:pt x="312" y="1"/>
                  </a:moveTo>
                  <a:cubicBezTo>
                    <a:pt x="167" y="1"/>
                    <a:pt x="55" y="103"/>
                    <a:pt x="12" y="254"/>
                  </a:cubicBezTo>
                  <a:lnTo>
                    <a:pt x="12" y="278"/>
                  </a:lnTo>
                  <a:cubicBezTo>
                    <a:pt x="0" y="456"/>
                    <a:pt x="119" y="611"/>
                    <a:pt x="298" y="623"/>
                  </a:cubicBezTo>
                  <a:lnTo>
                    <a:pt x="405" y="623"/>
                  </a:lnTo>
                  <a:cubicBezTo>
                    <a:pt x="524" y="599"/>
                    <a:pt x="631" y="492"/>
                    <a:pt x="643" y="337"/>
                  </a:cubicBezTo>
                  <a:cubicBezTo>
                    <a:pt x="655" y="159"/>
                    <a:pt x="536" y="16"/>
                    <a:pt x="357" y="4"/>
                  </a:cubicBezTo>
                  <a:cubicBezTo>
                    <a:pt x="342" y="2"/>
                    <a:pt x="327" y="1"/>
                    <a:pt x="31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6" name="Google Shape;2076;p17"/>
          <p:cNvGrpSpPr/>
          <p:nvPr/>
        </p:nvGrpSpPr>
        <p:grpSpPr>
          <a:xfrm flipH="1">
            <a:off x="-167" y="3797070"/>
            <a:ext cx="3253203" cy="1346446"/>
            <a:chOff x="4145150" y="2643900"/>
            <a:chExt cx="1914550" cy="792400"/>
          </a:xfrm>
        </p:grpSpPr>
        <p:sp>
          <p:nvSpPr>
            <p:cNvPr id="2077" name="Google Shape;2077;p17"/>
            <p:cNvSpPr/>
            <p:nvPr/>
          </p:nvSpPr>
          <p:spPr>
            <a:xfrm>
              <a:off x="5202425" y="3311250"/>
              <a:ext cx="149150" cy="50325"/>
            </a:xfrm>
            <a:custGeom>
              <a:avLst/>
              <a:gdLst/>
              <a:ahLst/>
              <a:cxnLst/>
              <a:rect l="l" t="t" r="r" b="b"/>
              <a:pathLst>
                <a:path w="5966" h="2013" extrusionOk="0">
                  <a:moveTo>
                    <a:pt x="0" y="1"/>
                  </a:moveTo>
                  <a:lnTo>
                    <a:pt x="36" y="334"/>
                  </a:lnTo>
                  <a:lnTo>
                    <a:pt x="5870" y="2013"/>
                  </a:lnTo>
                  <a:cubicBezTo>
                    <a:pt x="5858" y="1894"/>
                    <a:pt x="5906" y="1786"/>
                    <a:pt x="5965" y="171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17"/>
            <p:cNvSpPr/>
            <p:nvPr/>
          </p:nvSpPr>
          <p:spPr>
            <a:xfrm>
              <a:off x="5104200" y="3285350"/>
              <a:ext cx="91100" cy="31575"/>
            </a:xfrm>
            <a:custGeom>
              <a:avLst/>
              <a:gdLst/>
              <a:ahLst/>
              <a:cxnLst/>
              <a:rect l="l" t="t" r="r" b="b"/>
              <a:pathLst>
                <a:path w="3644" h="1263" extrusionOk="0">
                  <a:moveTo>
                    <a:pt x="310" y="1"/>
                  </a:moveTo>
                  <a:lnTo>
                    <a:pt x="12" y="132"/>
                  </a:lnTo>
                  <a:lnTo>
                    <a:pt x="0" y="215"/>
                  </a:lnTo>
                  <a:lnTo>
                    <a:pt x="3644" y="1263"/>
                  </a:lnTo>
                  <a:lnTo>
                    <a:pt x="3596" y="929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17"/>
            <p:cNvSpPr/>
            <p:nvPr/>
          </p:nvSpPr>
          <p:spPr>
            <a:xfrm>
              <a:off x="5098850" y="3282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17"/>
            <p:cNvSpPr/>
            <p:nvPr/>
          </p:nvSpPr>
          <p:spPr>
            <a:xfrm>
              <a:off x="5097050" y="3284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17"/>
            <p:cNvSpPr/>
            <p:nvPr/>
          </p:nvSpPr>
          <p:spPr>
            <a:xfrm>
              <a:off x="5317625" y="3080875"/>
              <a:ext cx="235450" cy="109550"/>
            </a:xfrm>
            <a:custGeom>
              <a:avLst/>
              <a:gdLst/>
              <a:ahLst/>
              <a:cxnLst/>
              <a:rect l="l" t="t" r="r" b="b"/>
              <a:pathLst>
                <a:path w="9418" h="4382" extrusionOk="0">
                  <a:moveTo>
                    <a:pt x="9335" y="0"/>
                  </a:moveTo>
                  <a:lnTo>
                    <a:pt x="0" y="4167"/>
                  </a:lnTo>
                  <a:lnTo>
                    <a:pt x="286" y="4382"/>
                  </a:lnTo>
                  <a:lnTo>
                    <a:pt x="9382" y="322"/>
                  </a:lnTo>
                  <a:lnTo>
                    <a:pt x="9418" y="262"/>
                  </a:lnTo>
                  <a:cubicBezTo>
                    <a:pt x="9358" y="179"/>
                    <a:pt x="9335" y="95"/>
                    <a:pt x="933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17"/>
            <p:cNvSpPr/>
            <p:nvPr/>
          </p:nvSpPr>
          <p:spPr>
            <a:xfrm>
              <a:off x="5193500" y="3188625"/>
              <a:ext cx="122950" cy="59850"/>
            </a:xfrm>
            <a:custGeom>
              <a:avLst/>
              <a:gdLst/>
              <a:ahLst/>
              <a:cxnLst/>
              <a:rect l="l" t="t" r="r" b="b"/>
              <a:pathLst>
                <a:path w="4918" h="2394" extrusionOk="0">
                  <a:moveTo>
                    <a:pt x="4644" y="0"/>
                  </a:moveTo>
                  <a:lnTo>
                    <a:pt x="0" y="2060"/>
                  </a:lnTo>
                  <a:lnTo>
                    <a:pt x="36" y="2393"/>
                  </a:lnTo>
                  <a:lnTo>
                    <a:pt x="4918" y="203"/>
                  </a:lnTo>
                  <a:lnTo>
                    <a:pt x="464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17"/>
            <p:cNvSpPr/>
            <p:nvPr/>
          </p:nvSpPr>
          <p:spPr>
            <a:xfrm>
              <a:off x="5097050" y="328445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extrusionOk="0">
                  <a:moveTo>
                    <a:pt x="1" y="13"/>
                  </a:moveTo>
                  <a:lnTo>
                    <a:pt x="1" y="13"/>
                  </a:lnTo>
                  <a:lnTo>
                    <a:pt x="1" y="49"/>
                  </a:lnTo>
                  <a:lnTo>
                    <a:pt x="1" y="13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17"/>
            <p:cNvSpPr/>
            <p:nvPr/>
          </p:nvSpPr>
          <p:spPr>
            <a:xfrm>
              <a:off x="5098550" y="3243975"/>
              <a:ext cx="88425" cy="44675"/>
            </a:xfrm>
            <a:custGeom>
              <a:avLst/>
              <a:gdLst/>
              <a:ahLst/>
              <a:cxnLst/>
              <a:rect l="l" t="t" r="r" b="b"/>
              <a:pathLst>
                <a:path w="3537" h="1787" extrusionOk="0">
                  <a:moveTo>
                    <a:pt x="33" y="1539"/>
                  </a:moveTo>
                  <a:lnTo>
                    <a:pt x="33" y="1539"/>
                  </a:lnTo>
                  <a:cubicBezTo>
                    <a:pt x="21" y="1541"/>
                    <a:pt x="10" y="1544"/>
                    <a:pt x="0" y="1549"/>
                  </a:cubicBezTo>
                  <a:lnTo>
                    <a:pt x="12" y="1549"/>
                  </a:lnTo>
                  <a:lnTo>
                    <a:pt x="33" y="1539"/>
                  </a:lnTo>
                  <a:close/>
                  <a:moveTo>
                    <a:pt x="3501" y="1"/>
                  </a:moveTo>
                  <a:lnTo>
                    <a:pt x="33" y="1539"/>
                  </a:lnTo>
                  <a:lnTo>
                    <a:pt x="33" y="1539"/>
                  </a:lnTo>
                  <a:cubicBezTo>
                    <a:pt x="51" y="1537"/>
                    <a:pt x="69" y="1537"/>
                    <a:pt x="84" y="1537"/>
                  </a:cubicBezTo>
                  <a:cubicBezTo>
                    <a:pt x="191" y="1537"/>
                    <a:pt x="250" y="1608"/>
                    <a:pt x="238" y="1691"/>
                  </a:cubicBezTo>
                  <a:lnTo>
                    <a:pt x="226" y="1787"/>
                  </a:lnTo>
                  <a:lnTo>
                    <a:pt x="536" y="1656"/>
                  </a:lnTo>
                  <a:lnTo>
                    <a:pt x="3536" y="310"/>
                  </a:lnTo>
                  <a:lnTo>
                    <a:pt x="350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17"/>
            <p:cNvSpPr/>
            <p:nvPr/>
          </p:nvSpPr>
          <p:spPr>
            <a:xfrm>
              <a:off x="5098250" y="328267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24" y="1"/>
                  </a:moveTo>
                  <a:cubicBezTo>
                    <a:pt x="12" y="1"/>
                    <a:pt x="12" y="12"/>
                    <a:pt x="0" y="12"/>
                  </a:cubicBezTo>
                  <a:cubicBezTo>
                    <a:pt x="12" y="12"/>
                    <a:pt x="24" y="1"/>
                    <a:pt x="2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17"/>
            <p:cNvSpPr/>
            <p:nvPr/>
          </p:nvSpPr>
          <p:spPr>
            <a:xfrm>
              <a:off x="5097650" y="3283275"/>
              <a:ext cx="625" cy="625"/>
            </a:xfrm>
            <a:custGeom>
              <a:avLst/>
              <a:gdLst/>
              <a:ahLst/>
              <a:cxnLst/>
              <a:rect l="l" t="t" r="r" b="b"/>
              <a:pathLst>
                <a:path w="25" h="25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24"/>
                    <a:pt x="0" y="0"/>
                  </a:cubicBezTo>
                  <a:cubicBezTo>
                    <a:pt x="0" y="0"/>
                    <a:pt x="24" y="0"/>
                    <a:pt x="0" y="0"/>
                  </a:cubicBezTo>
                  <a:cubicBezTo>
                    <a:pt x="24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17"/>
            <p:cNvSpPr/>
            <p:nvPr/>
          </p:nvSpPr>
          <p:spPr>
            <a:xfrm>
              <a:off x="4158250" y="3228800"/>
              <a:ext cx="79800" cy="113125"/>
            </a:xfrm>
            <a:custGeom>
              <a:avLst/>
              <a:gdLst/>
              <a:ahLst/>
              <a:cxnLst/>
              <a:rect l="l" t="t" r="r" b="b"/>
              <a:pathLst>
                <a:path w="3192" h="4525" extrusionOk="0">
                  <a:moveTo>
                    <a:pt x="2917" y="1"/>
                  </a:moveTo>
                  <a:lnTo>
                    <a:pt x="0" y="4442"/>
                  </a:lnTo>
                  <a:cubicBezTo>
                    <a:pt x="96" y="4442"/>
                    <a:pt x="179" y="4477"/>
                    <a:pt x="238" y="4525"/>
                  </a:cubicBezTo>
                  <a:lnTo>
                    <a:pt x="393" y="4430"/>
                  </a:lnTo>
                  <a:lnTo>
                    <a:pt x="3191" y="143"/>
                  </a:lnTo>
                  <a:lnTo>
                    <a:pt x="2917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17"/>
            <p:cNvSpPr/>
            <p:nvPr/>
          </p:nvSpPr>
          <p:spPr>
            <a:xfrm>
              <a:off x="4308850" y="3190700"/>
              <a:ext cx="106000" cy="64325"/>
            </a:xfrm>
            <a:custGeom>
              <a:avLst/>
              <a:gdLst/>
              <a:ahLst/>
              <a:cxnLst/>
              <a:rect l="l" t="t" r="r" b="b"/>
              <a:pathLst>
                <a:path w="4240" h="2573" extrusionOk="0">
                  <a:moveTo>
                    <a:pt x="4192" y="1"/>
                  </a:moveTo>
                  <a:cubicBezTo>
                    <a:pt x="4168" y="1"/>
                    <a:pt x="4168" y="1"/>
                    <a:pt x="4156" y="12"/>
                  </a:cubicBezTo>
                  <a:cubicBezTo>
                    <a:pt x="4168" y="12"/>
                    <a:pt x="4168" y="1"/>
                    <a:pt x="4192" y="1"/>
                  </a:cubicBezTo>
                  <a:close/>
                  <a:moveTo>
                    <a:pt x="4156" y="12"/>
                  </a:moveTo>
                  <a:lnTo>
                    <a:pt x="1" y="2310"/>
                  </a:lnTo>
                  <a:cubicBezTo>
                    <a:pt x="72" y="2382"/>
                    <a:pt x="144" y="2477"/>
                    <a:pt x="156" y="2572"/>
                  </a:cubicBezTo>
                  <a:lnTo>
                    <a:pt x="4240" y="310"/>
                  </a:lnTo>
                  <a:lnTo>
                    <a:pt x="4168" y="286"/>
                  </a:lnTo>
                  <a:cubicBezTo>
                    <a:pt x="4097" y="239"/>
                    <a:pt x="4061" y="155"/>
                    <a:pt x="4097" y="72"/>
                  </a:cubicBezTo>
                  <a:cubicBezTo>
                    <a:pt x="4109" y="48"/>
                    <a:pt x="4132" y="36"/>
                    <a:pt x="4156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17"/>
            <p:cNvSpPr/>
            <p:nvPr/>
          </p:nvSpPr>
          <p:spPr>
            <a:xfrm>
              <a:off x="4410075" y="3190700"/>
              <a:ext cx="176525" cy="91100"/>
            </a:xfrm>
            <a:custGeom>
              <a:avLst/>
              <a:gdLst/>
              <a:ahLst/>
              <a:cxnLst/>
              <a:rect l="l" t="t" r="r" b="b"/>
              <a:pathLst>
                <a:path w="7061" h="3644" extrusionOk="0">
                  <a:moveTo>
                    <a:pt x="119" y="1"/>
                  </a:moveTo>
                  <a:cubicBezTo>
                    <a:pt x="107" y="1"/>
                    <a:pt x="107" y="1"/>
                    <a:pt x="95" y="12"/>
                  </a:cubicBezTo>
                  <a:cubicBezTo>
                    <a:pt x="95" y="36"/>
                    <a:pt x="60" y="48"/>
                    <a:pt x="48" y="72"/>
                  </a:cubicBezTo>
                  <a:cubicBezTo>
                    <a:pt x="0" y="155"/>
                    <a:pt x="48" y="239"/>
                    <a:pt x="119" y="286"/>
                  </a:cubicBezTo>
                  <a:lnTo>
                    <a:pt x="191" y="310"/>
                  </a:lnTo>
                  <a:lnTo>
                    <a:pt x="6977" y="3644"/>
                  </a:lnTo>
                  <a:cubicBezTo>
                    <a:pt x="6965" y="3620"/>
                    <a:pt x="6965" y="3608"/>
                    <a:pt x="6965" y="3572"/>
                  </a:cubicBezTo>
                  <a:cubicBezTo>
                    <a:pt x="6965" y="3489"/>
                    <a:pt x="7001" y="3394"/>
                    <a:pt x="7060" y="3346"/>
                  </a:cubicBezTo>
                  <a:lnTo>
                    <a:pt x="250" y="12"/>
                  </a:lnTo>
                  <a:cubicBezTo>
                    <a:pt x="238" y="12"/>
                    <a:pt x="238" y="12"/>
                    <a:pt x="226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17"/>
            <p:cNvSpPr/>
            <p:nvPr/>
          </p:nvSpPr>
          <p:spPr>
            <a:xfrm>
              <a:off x="4164500" y="3260350"/>
              <a:ext cx="127725" cy="87525"/>
            </a:xfrm>
            <a:custGeom>
              <a:avLst/>
              <a:gdLst/>
              <a:ahLst/>
              <a:cxnLst/>
              <a:rect l="l" t="t" r="r" b="b"/>
              <a:pathLst>
                <a:path w="5109" h="3501" extrusionOk="0">
                  <a:moveTo>
                    <a:pt x="4882" y="1"/>
                  </a:moveTo>
                  <a:lnTo>
                    <a:pt x="131" y="3168"/>
                  </a:lnTo>
                  <a:lnTo>
                    <a:pt x="0" y="3263"/>
                  </a:lnTo>
                  <a:cubicBezTo>
                    <a:pt x="96" y="3322"/>
                    <a:pt x="155" y="3394"/>
                    <a:pt x="191" y="3501"/>
                  </a:cubicBezTo>
                  <a:lnTo>
                    <a:pt x="5108" y="203"/>
                  </a:lnTo>
                  <a:cubicBezTo>
                    <a:pt x="5061" y="167"/>
                    <a:pt x="5037" y="120"/>
                    <a:pt x="5013" y="60"/>
                  </a:cubicBezTo>
                  <a:lnTo>
                    <a:pt x="4882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17"/>
            <p:cNvSpPr/>
            <p:nvPr/>
          </p:nvSpPr>
          <p:spPr>
            <a:xfrm>
              <a:off x="4228800" y="3220775"/>
              <a:ext cx="61325" cy="41400"/>
            </a:xfrm>
            <a:custGeom>
              <a:avLst/>
              <a:gdLst/>
              <a:ahLst/>
              <a:cxnLst/>
              <a:rect l="l" t="t" r="r" b="b"/>
              <a:pathLst>
                <a:path w="2453" h="1656" extrusionOk="0">
                  <a:moveTo>
                    <a:pt x="203" y="0"/>
                  </a:moveTo>
                  <a:cubicBezTo>
                    <a:pt x="167" y="0"/>
                    <a:pt x="143" y="0"/>
                    <a:pt x="107" y="24"/>
                  </a:cubicBezTo>
                  <a:cubicBezTo>
                    <a:pt x="83" y="36"/>
                    <a:pt x="72" y="48"/>
                    <a:pt x="48" y="83"/>
                  </a:cubicBezTo>
                  <a:cubicBezTo>
                    <a:pt x="0" y="155"/>
                    <a:pt x="36" y="238"/>
                    <a:pt x="107" y="286"/>
                  </a:cubicBezTo>
                  <a:lnTo>
                    <a:pt x="119" y="298"/>
                  </a:lnTo>
                  <a:lnTo>
                    <a:pt x="393" y="452"/>
                  </a:lnTo>
                  <a:lnTo>
                    <a:pt x="2310" y="1584"/>
                  </a:lnTo>
                  <a:lnTo>
                    <a:pt x="2453" y="1655"/>
                  </a:lnTo>
                  <a:cubicBezTo>
                    <a:pt x="2429" y="1607"/>
                    <a:pt x="2417" y="1572"/>
                    <a:pt x="2417" y="1512"/>
                  </a:cubicBezTo>
                  <a:cubicBezTo>
                    <a:pt x="2417" y="1429"/>
                    <a:pt x="2417" y="1357"/>
                    <a:pt x="2453" y="1298"/>
                  </a:cubicBezTo>
                  <a:lnTo>
                    <a:pt x="619" y="238"/>
                  </a:lnTo>
                  <a:cubicBezTo>
                    <a:pt x="584" y="333"/>
                    <a:pt x="500" y="393"/>
                    <a:pt x="405" y="393"/>
                  </a:cubicBezTo>
                  <a:cubicBezTo>
                    <a:pt x="398" y="394"/>
                    <a:pt x="392" y="394"/>
                    <a:pt x="385" y="394"/>
                  </a:cubicBezTo>
                  <a:cubicBezTo>
                    <a:pt x="262" y="394"/>
                    <a:pt x="155" y="290"/>
                    <a:pt x="155" y="155"/>
                  </a:cubicBezTo>
                  <a:cubicBezTo>
                    <a:pt x="155" y="95"/>
                    <a:pt x="167" y="48"/>
                    <a:pt x="203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17"/>
            <p:cNvSpPr/>
            <p:nvPr/>
          </p:nvSpPr>
          <p:spPr>
            <a:xfrm>
              <a:off x="4302900" y="3265125"/>
              <a:ext cx="222375" cy="130500"/>
            </a:xfrm>
            <a:custGeom>
              <a:avLst/>
              <a:gdLst/>
              <a:ahLst/>
              <a:cxnLst/>
              <a:rect l="l" t="t" r="r" b="b"/>
              <a:pathLst>
                <a:path w="8895" h="5220" extrusionOk="0">
                  <a:moveTo>
                    <a:pt x="322" y="0"/>
                  </a:moveTo>
                  <a:cubicBezTo>
                    <a:pt x="239" y="95"/>
                    <a:pt x="144" y="167"/>
                    <a:pt x="1" y="179"/>
                  </a:cubicBezTo>
                  <a:lnTo>
                    <a:pt x="8776" y="5191"/>
                  </a:lnTo>
                  <a:cubicBezTo>
                    <a:pt x="8793" y="5209"/>
                    <a:pt x="8823" y="5220"/>
                    <a:pt x="8857" y="5220"/>
                  </a:cubicBezTo>
                  <a:cubicBezTo>
                    <a:pt x="8869" y="5220"/>
                    <a:pt x="8882" y="5218"/>
                    <a:pt x="8895" y="5215"/>
                  </a:cubicBezTo>
                  <a:cubicBezTo>
                    <a:pt x="8871" y="5155"/>
                    <a:pt x="8859" y="5096"/>
                    <a:pt x="8847" y="5013"/>
                  </a:cubicBezTo>
                  <a:lnTo>
                    <a:pt x="8847" y="4882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17"/>
            <p:cNvSpPr/>
            <p:nvPr/>
          </p:nvSpPr>
          <p:spPr>
            <a:xfrm>
              <a:off x="4545500" y="3403525"/>
              <a:ext cx="25325" cy="32475"/>
            </a:xfrm>
            <a:custGeom>
              <a:avLst/>
              <a:gdLst/>
              <a:ahLst/>
              <a:cxnLst/>
              <a:rect l="l" t="t" r="r" b="b"/>
              <a:pathLst>
                <a:path w="1013" h="1299" extrusionOk="0">
                  <a:moveTo>
                    <a:pt x="286" y="0"/>
                  </a:moveTo>
                  <a:cubicBezTo>
                    <a:pt x="215" y="60"/>
                    <a:pt x="108" y="108"/>
                    <a:pt x="0" y="131"/>
                  </a:cubicBezTo>
                  <a:lnTo>
                    <a:pt x="655" y="1298"/>
                  </a:lnTo>
                  <a:lnTo>
                    <a:pt x="1012" y="1298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17"/>
            <p:cNvSpPr/>
            <p:nvPr/>
          </p:nvSpPr>
          <p:spPr>
            <a:xfrm>
              <a:off x="4592225" y="3007050"/>
              <a:ext cx="130100" cy="268800"/>
            </a:xfrm>
            <a:custGeom>
              <a:avLst/>
              <a:gdLst/>
              <a:ahLst/>
              <a:cxnLst/>
              <a:rect l="l" t="t" r="r" b="b"/>
              <a:pathLst>
                <a:path w="5204" h="10752" extrusionOk="0">
                  <a:moveTo>
                    <a:pt x="4918" y="0"/>
                  </a:moveTo>
                  <a:lnTo>
                    <a:pt x="1" y="10621"/>
                  </a:lnTo>
                  <a:cubicBezTo>
                    <a:pt x="84" y="10621"/>
                    <a:pt x="179" y="10680"/>
                    <a:pt x="215" y="10752"/>
                  </a:cubicBezTo>
                  <a:cubicBezTo>
                    <a:pt x="239" y="10740"/>
                    <a:pt x="251" y="10740"/>
                    <a:pt x="263" y="10740"/>
                  </a:cubicBezTo>
                  <a:lnTo>
                    <a:pt x="5204" y="119"/>
                  </a:lnTo>
                  <a:cubicBezTo>
                    <a:pt x="5097" y="96"/>
                    <a:pt x="5001" y="60"/>
                    <a:pt x="491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17"/>
            <p:cNvSpPr/>
            <p:nvPr/>
          </p:nvSpPr>
          <p:spPr>
            <a:xfrm>
              <a:off x="4545500" y="3284450"/>
              <a:ext cx="48550" cy="91125"/>
            </a:xfrm>
            <a:custGeom>
              <a:avLst/>
              <a:gdLst/>
              <a:ahLst/>
              <a:cxnLst/>
              <a:rect l="l" t="t" r="r" b="b"/>
              <a:pathLst>
                <a:path w="1942" h="3645" extrusionOk="0">
                  <a:moveTo>
                    <a:pt x="1620" y="1"/>
                  </a:moveTo>
                  <a:lnTo>
                    <a:pt x="0" y="3513"/>
                  </a:lnTo>
                  <a:cubicBezTo>
                    <a:pt x="108" y="3549"/>
                    <a:pt x="191" y="3585"/>
                    <a:pt x="286" y="3644"/>
                  </a:cubicBezTo>
                  <a:lnTo>
                    <a:pt x="1941" y="72"/>
                  </a:lnTo>
                  <a:cubicBezTo>
                    <a:pt x="1905" y="72"/>
                    <a:pt x="1882" y="96"/>
                    <a:pt x="1846" y="96"/>
                  </a:cubicBezTo>
                  <a:cubicBezTo>
                    <a:pt x="1837" y="97"/>
                    <a:pt x="1829" y="98"/>
                    <a:pt x="1820" y="98"/>
                  </a:cubicBezTo>
                  <a:cubicBezTo>
                    <a:pt x="1748" y="98"/>
                    <a:pt x="1684" y="54"/>
                    <a:pt x="162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17"/>
            <p:cNvSpPr/>
            <p:nvPr/>
          </p:nvSpPr>
          <p:spPr>
            <a:xfrm>
              <a:off x="4597575" y="3275225"/>
              <a:ext cx="212850" cy="99450"/>
            </a:xfrm>
            <a:custGeom>
              <a:avLst/>
              <a:gdLst/>
              <a:ahLst/>
              <a:cxnLst/>
              <a:rect l="l" t="t" r="r" b="b"/>
              <a:pathLst>
                <a:path w="8514" h="3978" extrusionOk="0">
                  <a:moveTo>
                    <a:pt x="49" y="1"/>
                  </a:moveTo>
                  <a:cubicBezTo>
                    <a:pt x="37" y="1"/>
                    <a:pt x="25" y="13"/>
                    <a:pt x="1" y="13"/>
                  </a:cubicBezTo>
                  <a:cubicBezTo>
                    <a:pt x="25" y="49"/>
                    <a:pt x="37" y="84"/>
                    <a:pt x="37" y="132"/>
                  </a:cubicBezTo>
                  <a:cubicBezTo>
                    <a:pt x="37" y="191"/>
                    <a:pt x="25" y="239"/>
                    <a:pt x="1" y="275"/>
                  </a:cubicBezTo>
                  <a:lnTo>
                    <a:pt x="25" y="275"/>
                  </a:lnTo>
                  <a:lnTo>
                    <a:pt x="8383" y="3978"/>
                  </a:lnTo>
                  <a:cubicBezTo>
                    <a:pt x="8419" y="3870"/>
                    <a:pt x="8454" y="3775"/>
                    <a:pt x="8514" y="3692"/>
                  </a:cubicBezTo>
                  <a:lnTo>
                    <a:pt x="144" y="13"/>
                  </a:lnTo>
                  <a:cubicBezTo>
                    <a:pt x="108" y="1"/>
                    <a:pt x="84" y="1"/>
                    <a:pt x="4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17"/>
            <p:cNvSpPr/>
            <p:nvPr/>
          </p:nvSpPr>
          <p:spPr>
            <a:xfrm>
              <a:off x="4838700" y="3381500"/>
              <a:ext cx="124725" cy="54200"/>
            </a:xfrm>
            <a:custGeom>
              <a:avLst/>
              <a:gdLst/>
              <a:ahLst/>
              <a:cxnLst/>
              <a:rect l="l" t="t" r="r" b="b"/>
              <a:pathLst>
                <a:path w="4989" h="2168" extrusionOk="0">
                  <a:moveTo>
                    <a:pt x="119" y="0"/>
                  </a:moveTo>
                  <a:cubicBezTo>
                    <a:pt x="107" y="108"/>
                    <a:pt x="60" y="191"/>
                    <a:pt x="0" y="286"/>
                  </a:cubicBezTo>
                  <a:lnTo>
                    <a:pt x="4227" y="2167"/>
                  </a:lnTo>
                  <a:lnTo>
                    <a:pt x="4989" y="216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17"/>
            <p:cNvSpPr/>
            <p:nvPr/>
          </p:nvSpPr>
          <p:spPr>
            <a:xfrm>
              <a:off x="4723500" y="3007350"/>
              <a:ext cx="99725" cy="355725"/>
            </a:xfrm>
            <a:custGeom>
              <a:avLst/>
              <a:gdLst/>
              <a:ahLst/>
              <a:cxnLst/>
              <a:rect l="l" t="t" r="r" b="b"/>
              <a:pathLst>
                <a:path w="3989" h="14229" extrusionOk="0">
                  <a:moveTo>
                    <a:pt x="274" y="0"/>
                  </a:moveTo>
                  <a:cubicBezTo>
                    <a:pt x="227" y="72"/>
                    <a:pt x="119" y="107"/>
                    <a:pt x="0" y="107"/>
                  </a:cubicBezTo>
                  <a:lnTo>
                    <a:pt x="3691" y="14228"/>
                  </a:lnTo>
                  <a:cubicBezTo>
                    <a:pt x="3775" y="14181"/>
                    <a:pt x="3882" y="14157"/>
                    <a:pt x="3989" y="14133"/>
                  </a:cubicBez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17"/>
            <p:cNvSpPr/>
            <p:nvPr/>
          </p:nvSpPr>
          <p:spPr>
            <a:xfrm>
              <a:off x="4825300" y="3394600"/>
              <a:ext cx="18475" cy="41100"/>
            </a:xfrm>
            <a:custGeom>
              <a:avLst/>
              <a:gdLst/>
              <a:ahLst/>
              <a:cxnLst/>
              <a:rect l="l" t="t" r="r" b="b"/>
              <a:pathLst>
                <a:path w="739" h="1644" extrusionOk="0">
                  <a:moveTo>
                    <a:pt x="274" y="0"/>
                  </a:moveTo>
                  <a:cubicBezTo>
                    <a:pt x="203" y="48"/>
                    <a:pt x="107" y="72"/>
                    <a:pt x="0" y="72"/>
                  </a:cubicBezTo>
                  <a:lnTo>
                    <a:pt x="417" y="1643"/>
                  </a:lnTo>
                  <a:lnTo>
                    <a:pt x="738" y="1643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17"/>
            <p:cNvSpPr/>
            <p:nvPr/>
          </p:nvSpPr>
          <p:spPr>
            <a:xfrm>
              <a:off x="5078300" y="3281775"/>
              <a:ext cx="26825" cy="153325"/>
            </a:xfrm>
            <a:custGeom>
              <a:avLst/>
              <a:gdLst/>
              <a:ahLst/>
              <a:cxnLst/>
              <a:rect l="l" t="t" r="r" b="b"/>
              <a:pathLst>
                <a:path w="1073" h="6133" extrusionOk="0">
                  <a:moveTo>
                    <a:pt x="929" y="1"/>
                  </a:moveTo>
                  <a:cubicBezTo>
                    <a:pt x="894" y="1"/>
                    <a:pt x="870" y="1"/>
                    <a:pt x="834" y="13"/>
                  </a:cubicBezTo>
                  <a:cubicBezTo>
                    <a:pt x="822" y="13"/>
                    <a:pt x="822" y="37"/>
                    <a:pt x="810" y="37"/>
                  </a:cubicBezTo>
                  <a:lnTo>
                    <a:pt x="786" y="48"/>
                  </a:lnTo>
                  <a:lnTo>
                    <a:pt x="786" y="60"/>
                  </a:lnTo>
                  <a:cubicBezTo>
                    <a:pt x="786" y="60"/>
                    <a:pt x="786" y="84"/>
                    <a:pt x="774" y="84"/>
                  </a:cubicBezTo>
                  <a:lnTo>
                    <a:pt x="774" y="96"/>
                  </a:lnTo>
                  <a:cubicBezTo>
                    <a:pt x="774" y="108"/>
                    <a:pt x="774" y="108"/>
                    <a:pt x="763" y="120"/>
                  </a:cubicBezTo>
                  <a:lnTo>
                    <a:pt x="1" y="6133"/>
                  </a:lnTo>
                  <a:lnTo>
                    <a:pt x="322" y="6133"/>
                  </a:lnTo>
                  <a:lnTo>
                    <a:pt x="1036" y="358"/>
                  </a:lnTo>
                  <a:lnTo>
                    <a:pt x="1048" y="275"/>
                  </a:lnTo>
                  <a:lnTo>
                    <a:pt x="1060" y="179"/>
                  </a:lnTo>
                  <a:cubicBezTo>
                    <a:pt x="1072" y="96"/>
                    <a:pt x="1013" y="13"/>
                    <a:pt x="92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17"/>
            <p:cNvSpPr/>
            <p:nvPr/>
          </p:nvSpPr>
          <p:spPr>
            <a:xfrm>
              <a:off x="5165975" y="3082950"/>
              <a:ext cx="51650" cy="352750"/>
            </a:xfrm>
            <a:custGeom>
              <a:avLst/>
              <a:gdLst/>
              <a:ahLst/>
              <a:cxnLst/>
              <a:rect l="l" t="t" r="r" b="b"/>
              <a:pathLst>
                <a:path w="2066" h="14110" extrusionOk="0">
                  <a:moveTo>
                    <a:pt x="6" y="0"/>
                  </a:moveTo>
                  <a:cubicBezTo>
                    <a:pt x="0" y="28"/>
                    <a:pt x="5" y="56"/>
                    <a:pt x="16" y="81"/>
                  </a:cubicBezTo>
                  <a:lnTo>
                    <a:pt x="16" y="81"/>
                  </a:lnTo>
                  <a:lnTo>
                    <a:pt x="6" y="0"/>
                  </a:lnTo>
                  <a:close/>
                  <a:moveTo>
                    <a:pt x="16" y="81"/>
                  </a:moveTo>
                  <a:lnTo>
                    <a:pt x="792" y="6430"/>
                  </a:lnTo>
                  <a:lnTo>
                    <a:pt x="839" y="6739"/>
                  </a:lnTo>
                  <a:lnTo>
                    <a:pt x="1125" y="9025"/>
                  </a:lnTo>
                  <a:lnTo>
                    <a:pt x="1173" y="9359"/>
                  </a:lnTo>
                  <a:lnTo>
                    <a:pt x="1756" y="14109"/>
                  </a:lnTo>
                  <a:lnTo>
                    <a:pt x="2066" y="14109"/>
                  </a:lnTo>
                  <a:lnTo>
                    <a:pt x="1482" y="9442"/>
                  </a:lnTo>
                  <a:lnTo>
                    <a:pt x="1435" y="9121"/>
                  </a:lnTo>
                  <a:lnTo>
                    <a:pt x="1125" y="6608"/>
                  </a:lnTo>
                  <a:lnTo>
                    <a:pt x="1077" y="6287"/>
                  </a:lnTo>
                  <a:lnTo>
                    <a:pt x="351" y="358"/>
                  </a:lnTo>
                  <a:lnTo>
                    <a:pt x="65" y="143"/>
                  </a:lnTo>
                  <a:cubicBezTo>
                    <a:pt x="46" y="131"/>
                    <a:pt x="28" y="108"/>
                    <a:pt x="16" y="8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17"/>
            <p:cNvSpPr/>
            <p:nvPr/>
          </p:nvSpPr>
          <p:spPr>
            <a:xfrm>
              <a:off x="5303025" y="3368700"/>
              <a:ext cx="54800" cy="67000"/>
            </a:xfrm>
            <a:custGeom>
              <a:avLst/>
              <a:gdLst/>
              <a:ahLst/>
              <a:cxnLst/>
              <a:rect l="l" t="t" r="r" b="b"/>
              <a:pathLst>
                <a:path w="2192" h="2680" extrusionOk="0">
                  <a:moveTo>
                    <a:pt x="1941" y="0"/>
                  </a:moveTo>
                  <a:lnTo>
                    <a:pt x="1" y="2679"/>
                  </a:lnTo>
                  <a:lnTo>
                    <a:pt x="382" y="2679"/>
                  </a:lnTo>
                  <a:lnTo>
                    <a:pt x="2192" y="179"/>
                  </a:lnTo>
                  <a:cubicBezTo>
                    <a:pt x="2084" y="143"/>
                    <a:pt x="2001" y="84"/>
                    <a:pt x="194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17"/>
            <p:cNvSpPr/>
            <p:nvPr/>
          </p:nvSpPr>
          <p:spPr>
            <a:xfrm>
              <a:off x="5430125" y="3087425"/>
              <a:ext cx="129500" cy="180700"/>
            </a:xfrm>
            <a:custGeom>
              <a:avLst/>
              <a:gdLst/>
              <a:ahLst/>
              <a:cxnLst/>
              <a:rect l="l" t="t" r="r" b="b"/>
              <a:pathLst>
                <a:path w="5180" h="7228" extrusionOk="0">
                  <a:moveTo>
                    <a:pt x="4918" y="0"/>
                  </a:moveTo>
                  <a:lnTo>
                    <a:pt x="4882" y="60"/>
                  </a:lnTo>
                  <a:lnTo>
                    <a:pt x="156" y="6644"/>
                  </a:lnTo>
                  <a:cubicBezTo>
                    <a:pt x="203" y="6691"/>
                    <a:pt x="239" y="6751"/>
                    <a:pt x="251" y="6834"/>
                  </a:cubicBezTo>
                  <a:cubicBezTo>
                    <a:pt x="251" y="6989"/>
                    <a:pt x="144" y="7120"/>
                    <a:pt x="1" y="7132"/>
                  </a:cubicBezTo>
                  <a:lnTo>
                    <a:pt x="132" y="7227"/>
                  </a:lnTo>
                  <a:lnTo>
                    <a:pt x="5180" y="179"/>
                  </a:lnTo>
                  <a:cubicBezTo>
                    <a:pt x="5061" y="143"/>
                    <a:pt x="4978" y="83"/>
                    <a:pt x="491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17"/>
            <p:cNvSpPr/>
            <p:nvPr/>
          </p:nvSpPr>
          <p:spPr>
            <a:xfrm>
              <a:off x="5365250" y="3269875"/>
              <a:ext cx="63425" cy="84550"/>
            </a:xfrm>
            <a:custGeom>
              <a:avLst/>
              <a:gdLst/>
              <a:ahLst/>
              <a:cxnLst/>
              <a:rect l="l" t="t" r="r" b="b"/>
              <a:pathLst>
                <a:path w="2537" h="3382" extrusionOk="0">
                  <a:moveTo>
                    <a:pt x="2274" y="1"/>
                  </a:moveTo>
                  <a:lnTo>
                    <a:pt x="0" y="3191"/>
                  </a:lnTo>
                  <a:cubicBezTo>
                    <a:pt x="107" y="3215"/>
                    <a:pt x="179" y="3299"/>
                    <a:pt x="238" y="3382"/>
                  </a:cubicBezTo>
                  <a:lnTo>
                    <a:pt x="2536" y="179"/>
                  </a:lnTo>
                  <a:lnTo>
                    <a:pt x="227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17"/>
            <p:cNvSpPr/>
            <p:nvPr/>
          </p:nvSpPr>
          <p:spPr>
            <a:xfrm>
              <a:off x="5372675" y="3356800"/>
              <a:ext cx="248275" cy="56575"/>
            </a:xfrm>
            <a:custGeom>
              <a:avLst/>
              <a:gdLst/>
              <a:ahLst/>
              <a:cxnLst/>
              <a:rect l="l" t="t" r="r" b="b"/>
              <a:pathLst>
                <a:path w="9931" h="2263" extrusionOk="0">
                  <a:moveTo>
                    <a:pt x="1" y="0"/>
                  </a:moveTo>
                  <a:cubicBezTo>
                    <a:pt x="13" y="36"/>
                    <a:pt x="37" y="95"/>
                    <a:pt x="37" y="155"/>
                  </a:cubicBezTo>
                  <a:cubicBezTo>
                    <a:pt x="37" y="203"/>
                    <a:pt x="37" y="262"/>
                    <a:pt x="13" y="310"/>
                  </a:cubicBezTo>
                  <a:lnTo>
                    <a:pt x="9931" y="2262"/>
                  </a:lnTo>
                  <a:lnTo>
                    <a:pt x="9335" y="1822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17"/>
            <p:cNvSpPr/>
            <p:nvPr/>
          </p:nvSpPr>
          <p:spPr>
            <a:xfrm>
              <a:off x="5718250" y="3230300"/>
              <a:ext cx="86350" cy="88125"/>
            </a:xfrm>
            <a:custGeom>
              <a:avLst/>
              <a:gdLst/>
              <a:ahLst/>
              <a:cxnLst/>
              <a:rect l="l" t="t" r="r" b="b"/>
              <a:pathLst>
                <a:path w="3454" h="3525" extrusionOk="0">
                  <a:moveTo>
                    <a:pt x="3370" y="0"/>
                  </a:moveTo>
                  <a:lnTo>
                    <a:pt x="1" y="3250"/>
                  </a:lnTo>
                  <a:lnTo>
                    <a:pt x="168" y="3524"/>
                  </a:lnTo>
                  <a:lnTo>
                    <a:pt x="3454" y="333"/>
                  </a:lnTo>
                  <a:cubicBezTo>
                    <a:pt x="3382" y="298"/>
                    <a:pt x="3335" y="214"/>
                    <a:pt x="3335" y="131"/>
                  </a:cubicBezTo>
                  <a:cubicBezTo>
                    <a:pt x="3335" y="83"/>
                    <a:pt x="3335" y="36"/>
                    <a:pt x="337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17"/>
            <p:cNvSpPr/>
            <p:nvPr/>
          </p:nvSpPr>
          <p:spPr>
            <a:xfrm>
              <a:off x="5808450" y="3104675"/>
              <a:ext cx="128625" cy="124150"/>
            </a:xfrm>
            <a:custGeom>
              <a:avLst/>
              <a:gdLst/>
              <a:ahLst/>
              <a:cxnLst/>
              <a:rect l="l" t="t" r="r" b="b"/>
              <a:pathLst>
                <a:path w="5145" h="4966" extrusionOk="0">
                  <a:moveTo>
                    <a:pt x="4930" y="1"/>
                  </a:moveTo>
                  <a:lnTo>
                    <a:pt x="1" y="4787"/>
                  </a:lnTo>
                  <a:lnTo>
                    <a:pt x="120" y="4870"/>
                  </a:lnTo>
                  <a:cubicBezTo>
                    <a:pt x="167" y="4882"/>
                    <a:pt x="191" y="4906"/>
                    <a:pt x="227" y="4930"/>
                  </a:cubicBezTo>
                  <a:lnTo>
                    <a:pt x="263" y="4966"/>
                  </a:lnTo>
                  <a:lnTo>
                    <a:pt x="5144" y="227"/>
                  </a:lnTo>
                  <a:cubicBezTo>
                    <a:pt x="5061" y="167"/>
                    <a:pt x="4989" y="96"/>
                    <a:pt x="493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17"/>
            <p:cNvSpPr/>
            <p:nvPr/>
          </p:nvSpPr>
          <p:spPr>
            <a:xfrm>
              <a:off x="5622425" y="3317200"/>
              <a:ext cx="94375" cy="92000"/>
            </a:xfrm>
            <a:custGeom>
              <a:avLst/>
              <a:gdLst/>
              <a:ahLst/>
              <a:cxnLst/>
              <a:rect l="l" t="t" r="r" b="b"/>
              <a:pathLst>
                <a:path w="3775" h="3680" extrusionOk="0">
                  <a:moveTo>
                    <a:pt x="3596" y="1"/>
                  </a:moveTo>
                  <a:lnTo>
                    <a:pt x="0" y="3501"/>
                  </a:lnTo>
                  <a:lnTo>
                    <a:pt x="250" y="3680"/>
                  </a:lnTo>
                  <a:lnTo>
                    <a:pt x="3774" y="275"/>
                  </a:lnTo>
                  <a:lnTo>
                    <a:pt x="3596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17"/>
            <p:cNvSpPr/>
            <p:nvPr/>
          </p:nvSpPr>
          <p:spPr>
            <a:xfrm>
              <a:off x="5166700" y="3082050"/>
              <a:ext cx="498600" cy="354250"/>
            </a:xfrm>
            <a:custGeom>
              <a:avLst/>
              <a:gdLst/>
              <a:ahLst/>
              <a:cxnLst/>
              <a:rect l="l" t="t" r="r" b="b"/>
              <a:pathLst>
                <a:path w="19944" h="14170" extrusionOk="0">
                  <a:moveTo>
                    <a:pt x="298" y="1"/>
                  </a:moveTo>
                  <a:cubicBezTo>
                    <a:pt x="239" y="48"/>
                    <a:pt x="155" y="60"/>
                    <a:pt x="72" y="60"/>
                  </a:cubicBezTo>
                  <a:cubicBezTo>
                    <a:pt x="36" y="48"/>
                    <a:pt x="25" y="48"/>
                    <a:pt x="1" y="48"/>
                  </a:cubicBezTo>
                  <a:cubicBezTo>
                    <a:pt x="1" y="108"/>
                    <a:pt x="13" y="156"/>
                    <a:pt x="60" y="191"/>
                  </a:cubicBezTo>
                  <a:lnTo>
                    <a:pt x="334" y="406"/>
                  </a:lnTo>
                  <a:lnTo>
                    <a:pt x="5716" y="4275"/>
                  </a:lnTo>
                  <a:lnTo>
                    <a:pt x="5990" y="4477"/>
                  </a:lnTo>
                  <a:lnTo>
                    <a:pt x="10216" y="7537"/>
                  </a:lnTo>
                  <a:lnTo>
                    <a:pt x="10478" y="7716"/>
                  </a:lnTo>
                  <a:lnTo>
                    <a:pt x="17574" y="12836"/>
                  </a:lnTo>
                  <a:lnTo>
                    <a:pt x="18170" y="13264"/>
                  </a:lnTo>
                  <a:lnTo>
                    <a:pt x="19420" y="14169"/>
                  </a:lnTo>
                  <a:lnTo>
                    <a:pt x="19944" y="14169"/>
                  </a:lnTo>
                  <a:lnTo>
                    <a:pt x="18479" y="13110"/>
                  </a:lnTo>
                  <a:lnTo>
                    <a:pt x="18229" y="12931"/>
                  </a:lnTo>
                  <a:lnTo>
                    <a:pt x="10657" y="7466"/>
                  </a:lnTo>
                  <a:lnTo>
                    <a:pt x="10514" y="7383"/>
                  </a:lnTo>
                  <a:lnTo>
                    <a:pt x="10502" y="7383"/>
                  </a:lnTo>
                  <a:cubicBezTo>
                    <a:pt x="10495" y="7383"/>
                    <a:pt x="10487" y="7384"/>
                    <a:pt x="10480" y="7384"/>
                  </a:cubicBezTo>
                  <a:cubicBezTo>
                    <a:pt x="10347" y="7384"/>
                    <a:pt x="10238" y="7281"/>
                    <a:pt x="10204" y="7156"/>
                  </a:cubicBezTo>
                  <a:lnTo>
                    <a:pt x="7240" y="5013"/>
                  </a:lnTo>
                  <a:cubicBezTo>
                    <a:pt x="7216" y="5025"/>
                    <a:pt x="7180" y="5025"/>
                    <a:pt x="7156" y="5025"/>
                  </a:cubicBezTo>
                  <a:cubicBezTo>
                    <a:pt x="7143" y="5027"/>
                    <a:pt x="7130" y="5028"/>
                    <a:pt x="7117" y="5028"/>
                  </a:cubicBezTo>
                  <a:cubicBezTo>
                    <a:pt x="6978" y="5028"/>
                    <a:pt x="6859" y="4916"/>
                    <a:pt x="6859" y="4763"/>
                  </a:cubicBezTo>
                  <a:lnTo>
                    <a:pt x="6859" y="4728"/>
                  </a:lnTo>
                  <a:lnTo>
                    <a:pt x="6323" y="4347"/>
                  </a:lnTo>
                  <a:lnTo>
                    <a:pt x="6037" y="4132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17"/>
            <p:cNvSpPr/>
            <p:nvPr/>
          </p:nvSpPr>
          <p:spPr>
            <a:xfrm>
              <a:off x="5558725" y="3064225"/>
              <a:ext cx="8950" cy="4750"/>
            </a:xfrm>
            <a:custGeom>
              <a:avLst/>
              <a:gdLst/>
              <a:ahLst/>
              <a:cxnLst/>
              <a:rect l="l" t="t" r="r" b="b"/>
              <a:pathLst>
                <a:path w="358" h="190" extrusionOk="0">
                  <a:moveTo>
                    <a:pt x="146" y="0"/>
                  </a:moveTo>
                  <a:cubicBezTo>
                    <a:pt x="122" y="0"/>
                    <a:pt x="97" y="4"/>
                    <a:pt x="72" y="11"/>
                  </a:cubicBezTo>
                  <a:cubicBezTo>
                    <a:pt x="12" y="47"/>
                    <a:pt x="0" y="107"/>
                    <a:pt x="0" y="166"/>
                  </a:cubicBezTo>
                  <a:cubicBezTo>
                    <a:pt x="48" y="154"/>
                    <a:pt x="95" y="130"/>
                    <a:pt x="131" y="130"/>
                  </a:cubicBezTo>
                  <a:cubicBezTo>
                    <a:pt x="226" y="154"/>
                    <a:pt x="298" y="166"/>
                    <a:pt x="357" y="190"/>
                  </a:cubicBezTo>
                  <a:lnTo>
                    <a:pt x="286" y="71"/>
                  </a:lnTo>
                  <a:cubicBezTo>
                    <a:pt x="253" y="21"/>
                    <a:pt x="202" y="0"/>
                    <a:pt x="14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17"/>
            <p:cNvSpPr/>
            <p:nvPr/>
          </p:nvSpPr>
          <p:spPr>
            <a:xfrm>
              <a:off x="5571525" y="3089200"/>
              <a:ext cx="223250" cy="346500"/>
            </a:xfrm>
            <a:custGeom>
              <a:avLst/>
              <a:gdLst/>
              <a:ahLst/>
              <a:cxnLst/>
              <a:rect l="l" t="t" r="r" b="b"/>
              <a:pathLst>
                <a:path w="8930" h="13860" extrusionOk="0">
                  <a:moveTo>
                    <a:pt x="0" y="0"/>
                  </a:moveTo>
                  <a:lnTo>
                    <a:pt x="5632" y="9121"/>
                  </a:lnTo>
                  <a:lnTo>
                    <a:pt x="5799" y="9395"/>
                  </a:lnTo>
                  <a:lnTo>
                    <a:pt x="8573" y="13859"/>
                  </a:lnTo>
                  <a:lnTo>
                    <a:pt x="8930" y="13859"/>
                  </a:lnTo>
                  <a:lnTo>
                    <a:pt x="6025" y="9168"/>
                  </a:lnTo>
                  <a:lnTo>
                    <a:pt x="5858" y="8894"/>
                  </a:lnTo>
                  <a:lnTo>
                    <a:pt x="560" y="3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17"/>
            <p:cNvSpPr/>
            <p:nvPr/>
          </p:nvSpPr>
          <p:spPr>
            <a:xfrm>
              <a:off x="6055500" y="3242800"/>
              <a:ext cx="4200" cy="14900"/>
            </a:xfrm>
            <a:custGeom>
              <a:avLst/>
              <a:gdLst/>
              <a:ahLst/>
              <a:cxnLst/>
              <a:rect l="l" t="t" r="r" b="b"/>
              <a:pathLst>
                <a:path w="168" h="596" extrusionOk="0">
                  <a:moveTo>
                    <a:pt x="108" y="0"/>
                  </a:moveTo>
                  <a:lnTo>
                    <a:pt x="1" y="393"/>
                  </a:lnTo>
                  <a:lnTo>
                    <a:pt x="167" y="595"/>
                  </a:lnTo>
                  <a:lnTo>
                    <a:pt x="167" y="72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17"/>
            <p:cNvSpPr/>
            <p:nvPr/>
          </p:nvSpPr>
          <p:spPr>
            <a:xfrm>
              <a:off x="5953400" y="3107050"/>
              <a:ext cx="98850" cy="137250"/>
            </a:xfrm>
            <a:custGeom>
              <a:avLst/>
              <a:gdLst/>
              <a:ahLst/>
              <a:cxnLst/>
              <a:rect l="l" t="t" r="r" b="b"/>
              <a:pathLst>
                <a:path w="3954" h="5490" extrusionOk="0">
                  <a:moveTo>
                    <a:pt x="227" y="1"/>
                  </a:moveTo>
                  <a:cubicBezTo>
                    <a:pt x="168" y="72"/>
                    <a:pt x="96" y="132"/>
                    <a:pt x="1" y="179"/>
                  </a:cubicBezTo>
                  <a:lnTo>
                    <a:pt x="3847" y="5490"/>
                  </a:lnTo>
                  <a:lnTo>
                    <a:pt x="3954" y="5109"/>
                  </a:lnTo>
                  <a:lnTo>
                    <a:pt x="287" y="25"/>
                  </a:lnTo>
                  <a:lnTo>
                    <a:pt x="227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17"/>
            <p:cNvSpPr/>
            <p:nvPr/>
          </p:nvSpPr>
          <p:spPr>
            <a:xfrm>
              <a:off x="5571825" y="3083850"/>
              <a:ext cx="239625" cy="146475"/>
            </a:xfrm>
            <a:custGeom>
              <a:avLst/>
              <a:gdLst/>
              <a:ahLst/>
              <a:cxnLst/>
              <a:rect l="l" t="t" r="r" b="b"/>
              <a:pathLst>
                <a:path w="9585" h="5859" extrusionOk="0">
                  <a:moveTo>
                    <a:pt x="131" y="0"/>
                  </a:moveTo>
                  <a:cubicBezTo>
                    <a:pt x="95" y="84"/>
                    <a:pt x="60" y="155"/>
                    <a:pt x="0" y="214"/>
                  </a:cubicBezTo>
                  <a:lnTo>
                    <a:pt x="560" y="560"/>
                  </a:lnTo>
                  <a:lnTo>
                    <a:pt x="9227" y="5858"/>
                  </a:lnTo>
                  <a:cubicBezTo>
                    <a:pt x="9275" y="5763"/>
                    <a:pt x="9358" y="5691"/>
                    <a:pt x="9466" y="5691"/>
                  </a:cubicBezTo>
                  <a:cubicBezTo>
                    <a:pt x="9513" y="5691"/>
                    <a:pt x="9537" y="5691"/>
                    <a:pt x="9585" y="5703"/>
                  </a:cubicBezTo>
                  <a:lnTo>
                    <a:pt x="9466" y="5632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17"/>
            <p:cNvSpPr/>
            <p:nvPr/>
          </p:nvSpPr>
          <p:spPr>
            <a:xfrm>
              <a:off x="5814100" y="3227900"/>
              <a:ext cx="202450" cy="130700"/>
            </a:xfrm>
            <a:custGeom>
              <a:avLst/>
              <a:gdLst/>
              <a:ahLst/>
              <a:cxnLst/>
              <a:rect l="l" t="t" r="r" b="b"/>
              <a:pathLst>
                <a:path w="8098" h="5228" extrusionOk="0">
                  <a:moveTo>
                    <a:pt x="1" y="1"/>
                  </a:moveTo>
                  <a:lnTo>
                    <a:pt x="1" y="1"/>
                  </a:lnTo>
                  <a:cubicBezTo>
                    <a:pt x="37" y="48"/>
                    <a:pt x="84" y="120"/>
                    <a:pt x="84" y="191"/>
                  </a:cubicBezTo>
                  <a:cubicBezTo>
                    <a:pt x="84" y="263"/>
                    <a:pt x="72" y="322"/>
                    <a:pt x="25" y="382"/>
                  </a:cubicBezTo>
                  <a:lnTo>
                    <a:pt x="4263" y="2977"/>
                  </a:lnTo>
                  <a:cubicBezTo>
                    <a:pt x="4311" y="2918"/>
                    <a:pt x="4382" y="2870"/>
                    <a:pt x="4478" y="2870"/>
                  </a:cubicBezTo>
                  <a:cubicBezTo>
                    <a:pt x="4644" y="2870"/>
                    <a:pt x="4775" y="2977"/>
                    <a:pt x="4775" y="3144"/>
                  </a:cubicBezTo>
                  <a:cubicBezTo>
                    <a:pt x="4775" y="3180"/>
                    <a:pt x="4775" y="3227"/>
                    <a:pt x="4739" y="3275"/>
                  </a:cubicBezTo>
                  <a:lnTo>
                    <a:pt x="7942" y="5228"/>
                  </a:lnTo>
                  <a:cubicBezTo>
                    <a:pt x="7954" y="5120"/>
                    <a:pt x="8014" y="5025"/>
                    <a:pt x="8097" y="4954"/>
                  </a:cubicBezTo>
                  <a:lnTo>
                    <a:pt x="37" y="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17"/>
            <p:cNvSpPr/>
            <p:nvPr/>
          </p:nvSpPr>
          <p:spPr>
            <a:xfrm>
              <a:off x="5574500" y="3075800"/>
              <a:ext cx="354825" cy="22650"/>
            </a:xfrm>
            <a:custGeom>
              <a:avLst/>
              <a:gdLst/>
              <a:ahLst/>
              <a:cxnLst/>
              <a:rect l="l" t="t" r="r" b="b"/>
              <a:pathLst>
                <a:path w="14193" h="906" extrusionOk="0">
                  <a:moveTo>
                    <a:pt x="0" y="1"/>
                  </a:moveTo>
                  <a:lnTo>
                    <a:pt x="0" y="1"/>
                  </a:lnTo>
                  <a:cubicBezTo>
                    <a:pt x="12" y="36"/>
                    <a:pt x="24" y="84"/>
                    <a:pt x="24" y="132"/>
                  </a:cubicBezTo>
                  <a:cubicBezTo>
                    <a:pt x="36" y="203"/>
                    <a:pt x="24" y="263"/>
                    <a:pt x="12" y="322"/>
                  </a:cubicBezTo>
                  <a:lnTo>
                    <a:pt x="131" y="322"/>
                  </a:lnTo>
                  <a:lnTo>
                    <a:pt x="14181" y="906"/>
                  </a:lnTo>
                  <a:cubicBezTo>
                    <a:pt x="14181" y="870"/>
                    <a:pt x="14169" y="858"/>
                    <a:pt x="14169" y="834"/>
                  </a:cubicBezTo>
                  <a:cubicBezTo>
                    <a:pt x="14169" y="751"/>
                    <a:pt x="14169" y="667"/>
                    <a:pt x="14193" y="59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17"/>
            <p:cNvSpPr/>
            <p:nvPr/>
          </p:nvSpPr>
          <p:spPr>
            <a:xfrm>
              <a:off x="5569125" y="2643900"/>
              <a:ext cx="490575" cy="431025"/>
            </a:xfrm>
            <a:custGeom>
              <a:avLst/>
              <a:gdLst/>
              <a:ahLst/>
              <a:cxnLst/>
              <a:rect l="l" t="t" r="r" b="b"/>
              <a:pathLst>
                <a:path w="19623" h="17241" extrusionOk="0">
                  <a:moveTo>
                    <a:pt x="19622" y="1"/>
                  </a:moveTo>
                  <a:lnTo>
                    <a:pt x="1" y="17027"/>
                  </a:lnTo>
                  <a:cubicBezTo>
                    <a:pt x="96" y="17074"/>
                    <a:pt x="168" y="17158"/>
                    <a:pt x="215" y="17241"/>
                  </a:cubicBezTo>
                  <a:lnTo>
                    <a:pt x="19622" y="394"/>
                  </a:lnTo>
                  <a:lnTo>
                    <a:pt x="19622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17"/>
            <p:cNvSpPr/>
            <p:nvPr/>
          </p:nvSpPr>
          <p:spPr>
            <a:xfrm>
              <a:off x="5954000" y="2949300"/>
              <a:ext cx="105100" cy="136050"/>
            </a:xfrm>
            <a:custGeom>
              <a:avLst/>
              <a:gdLst/>
              <a:ahLst/>
              <a:cxnLst/>
              <a:rect l="l" t="t" r="r" b="b"/>
              <a:pathLst>
                <a:path w="4204" h="5442" extrusionOk="0">
                  <a:moveTo>
                    <a:pt x="4204" y="1"/>
                  </a:moveTo>
                  <a:lnTo>
                    <a:pt x="1" y="5239"/>
                  </a:lnTo>
                  <a:cubicBezTo>
                    <a:pt x="96" y="5299"/>
                    <a:pt x="179" y="5370"/>
                    <a:pt x="239" y="5442"/>
                  </a:cubicBezTo>
                  <a:lnTo>
                    <a:pt x="4204" y="489"/>
                  </a:lnTo>
                  <a:lnTo>
                    <a:pt x="420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17"/>
            <p:cNvSpPr/>
            <p:nvPr/>
          </p:nvSpPr>
          <p:spPr>
            <a:xfrm>
              <a:off x="6022475" y="3206175"/>
              <a:ext cx="37225" cy="143500"/>
            </a:xfrm>
            <a:custGeom>
              <a:avLst/>
              <a:gdLst/>
              <a:ahLst/>
              <a:cxnLst/>
              <a:rect l="l" t="t" r="r" b="b"/>
              <a:pathLst>
                <a:path w="1489" h="5740" extrusionOk="0">
                  <a:moveTo>
                    <a:pt x="1488" y="1"/>
                  </a:moveTo>
                  <a:lnTo>
                    <a:pt x="1191" y="1132"/>
                  </a:lnTo>
                  <a:lnTo>
                    <a:pt x="1084" y="1525"/>
                  </a:lnTo>
                  <a:lnTo>
                    <a:pt x="0" y="5692"/>
                  </a:lnTo>
                  <a:cubicBezTo>
                    <a:pt x="12" y="5692"/>
                    <a:pt x="24" y="5692"/>
                    <a:pt x="60" y="5680"/>
                  </a:cubicBezTo>
                  <a:cubicBezTo>
                    <a:pt x="143" y="5680"/>
                    <a:pt x="238" y="5692"/>
                    <a:pt x="310" y="5739"/>
                  </a:cubicBezTo>
                  <a:lnTo>
                    <a:pt x="1322" y="1834"/>
                  </a:lnTo>
                  <a:lnTo>
                    <a:pt x="1429" y="1453"/>
                  </a:lnTo>
                  <a:lnTo>
                    <a:pt x="1488" y="1227"/>
                  </a:lnTo>
                  <a:lnTo>
                    <a:pt x="148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17"/>
            <p:cNvSpPr/>
            <p:nvPr/>
          </p:nvSpPr>
          <p:spPr>
            <a:xfrm>
              <a:off x="5959075" y="3100225"/>
              <a:ext cx="100625" cy="64900"/>
            </a:xfrm>
            <a:custGeom>
              <a:avLst/>
              <a:gdLst/>
              <a:ahLst/>
              <a:cxnLst/>
              <a:rect l="l" t="t" r="r" b="b"/>
              <a:pathLst>
                <a:path w="4025" h="2596" extrusionOk="0">
                  <a:moveTo>
                    <a:pt x="155" y="0"/>
                  </a:moveTo>
                  <a:cubicBezTo>
                    <a:pt x="119" y="107"/>
                    <a:pt x="72" y="202"/>
                    <a:pt x="0" y="274"/>
                  </a:cubicBezTo>
                  <a:lnTo>
                    <a:pt x="60" y="298"/>
                  </a:lnTo>
                  <a:lnTo>
                    <a:pt x="4024" y="2596"/>
                  </a:lnTo>
                  <a:lnTo>
                    <a:pt x="4024" y="2238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17"/>
            <p:cNvSpPr/>
            <p:nvPr/>
          </p:nvSpPr>
          <p:spPr>
            <a:xfrm>
              <a:off x="4523175" y="3371975"/>
              <a:ext cx="36625" cy="35750"/>
            </a:xfrm>
            <a:custGeom>
              <a:avLst/>
              <a:gdLst/>
              <a:ahLst/>
              <a:cxnLst/>
              <a:rect l="l" t="t" r="r" b="b"/>
              <a:pathLst>
                <a:path w="1465" h="1430" extrusionOk="0">
                  <a:moveTo>
                    <a:pt x="691" y="0"/>
                  </a:moveTo>
                  <a:cubicBezTo>
                    <a:pt x="334" y="12"/>
                    <a:pt x="60" y="286"/>
                    <a:pt x="24" y="620"/>
                  </a:cubicBezTo>
                  <a:cubicBezTo>
                    <a:pt x="24" y="667"/>
                    <a:pt x="0" y="715"/>
                    <a:pt x="24" y="762"/>
                  </a:cubicBezTo>
                  <a:cubicBezTo>
                    <a:pt x="24" y="834"/>
                    <a:pt x="36" y="893"/>
                    <a:pt x="60" y="953"/>
                  </a:cubicBezTo>
                  <a:cubicBezTo>
                    <a:pt x="164" y="1242"/>
                    <a:pt x="436" y="1430"/>
                    <a:pt x="746" y="1430"/>
                  </a:cubicBezTo>
                  <a:cubicBezTo>
                    <a:pt x="755" y="1430"/>
                    <a:pt x="765" y="1430"/>
                    <a:pt x="774" y="1429"/>
                  </a:cubicBezTo>
                  <a:cubicBezTo>
                    <a:pt x="822" y="1429"/>
                    <a:pt x="870" y="1417"/>
                    <a:pt x="917" y="1417"/>
                  </a:cubicBezTo>
                  <a:cubicBezTo>
                    <a:pt x="1012" y="1382"/>
                    <a:pt x="1108" y="1334"/>
                    <a:pt x="1191" y="1274"/>
                  </a:cubicBezTo>
                  <a:cubicBezTo>
                    <a:pt x="1358" y="1120"/>
                    <a:pt x="1465" y="905"/>
                    <a:pt x="1453" y="667"/>
                  </a:cubicBezTo>
                  <a:cubicBezTo>
                    <a:pt x="1429" y="441"/>
                    <a:pt x="1334" y="262"/>
                    <a:pt x="1167" y="143"/>
                  </a:cubicBezTo>
                  <a:cubicBezTo>
                    <a:pt x="1096" y="84"/>
                    <a:pt x="989" y="48"/>
                    <a:pt x="881" y="12"/>
                  </a:cubicBezTo>
                  <a:cubicBezTo>
                    <a:pt x="822" y="0"/>
                    <a:pt x="762" y="0"/>
                    <a:pt x="69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17"/>
            <p:cNvSpPr/>
            <p:nvPr/>
          </p:nvSpPr>
          <p:spPr>
            <a:xfrm>
              <a:off x="4806850" y="3361225"/>
              <a:ext cx="35725" cy="35175"/>
            </a:xfrm>
            <a:custGeom>
              <a:avLst/>
              <a:gdLst/>
              <a:ahLst/>
              <a:cxnLst/>
              <a:rect l="l" t="t" r="r" b="b"/>
              <a:pathLst>
                <a:path w="1429" h="1407" extrusionOk="0">
                  <a:moveTo>
                    <a:pt x="724" y="0"/>
                  </a:moveTo>
                  <a:cubicBezTo>
                    <a:pt x="709" y="0"/>
                    <a:pt x="694" y="1"/>
                    <a:pt x="679" y="2"/>
                  </a:cubicBezTo>
                  <a:cubicBezTo>
                    <a:pt x="583" y="2"/>
                    <a:pt x="476" y="38"/>
                    <a:pt x="381" y="85"/>
                  </a:cubicBezTo>
                  <a:cubicBezTo>
                    <a:pt x="286" y="121"/>
                    <a:pt x="202" y="192"/>
                    <a:pt x="143" y="264"/>
                  </a:cubicBezTo>
                  <a:cubicBezTo>
                    <a:pt x="83" y="335"/>
                    <a:pt x="48" y="442"/>
                    <a:pt x="12" y="549"/>
                  </a:cubicBezTo>
                  <a:cubicBezTo>
                    <a:pt x="0" y="609"/>
                    <a:pt x="0" y="680"/>
                    <a:pt x="0" y="740"/>
                  </a:cubicBezTo>
                  <a:cubicBezTo>
                    <a:pt x="24" y="1133"/>
                    <a:pt x="345" y="1407"/>
                    <a:pt x="726" y="1407"/>
                  </a:cubicBezTo>
                  <a:lnTo>
                    <a:pt x="738" y="1407"/>
                  </a:lnTo>
                  <a:cubicBezTo>
                    <a:pt x="845" y="1407"/>
                    <a:pt x="941" y="1383"/>
                    <a:pt x="1024" y="1335"/>
                  </a:cubicBezTo>
                  <a:cubicBezTo>
                    <a:pt x="1131" y="1276"/>
                    <a:pt x="1214" y="1204"/>
                    <a:pt x="1298" y="1097"/>
                  </a:cubicBezTo>
                  <a:cubicBezTo>
                    <a:pt x="1357" y="1002"/>
                    <a:pt x="1393" y="919"/>
                    <a:pt x="1417" y="811"/>
                  </a:cubicBezTo>
                  <a:cubicBezTo>
                    <a:pt x="1429" y="776"/>
                    <a:pt x="1429" y="704"/>
                    <a:pt x="1429" y="669"/>
                  </a:cubicBezTo>
                  <a:cubicBezTo>
                    <a:pt x="1417" y="279"/>
                    <a:pt x="1098" y="0"/>
                    <a:pt x="724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17"/>
            <p:cNvSpPr/>
            <p:nvPr/>
          </p:nvSpPr>
          <p:spPr>
            <a:xfrm>
              <a:off x="4231475" y="3218375"/>
              <a:ext cx="12225" cy="12250"/>
            </a:xfrm>
            <a:custGeom>
              <a:avLst/>
              <a:gdLst/>
              <a:ahLst/>
              <a:cxnLst/>
              <a:rect l="l" t="t" r="r" b="b"/>
              <a:pathLst>
                <a:path w="489" h="490" extrusionOk="0">
                  <a:moveTo>
                    <a:pt x="238" y="1"/>
                  </a:moveTo>
                  <a:cubicBezTo>
                    <a:pt x="155" y="1"/>
                    <a:pt x="96" y="37"/>
                    <a:pt x="48" y="108"/>
                  </a:cubicBezTo>
                  <a:cubicBezTo>
                    <a:pt x="12" y="156"/>
                    <a:pt x="0" y="203"/>
                    <a:pt x="0" y="263"/>
                  </a:cubicBezTo>
                  <a:cubicBezTo>
                    <a:pt x="23" y="387"/>
                    <a:pt x="142" y="490"/>
                    <a:pt x="256" y="490"/>
                  </a:cubicBezTo>
                  <a:cubicBezTo>
                    <a:pt x="262" y="490"/>
                    <a:pt x="268" y="490"/>
                    <a:pt x="274" y="489"/>
                  </a:cubicBezTo>
                  <a:cubicBezTo>
                    <a:pt x="381" y="489"/>
                    <a:pt x="453" y="429"/>
                    <a:pt x="477" y="334"/>
                  </a:cubicBezTo>
                  <a:cubicBezTo>
                    <a:pt x="488" y="310"/>
                    <a:pt x="488" y="263"/>
                    <a:pt x="488" y="239"/>
                  </a:cubicBezTo>
                  <a:cubicBezTo>
                    <a:pt x="488" y="96"/>
                    <a:pt x="381" y="1"/>
                    <a:pt x="238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17"/>
            <p:cNvSpPr/>
            <p:nvPr/>
          </p:nvSpPr>
          <p:spPr>
            <a:xfrm>
              <a:off x="5155100" y="3058225"/>
              <a:ext cx="25325" cy="25050"/>
            </a:xfrm>
            <a:custGeom>
              <a:avLst/>
              <a:gdLst/>
              <a:ahLst/>
              <a:cxnLst/>
              <a:rect l="l" t="t" r="r" b="b"/>
              <a:pathLst>
                <a:path w="1013" h="1002" extrusionOk="0">
                  <a:moveTo>
                    <a:pt x="510" y="1"/>
                  </a:moveTo>
                  <a:cubicBezTo>
                    <a:pt x="503" y="1"/>
                    <a:pt x="496" y="1"/>
                    <a:pt x="489" y="1"/>
                  </a:cubicBezTo>
                  <a:cubicBezTo>
                    <a:pt x="203" y="13"/>
                    <a:pt x="0" y="239"/>
                    <a:pt x="12" y="525"/>
                  </a:cubicBezTo>
                  <a:cubicBezTo>
                    <a:pt x="24" y="763"/>
                    <a:pt x="203" y="954"/>
                    <a:pt x="441" y="989"/>
                  </a:cubicBezTo>
                  <a:cubicBezTo>
                    <a:pt x="489" y="1001"/>
                    <a:pt x="500" y="1001"/>
                    <a:pt x="536" y="1001"/>
                  </a:cubicBezTo>
                  <a:cubicBezTo>
                    <a:pt x="608" y="1001"/>
                    <a:pt x="679" y="966"/>
                    <a:pt x="762" y="942"/>
                  </a:cubicBezTo>
                  <a:cubicBezTo>
                    <a:pt x="917" y="847"/>
                    <a:pt x="1012" y="668"/>
                    <a:pt x="1012" y="478"/>
                  </a:cubicBezTo>
                  <a:cubicBezTo>
                    <a:pt x="1001" y="222"/>
                    <a:pt x="786" y="1"/>
                    <a:pt x="51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17"/>
            <p:cNvSpPr/>
            <p:nvPr/>
          </p:nvSpPr>
          <p:spPr>
            <a:xfrm>
              <a:off x="5929000" y="3079000"/>
              <a:ext cx="34850" cy="34325"/>
            </a:xfrm>
            <a:custGeom>
              <a:avLst/>
              <a:gdLst/>
              <a:ahLst/>
              <a:cxnLst/>
              <a:rect l="l" t="t" r="r" b="b"/>
              <a:pathLst>
                <a:path w="1394" h="1373" extrusionOk="0">
                  <a:moveTo>
                    <a:pt x="720" y="1"/>
                  </a:moveTo>
                  <a:cubicBezTo>
                    <a:pt x="699" y="1"/>
                    <a:pt x="677" y="2"/>
                    <a:pt x="655" y="4"/>
                  </a:cubicBezTo>
                  <a:cubicBezTo>
                    <a:pt x="358" y="16"/>
                    <a:pt x="96" y="230"/>
                    <a:pt x="24" y="492"/>
                  </a:cubicBezTo>
                  <a:cubicBezTo>
                    <a:pt x="13" y="575"/>
                    <a:pt x="1" y="647"/>
                    <a:pt x="1" y="730"/>
                  </a:cubicBezTo>
                  <a:lnTo>
                    <a:pt x="1" y="789"/>
                  </a:lnTo>
                  <a:cubicBezTo>
                    <a:pt x="13" y="885"/>
                    <a:pt x="48" y="968"/>
                    <a:pt x="108" y="1051"/>
                  </a:cubicBezTo>
                  <a:cubicBezTo>
                    <a:pt x="167" y="1135"/>
                    <a:pt x="239" y="1206"/>
                    <a:pt x="322" y="1266"/>
                  </a:cubicBezTo>
                  <a:cubicBezTo>
                    <a:pt x="441" y="1349"/>
                    <a:pt x="584" y="1373"/>
                    <a:pt x="727" y="1373"/>
                  </a:cubicBezTo>
                  <a:cubicBezTo>
                    <a:pt x="822" y="1373"/>
                    <a:pt x="917" y="1349"/>
                    <a:pt x="1001" y="1313"/>
                  </a:cubicBezTo>
                  <a:cubicBezTo>
                    <a:pt x="1084" y="1266"/>
                    <a:pt x="1156" y="1206"/>
                    <a:pt x="1215" y="1135"/>
                  </a:cubicBezTo>
                  <a:cubicBezTo>
                    <a:pt x="1275" y="1063"/>
                    <a:pt x="1334" y="968"/>
                    <a:pt x="1370" y="873"/>
                  </a:cubicBezTo>
                  <a:cubicBezTo>
                    <a:pt x="1382" y="789"/>
                    <a:pt x="1394" y="730"/>
                    <a:pt x="1382" y="659"/>
                  </a:cubicBezTo>
                  <a:cubicBezTo>
                    <a:pt x="1382" y="516"/>
                    <a:pt x="1322" y="397"/>
                    <a:pt x="1251" y="278"/>
                  </a:cubicBezTo>
                  <a:cubicBezTo>
                    <a:pt x="1191" y="182"/>
                    <a:pt x="1096" y="123"/>
                    <a:pt x="1013" y="75"/>
                  </a:cubicBezTo>
                  <a:cubicBezTo>
                    <a:pt x="923" y="26"/>
                    <a:pt x="826" y="1"/>
                    <a:pt x="72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17"/>
            <p:cNvSpPr/>
            <p:nvPr/>
          </p:nvSpPr>
          <p:spPr>
            <a:xfrm>
              <a:off x="6012050" y="3348375"/>
              <a:ext cx="25625" cy="24275"/>
            </a:xfrm>
            <a:custGeom>
              <a:avLst/>
              <a:gdLst/>
              <a:ahLst/>
              <a:cxnLst/>
              <a:rect l="l" t="t" r="r" b="b"/>
              <a:pathLst>
                <a:path w="1025" h="971" extrusionOk="0">
                  <a:moveTo>
                    <a:pt x="524" y="1"/>
                  </a:moveTo>
                  <a:cubicBezTo>
                    <a:pt x="508" y="1"/>
                    <a:pt x="492" y="2"/>
                    <a:pt x="477" y="4"/>
                  </a:cubicBezTo>
                  <a:cubicBezTo>
                    <a:pt x="453" y="4"/>
                    <a:pt x="441" y="4"/>
                    <a:pt x="417" y="16"/>
                  </a:cubicBezTo>
                  <a:cubicBezTo>
                    <a:pt x="310" y="40"/>
                    <a:pt x="215" y="75"/>
                    <a:pt x="155" y="135"/>
                  </a:cubicBezTo>
                  <a:cubicBezTo>
                    <a:pt x="84" y="218"/>
                    <a:pt x="24" y="301"/>
                    <a:pt x="12" y="409"/>
                  </a:cubicBezTo>
                  <a:cubicBezTo>
                    <a:pt x="12" y="432"/>
                    <a:pt x="0" y="480"/>
                    <a:pt x="12" y="516"/>
                  </a:cubicBezTo>
                  <a:cubicBezTo>
                    <a:pt x="24" y="764"/>
                    <a:pt x="239" y="970"/>
                    <a:pt x="495" y="970"/>
                  </a:cubicBezTo>
                  <a:cubicBezTo>
                    <a:pt x="508" y="970"/>
                    <a:pt x="522" y="969"/>
                    <a:pt x="536" y="968"/>
                  </a:cubicBezTo>
                  <a:cubicBezTo>
                    <a:pt x="798" y="956"/>
                    <a:pt x="1024" y="730"/>
                    <a:pt x="989" y="456"/>
                  </a:cubicBezTo>
                  <a:cubicBezTo>
                    <a:pt x="977" y="278"/>
                    <a:pt x="870" y="123"/>
                    <a:pt x="727" y="40"/>
                  </a:cubicBezTo>
                  <a:cubicBezTo>
                    <a:pt x="668" y="20"/>
                    <a:pt x="594" y="1"/>
                    <a:pt x="52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17"/>
            <p:cNvSpPr/>
            <p:nvPr/>
          </p:nvSpPr>
          <p:spPr>
            <a:xfrm>
              <a:off x="5550375" y="3068250"/>
              <a:ext cx="25025" cy="24250"/>
            </a:xfrm>
            <a:custGeom>
              <a:avLst/>
              <a:gdLst/>
              <a:ahLst/>
              <a:cxnLst/>
              <a:rect l="l" t="t" r="r" b="b"/>
              <a:pathLst>
                <a:path w="1001" h="970" extrusionOk="0">
                  <a:moveTo>
                    <a:pt x="542" y="0"/>
                  </a:moveTo>
                  <a:cubicBezTo>
                    <a:pt x="521" y="0"/>
                    <a:pt x="499" y="2"/>
                    <a:pt x="477" y="5"/>
                  </a:cubicBezTo>
                  <a:cubicBezTo>
                    <a:pt x="441" y="5"/>
                    <a:pt x="394" y="17"/>
                    <a:pt x="346" y="29"/>
                  </a:cubicBezTo>
                  <a:cubicBezTo>
                    <a:pt x="144" y="112"/>
                    <a:pt x="1" y="303"/>
                    <a:pt x="25" y="529"/>
                  </a:cubicBezTo>
                  <a:cubicBezTo>
                    <a:pt x="25" y="612"/>
                    <a:pt x="48" y="708"/>
                    <a:pt x="108" y="779"/>
                  </a:cubicBezTo>
                  <a:cubicBezTo>
                    <a:pt x="168" y="850"/>
                    <a:pt x="251" y="910"/>
                    <a:pt x="346" y="946"/>
                  </a:cubicBezTo>
                  <a:cubicBezTo>
                    <a:pt x="406" y="958"/>
                    <a:pt x="465" y="969"/>
                    <a:pt x="525" y="969"/>
                  </a:cubicBezTo>
                  <a:cubicBezTo>
                    <a:pt x="644" y="969"/>
                    <a:pt x="751" y="910"/>
                    <a:pt x="846" y="838"/>
                  </a:cubicBezTo>
                  <a:cubicBezTo>
                    <a:pt x="906" y="779"/>
                    <a:pt x="941" y="708"/>
                    <a:pt x="977" y="624"/>
                  </a:cubicBezTo>
                  <a:cubicBezTo>
                    <a:pt x="989" y="565"/>
                    <a:pt x="1001" y="529"/>
                    <a:pt x="989" y="469"/>
                  </a:cubicBezTo>
                  <a:cubicBezTo>
                    <a:pt x="989" y="422"/>
                    <a:pt x="977" y="374"/>
                    <a:pt x="953" y="327"/>
                  </a:cubicBezTo>
                  <a:cubicBezTo>
                    <a:pt x="953" y="315"/>
                    <a:pt x="941" y="303"/>
                    <a:pt x="941" y="291"/>
                  </a:cubicBezTo>
                  <a:cubicBezTo>
                    <a:pt x="906" y="184"/>
                    <a:pt x="822" y="112"/>
                    <a:pt x="739" y="65"/>
                  </a:cubicBezTo>
                  <a:cubicBezTo>
                    <a:pt x="727" y="53"/>
                    <a:pt x="703" y="53"/>
                    <a:pt x="691" y="29"/>
                  </a:cubicBezTo>
                  <a:cubicBezTo>
                    <a:pt x="648" y="11"/>
                    <a:pt x="598" y="0"/>
                    <a:pt x="54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17"/>
            <p:cNvSpPr/>
            <p:nvPr/>
          </p:nvSpPr>
          <p:spPr>
            <a:xfrm>
              <a:off x="5349175" y="3348750"/>
              <a:ext cx="25025" cy="24850"/>
            </a:xfrm>
            <a:custGeom>
              <a:avLst/>
              <a:gdLst/>
              <a:ahLst/>
              <a:cxnLst/>
              <a:rect l="l" t="t" r="r" b="b"/>
              <a:pathLst>
                <a:path w="1001" h="994" extrusionOk="0">
                  <a:moveTo>
                    <a:pt x="476" y="1"/>
                  </a:moveTo>
                  <a:cubicBezTo>
                    <a:pt x="334" y="1"/>
                    <a:pt x="203" y="96"/>
                    <a:pt x="107" y="203"/>
                  </a:cubicBezTo>
                  <a:cubicBezTo>
                    <a:pt x="48" y="286"/>
                    <a:pt x="0" y="382"/>
                    <a:pt x="24" y="501"/>
                  </a:cubicBezTo>
                  <a:lnTo>
                    <a:pt x="24" y="525"/>
                  </a:lnTo>
                  <a:cubicBezTo>
                    <a:pt x="36" y="632"/>
                    <a:pt x="60" y="715"/>
                    <a:pt x="119" y="798"/>
                  </a:cubicBezTo>
                  <a:cubicBezTo>
                    <a:pt x="179" y="882"/>
                    <a:pt x="274" y="941"/>
                    <a:pt x="381" y="977"/>
                  </a:cubicBezTo>
                  <a:cubicBezTo>
                    <a:pt x="406" y="985"/>
                    <a:pt x="444" y="994"/>
                    <a:pt x="484" y="994"/>
                  </a:cubicBezTo>
                  <a:cubicBezTo>
                    <a:pt x="501" y="994"/>
                    <a:pt x="519" y="992"/>
                    <a:pt x="536" y="989"/>
                  </a:cubicBezTo>
                  <a:cubicBezTo>
                    <a:pt x="762" y="977"/>
                    <a:pt x="941" y="822"/>
                    <a:pt x="988" y="620"/>
                  </a:cubicBezTo>
                  <a:cubicBezTo>
                    <a:pt x="1000" y="572"/>
                    <a:pt x="1000" y="525"/>
                    <a:pt x="1000" y="465"/>
                  </a:cubicBezTo>
                  <a:cubicBezTo>
                    <a:pt x="977" y="417"/>
                    <a:pt x="953" y="358"/>
                    <a:pt x="941" y="322"/>
                  </a:cubicBezTo>
                  <a:lnTo>
                    <a:pt x="893" y="227"/>
                  </a:lnTo>
                  <a:cubicBezTo>
                    <a:pt x="834" y="144"/>
                    <a:pt x="750" y="84"/>
                    <a:pt x="655" y="36"/>
                  </a:cubicBezTo>
                  <a:cubicBezTo>
                    <a:pt x="596" y="25"/>
                    <a:pt x="536" y="1"/>
                    <a:pt x="47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17"/>
            <p:cNvSpPr/>
            <p:nvPr/>
          </p:nvSpPr>
          <p:spPr>
            <a:xfrm>
              <a:off x="4288925" y="3245425"/>
              <a:ext cx="24725" cy="24575"/>
            </a:xfrm>
            <a:custGeom>
              <a:avLst/>
              <a:gdLst/>
              <a:ahLst/>
              <a:cxnLst/>
              <a:rect l="l" t="t" r="r" b="b"/>
              <a:pathLst>
                <a:path w="989" h="983" extrusionOk="0">
                  <a:moveTo>
                    <a:pt x="513" y="0"/>
                  </a:moveTo>
                  <a:cubicBezTo>
                    <a:pt x="497" y="0"/>
                    <a:pt x="481" y="1"/>
                    <a:pt x="465" y="2"/>
                  </a:cubicBezTo>
                  <a:cubicBezTo>
                    <a:pt x="262" y="14"/>
                    <a:pt x="84" y="133"/>
                    <a:pt x="24" y="312"/>
                  </a:cubicBezTo>
                  <a:cubicBezTo>
                    <a:pt x="0" y="371"/>
                    <a:pt x="0" y="443"/>
                    <a:pt x="0" y="526"/>
                  </a:cubicBezTo>
                  <a:cubicBezTo>
                    <a:pt x="0" y="586"/>
                    <a:pt x="12" y="621"/>
                    <a:pt x="24" y="669"/>
                  </a:cubicBezTo>
                  <a:cubicBezTo>
                    <a:pt x="36" y="729"/>
                    <a:pt x="72" y="776"/>
                    <a:pt x="119" y="824"/>
                  </a:cubicBezTo>
                  <a:cubicBezTo>
                    <a:pt x="193" y="908"/>
                    <a:pt x="322" y="983"/>
                    <a:pt x="450" y="983"/>
                  </a:cubicBezTo>
                  <a:cubicBezTo>
                    <a:pt x="467" y="983"/>
                    <a:pt x="483" y="981"/>
                    <a:pt x="500" y="979"/>
                  </a:cubicBezTo>
                  <a:cubicBezTo>
                    <a:pt x="512" y="979"/>
                    <a:pt x="536" y="979"/>
                    <a:pt x="560" y="967"/>
                  </a:cubicBezTo>
                  <a:cubicBezTo>
                    <a:pt x="703" y="955"/>
                    <a:pt x="798" y="883"/>
                    <a:pt x="869" y="788"/>
                  </a:cubicBezTo>
                  <a:cubicBezTo>
                    <a:pt x="953" y="705"/>
                    <a:pt x="988" y="586"/>
                    <a:pt x="976" y="455"/>
                  </a:cubicBezTo>
                  <a:cubicBezTo>
                    <a:pt x="976" y="431"/>
                    <a:pt x="976" y="419"/>
                    <a:pt x="965" y="383"/>
                  </a:cubicBezTo>
                  <a:cubicBezTo>
                    <a:pt x="953" y="276"/>
                    <a:pt x="893" y="193"/>
                    <a:pt x="822" y="121"/>
                  </a:cubicBezTo>
                  <a:cubicBezTo>
                    <a:pt x="738" y="38"/>
                    <a:pt x="627" y="0"/>
                    <a:pt x="513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17"/>
            <p:cNvSpPr/>
            <p:nvPr/>
          </p:nvSpPr>
          <p:spPr>
            <a:xfrm>
              <a:off x="4145150" y="3339825"/>
              <a:ext cx="26225" cy="24750"/>
            </a:xfrm>
            <a:custGeom>
              <a:avLst/>
              <a:gdLst/>
              <a:ahLst/>
              <a:cxnLst/>
              <a:rect l="l" t="t" r="r" b="b"/>
              <a:pathLst>
                <a:path w="1049" h="990" extrusionOk="0">
                  <a:moveTo>
                    <a:pt x="501" y="1"/>
                  </a:moveTo>
                  <a:cubicBezTo>
                    <a:pt x="227" y="24"/>
                    <a:pt x="0" y="239"/>
                    <a:pt x="36" y="524"/>
                  </a:cubicBezTo>
                  <a:cubicBezTo>
                    <a:pt x="48" y="791"/>
                    <a:pt x="262" y="989"/>
                    <a:pt x="536" y="989"/>
                  </a:cubicBezTo>
                  <a:cubicBezTo>
                    <a:pt x="544" y="989"/>
                    <a:pt x="552" y="989"/>
                    <a:pt x="560" y="989"/>
                  </a:cubicBezTo>
                  <a:cubicBezTo>
                    <a:pt x="822" y="977"/>
                    <a:pt x="1048" y="751"/>
                    <a:pt x="1012" y="465"/>
                  </a:cubicBezTo>
                  <a:cubicBezTo>
                    <a:pt x="1012" y="405"/>
                    <a:pt x="1001" y="358"/>
                    <a:pt x="989" y="322"/>
                  </a:cubicBezTo>
                  <a:cubicBezTo>
                    <a:pt x="929" y="215"/>
                    <a:pt x="870" y="143"/>
                    <a:pt x="774" y="84"/>
                  </a:cubicBezTo>
                  <a:cubicBezTo>
                    <a:pt x="703" y="36"/>
                    <a:pt x="631" y="1"/>
                    <a:pt x="53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17"/>
            <p:cNvSpPr/>
            <p:nvPr/>
          </p:nvSpPr>
          <p:spPr>
            <a:xfrm>
              <a:off x="4710100" y="2985275"/>
              <a:ext cx="25625" cy="24775"/>
            </a:xfrm>
            <a:custGeom>
              <a:avLst/>
              <a:gdLst/>
              <a:ahLst/>
              <a:cxnLst/>
              <a:rect l="l" t="t" r="r" b="b"/>
              <a:pathLst>
                <a:path w="1025" h="991" extrusionOk="0">
                  <a:moveTo>
                    <a:pt x="532" y="0"/>
                  </a:moveTo>
                  <a:cubicBezTo>
                    <a:pt x="518" y="0"/>
                    <a:pt x="503" y="1"/>
                    <a:pt x="489" y="2"/>
                  </a:cubicBezTo>
                  <a:cubicBezTo>
                    <a:pt x="227" y="14"/>
                    <a:pt x="1" y="240"/>
                    <a:pt x="24" y="526"/>
                  </a:cubicBezTo>
                  <a:cubicBezTo>
                    <a:pt x="48" y="657"/>
                    <a:pt x="108" y="776"/>
                    <a:pt x="191" y="859"/>
                  </a:cubicBezTo>
                  <a:cubicBezTo>
                    <a:pt x="262" y="943"/>
                    <a:pt x="370" y="979"/>
                    <a:pt x="477" y="979"/>
                  </a:cubicBezTo>
                  <a:lnTo>
                    <a:pt x="536" y="990"/>
                  </a:lnTo>
                  <a:cubicBezTo>
                    <a:pt x="655" y="990"/>
                    <a:pt x="739" y="943"/>
                    <a:pt x="834" y="883"/>
                  </a:cubicBezTo>
                  <a:cubicBezTo>
                    <a:pt x="953" y="788"/>
                    <a:pt x="1024" y="621"/>
                    <a:pt x="1013" y="467"/>
                  </a:cubicBezTo>
                  <a:cubicBezTo>
                    <a:pt x="1001" y="207"/>
                    <a:pt x="797" y="0"/>
                    <a:pt x="53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17"/>
            <p:cNvSpPr/>
            <p:nvPr/>
          </p:nvSpPr>
          <p:spPr>
            <a:xfrm>
              <a:off x="5801300" y="3226125"/>
              <a:ext cx="14625" cy="14600"/>
            </a:xfrm>
            <a:custGeom>
              <a:avLst/>
              <a:gdLst/>
              <a:ahLst/>
              <a:cxnLst/>
              <a:rect l="l" t="t" r="r" b="b"/>
              <a:pathLst>
                <a:path w="585" h="584" extrusionOk="0">
                  <a:moveTo>
                    <a:pt x="275" y="0"/>
                  </a:moveTo>
                  <a:cubicBezTo>
                    <a:pt x="168" y="0"/>
                    <a:pt x="72" y="72"/>
                    <a:pt x="37" y="167"/>
                  </a:cubicBezTo>
                  <a:lnTo>
                    <a:pt x="37" y="179"/>
                  </a:lnTo>
                  <a:cubicBezTo>
                    <a:pt x="13" y="227"/>
                    <a:pt x="1" y="262"/>
                    <a:pt x="1" y="310"/>
                  </a:cubicBezTo>
                  <a:cubicBezTo>
                    <a:pt x="1" y="405"/>
                    <a:pt x="48" y="477"/>
                    <a:pt x="120" y="524"/>
                  </a:cubicBezTo>
                  <a:cubicBezTo>
                    <a:pt x="179" y="560"/>
                    <a:pt x="239" y="584"/>
                    <a:pt x="310" y="584"/>
                  </a:cubicBezTo>
                  <a:cubicBezTo>
                    <a:pt x="406" y="584"/>
                    <a:pt x="477" y="536"/>
                    <a:pt x="525" y="465"/>
                  </a:cubicBezTo>
                  <a:cubicBezTo>
                    <a:pt x="572" y="417"/>
                    <a:pt x="584" y="346"/>
                    <a:pt x="584" y="262"/>
                  </a:cubicBezTo>
                  <a:cubicBezTo>
                    <a:pt x="584" y="191"/>
                    <a:pt x="549" y="119"/>
                    <a:pt x="489" y="72"/>
                  </a:cubicBezTo>
                  <a:cubicBezTo>
                    <a:pt x="465" y="36"/>
                    <a:pt x="429" y="24"/>
                    <a:pt x="394" y="12"/>
                  </a:cubicBezTo>
                  <a:cubicBezTo>
                    <a:pt x="358" y="0"/>
                    <a:pt x="310" y="0"/>
                    <a:pt x="275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17"/>
            <p:cNvSpPr/>
            <p:nvPr/>
          </p:nvSpPr>
          <p:spPr>
            <a:xfrm>
              <a:off x="5918575" y="3299625"/>
              <a:ext cx="14600" cy="14325"/>
            </a:xfrm>
            <a:custGeom>
              <a:avLst/>
              <a:gdLst/>
              <a:ahLst/>
              <a:cxnLst/>
              <a:rect l="l" t="t" r="r" b="b"/>
              <a:pathLst>
                <a:path w="584" h="573" extrusionOk="0">
                  <a:moveTo>
                    <a:pt x="308" y="0"/>
                  </a:moveTo>
                  <a:cubicBezTo>
                    <a:pt x="301" y="0"/>
                    <a:pt x="294" y="1"/>
                    <a:pt x="287" y="1"/>
                  </a:cubicBezTo>
                  <a:cubicBezTo>
                    <a:pt x="191" y="1"/>
                    <a:pt x="132" y="49"/>
                    <a:pt x="72" y="108"/>
                  </a:cubicBezTo>
                  <a:cubicBezTo>
                    <a:pt x="25" y="168"/>
                    <a:pt x="1" y="227"/>
                    <a:pt x="13" y="299"/>
                  </a:cubicBezTo>
                  <a:cubicBezTo>
                    <a:pt x="25" y="454"/>
                    <a:pt x="144" y="573"/>
                    <a:pt x="310" y="573"/>
                  </a:cubicBezTo>
                  <a:cubicBezTo>
                    <a:pt x="430" y="573"/>
                    <a:pt x="513" y="489"/>
                    <a:pt x="549" y="394"/>
                  </a:cubicBezTo>
                  <a:cubicBezTo>
                    <a:pt x="560" y="346"/>
                    <a:pt x="572" y="299"/>
                    <a:pt x="572" y="251"/>
                  </a:cubicBezTo>
                  <a:cubicBezTo>
                    <a:pt x="584" y="115"/>
                    <a:pt x="454" y="0"/>
                    <a:pt x="3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17"/>
            <p:cNvSpPr/>
            <p:nvPr/>
          </p:nvSpPr>
          <p:spPr>
            <a:xfrm>
              <a:off x="5332800" y="3319575"/>
              <a:ext cx="14300" cy="14025"/>
            </a:xfrm>
            <a:custGeom>
              <a:avLst/>
              <a:gdLst/>
              <a:ahLst/>
              <a:cxnLst/>
              <a:rect l="l" t="t" r="r" b="b"/>
              <a:pathLst>
                <a:path w="572" h="561" extrusionOk="0">
                  <a:moveTo>
                    <a:pt x="274" y="1"/>
                  </a:moveTo>
                  <a:cubicBezTo>
                    <a:pt x="108" y="1"/>
                    <a:pt x="0" y="132"/>
                    <a:pt x="0" y="299"/>
                  </a:cubicBezTo>
                  <a:cubicBezTo>
                    <a:pt x="0" y="453"/>
                    <a:pt x="143" y="561"/>
                    <a:pt x="298" y="561"/>
                  </a:cubicBezTo>
                  <a:cubicBezTo>
                    <a:pt x="465" y="561"/>
                    <a:pt x="572" y="430"/>
                    <a:pt x="572" y="263"/>
                  </a:cubicBezTo>
                  <a:cubicBezTo>
                    <a:pt x="572" y="96"/>
                    <a:pt x="441" y="1"/>
                    <a:pt x="27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17"/>
            <p:cNvSpPr/>
            <p:nvPr/>
          </p:nvSpPr>
          <p:spPr>
            <a:xfrm>
              <a:off x="4583900" y="3272550"/>
              <a:ext cx="14600" cy="14375"/>
            </a:xfrm>
            <a:custGeom>
              <a:avLst/>
              <a:gdLst/>
              <a:ahLst/>
              <a:cxnLst/>
              <a:rect l="l" t="t" r="r" b="b"/>
              <a:pathLst>
                <a:path w="584" h="575" extrusionOk="0">
                  <a:moveTo>
                    <a:pt x="286" y="1"/>
                  </a:moveTo>
                  <a:cubicBezTo>
                    <a:pt x="215" y="1"/>
                    <a:pt x="155" y="36"/>
                    <a:pt x="107" y="72"/>
                  </a:cubicBezTo>
                  <a:cubicBezTo>
                    <a:pt x="48" y="132"/>
                    <a:pt x="0" y="215"/>
                    <a:pt x="12" y="298"/>
                  </a:cubicBezTo>
                  <a:cubicBezTo>
                    <a:pt x="12" y="334"/>
                    <a:pt x="36" y="346"/>
                    <a:pt x="36" y="370"/>
                  </a:cubicBezTo>
                  <a:cubicBezTo>
                    <a:pt x="48" y="417"/>
                    <a:pt x="60" y="453"/>
                    <a:pt x="96" y="477"/>
                  </a:cubicBezTo>
                  <a:cubicBezTo>
                    <a:pt x="149" y="530"/>
                    <a:pt x="212" y="574"/>
                    <a:pt x="284" y="574"/>
                  </a:cubicBezTo>
                  <a:cubicBezTo>
                    <a:pt x="293" y="574"/>
                    <a:pt x="301" y="573"/>
                    <a:pt x="310" y="572"/>
                  </a:cubicBezTo>
                  <a:cubicBezTo>
                    <a:pt x="346" y="572"/>
                    <a:pt x="369" y="548"/>
                    <a:pt x="405" y="548"/>
                  </a:cubicBezTo>
                  <a:cubicBezTo>
                    <a:pt x="465" y="525"/>
                    <a:pt x="524" y="477"/>
                    <a:pt x="548" y="417"/>
                  </a:cubicBezTo>
                  <a:cubicBezTo>
                    <a:pt x="572" y="370"/>
                    <a:pt x="584" y="334"/>
                    <a:pt x="584" y="275"/>
                  </a:cubicBezTo>
                  <a:cubicBezTo>
                    <a:pt x="584" y="227"/>
                    <a:pt x="572" y="179"/>
                    <a:pt x="548" y="156"/>
                  </a:cubicBezTo>
                  <a:cubicBezTo>
                    <a:pt x="512" y="60"/>
                    <a:pt x="417" y="13"/>
                    <a:pt x="31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17"/>
            <p:cNvSpPr/>
            <p:nvPr/>
          </p:nvSpPr>
          <p:spPr>
            <a:xfrm>
              <a:off x="5421500" y="3251650"/>
              <a:ext cx="14900" cy="14400"/>
            </a:xfrm>
            <a:custGeom>
              <a:avLst/>
              <a:gdLst/>
              <a:ahLst/>
              <a:cxnLst/>
              <a:rect l="l" t="t" r="r" b="b"/>
              <a:pathLst>
                <a:path w="596" h="576" extrusionOk="0">
                  <a:moveTo>
                    <a:pt x="308" y="0"/>
                  </a:moveTo>
                  <a:cubicBezTo>
                    <a:pt x="293" y="0"/>
                    <a:pt x="278" y="1"/>
                    <a:pt x="262" y="3"/>
                  </a:cubicBezTo>
                  <a:cubicBezTo>
                    <a:pt x="108" y="3"/>
                    <a:pt x="0" y="134"/>
                    <a:pt x="0" y="301"/>
                  </a:cubicBezTo>
                  <a:lnTo>
                    <a:pt x="0" y="349"/>
                  </a:lnTo>
                  <a:cubicBezTo>
                    <a:pt x="23" y="473"/>
                    <a:pt x="131" y="576"/>
                    <a:pt x="275" y="576"/>
                  </a:cubicBezTo>
                  <a:cubicBezTo>
                    <a:pt x="282" y="576"/>
                    <a:pt x="290" y="575"/>
                    <a:pt x="298" y="575"/>
                  </a:cubicBezTo>
                  <a:lnTo>
                    <a:pt x="310" y="575"/>
                  </a:lnTo>
                  <a:cubicBezTo>
                    <a:pt x="477" y="551"/>
                    <a:pt x="596" y="420"/>
                    <a:pt x="584" y="277"/>
                  </a:cubicBezTo>
                  <a:cubicBezTo>
                    <a:pt x="584" y="194"/>
                    <a:pt x="548" y="134"/>
                    <a:pt x="489" y="75"/>
                  </a:cubicBezTo>
                  <a:cubicBezTo>
                    <a:pt x="439" y="25"/>
                    <a:pt x="381" y="0"/>
                    <a:pt x="3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17"/>
            <p:cNvSpPr/>
            <p:nvPr/>
          </p:nvSpPr>
          <p:spPr>
            <a:xfrm>
              <a:off x="5632525" y="3428525"/>
              <a:ext cx="14025" cy="7175"/>
            </a:xfrm>
            <a:custGeom>
              <a:avLst/>
              <a:gdLst/>
              <a:ahLst/>
              <a:cxnLst/>
              <a:rect l="l" t="t" r="r" b="b"/>
              <a:pathLst>
                <a:path w="561" h="287" extrusionOk="0">
                  <a:moveTo>
                    <a:pt x="263" y="1"/>
                  </a:moveTo>
                  <a:cubicBezTo>
                    <a:pt x="120" y="1"/>
                    <a:pt x="1" y="132"/>
                    <a:pt x="1" y="286"/>
                  </a:cubicBezTo>
                  <a:lnTo>
                    <a:pt x="561" y="286"/>
                  </a:lnTo>
                  <a:lnTo>
                    <a:pt x="561" y="263"/>
                  </a:lnTo>
                  <a:cubicBezTo>
                    <a:pt x="561" y="108"/>
                    <a:pt x="430" y="1"/>
                    <a:pt x="26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17"/>
            <p:cNvSpPr/>
            <p:nvPr/>
          </p:nvSpPr>
          <p:spPr>
            <a:xfrm>
              <a:off x="5338150" y="3193075"/>
              <a:ext cx="14025" cy="14050"/>
            </a:xfrm>
            <a:custGeom>
              <a:avLst/>
              <a:gdLst/>
              <a:ahLst/>
              <a:cxnLst/>
              <a:rect l="l" t="t" r="r" b="b"/>
              <a:pathLst>
                <a:path w="561" h="562" extrusionOk="0">
                  <a:moveTo>
                    <a:pt x="263" y="1"/>
                  </a:moveTo>
                  <a:cubicBezTo>
                    <a:pt x="120" y="1"/>
                    <a:pt x="13" y="120"/>
                    <a:pt x="1" y="263"/>
                  </a:cubicBezTo>
                  <a:lnTo>
                    <a:pt x="1" y="298"/>
                  </a:lnTo>
                  <a:cubicBezTo>
                    <a:pt x="1" y="446"/>
                    <a:pt x="131" y="561"/>
                    <a:pt x="277" y="561"/>
                  </a:cubicBezTo>
                  <a:cubicBezTo>
                    <a:pt x="284" y="561"/>
                    <a:pt x="291" y="561"/>
                    <a:pt x="298" y="560"/>
                  </a:cubicBezTo>
                  <a:cubicBezTo>
                    <a:pt x="322" y="560"/>
                    <a:pt x="358" y="548"/>
                    <a:pt x="382" y="548"/>
                  </a:cubicBezTo>
                  <a:cubicBezTo>
                    <a:pt x="489" y="501"/>
                    <a:pt x="560" y="394"/>
                    <a:pt x="560" y="263"/>
                  </a:cubicBezTo>
                  <a:cubicBezTo>
                    <a:pt x="560" y="96"/>
                    <a:pt x="429" y="1"/>
                    <a:pt x="26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9" name="Google Shape;2139;p17"/>
          <p:cNvGrpSpPr/>
          <p:nvPr/>
        </p:nvGrpSpPr>
        <p:grpSpPr>
          <a:xfrm>
            <a:off x="4" y="-33"/>
            <a:ext cx="1262602" cy="2198093"/>
            <a:chOff x="1083450" y="1318750"/>
            <a:chExt cx="624525" cy="1087250"/>
          </a:xfrm>
        </p:grpSpPr>
        <p:sp>
          <p:nvSpPr>
            <p:cNvPr id="2140" name="Google Shape;2140;p17"/>
            <p:cNvSpPr/>
            <p:nvPr/>
          </p:nvSpPr>
          <p:spPr>
            <a:xfrm>
              <a:off x="1083450" y="2340600"/>
              <a:ext cx="215525" cy="50325"/>
            </a:xfrm>
            <a:custGeom>
              <a:avLst/>
              <a:gdLst/>
              <a:ahLst/>
              <a:cxnLst/>
              <a:rect l="l" t="t" r="r" b="b"/>
              <a:pathLst>
                <a:path w="8621" h="2013" extrusionOk="0">
                  <a:moveTo>
                    <a:pt x="1" y="0"/>
                  </a:moveTo>
                  <a:lnTo>
                    <a:pt x="1" y="286"/>
                  </a:lnTo>
                  <a:lnTo>
                    <a:pt x="8561" y="2012"/>
                  </a:lnTo>
                  <a:cubicBezTo>
                    <a:pt x="8561" y="1917"/>
                    <a:pt x="8573" y="1834"/>
                    <a:pt x="8621" y="173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17"/>
            <p:cNvSpPr/>
            <p:nvPr/>
          </p:nvSpPr>
          <p:spPr>
            <a:xfrm>
              <a:off x="1083450" y="21304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17"/>
            <p:cNvSpPr/>
            <p:nvPr/>
          </p:nvSpPr>
          <p:spPr>
            <a:xfrm>
              <a:off x="1083450" y="1806900"/>
              <a:ext cx="20275" cy="7475"/>
            </a:xfrm>
            <a:custGeom>
              <a:avLst/>
              <a:gdLst/>
              <a:ahLst/>
              <a:cxnLst/>
              <a:rect l="l" t="t" r="r" b="b"/>
              <a:pathLst>
                <a:path w="811" h="299" extrusionOk="0">
                  <a:moveTo>
                    <a:pt x="703" y="0"/>
                  </a:moveTo>
                  <a:lnTo>
                    <a:pt x="1" y="24"/>
                  </a:lnTo>
                  <a:lnTo>
                    <a:pt x="1" y="298"/>
                  </a:lnTo>
                  <a:lnTo>
                    <a:pt x="810" y="274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17"/>
            <p:cNvSpPr/>
            <p:nvPr/>
          </p:nvSpPr>
          <p:spPr>
            <a:xfrm>
              <a:off x="1108150" y="1802425"/>
              <a:ext cx="180125" cy="11350"/>
            </a:xfrm>
            <a:custGeom>
              <a:avLst/>
              <a:gdLst/>
              <a:ahLst/>
              <a:cxnLst/>
              <a:rect l="l" t="t" r="r" b="b"/>
              <a:pathLst>
                <a:path w="7205" h="454" extrusionOk="0">
                  <a:moveTo>
                    <a:pt x="7204" y="1"/>
                  </a:moveTo>
                  <a:lnTo>
                    <a:pt x="1" y="179"/>
                  </a:lnTo>
                  <a:lnTo>
                    <a:pt x="96" y="453"/>
                  </a:lnTo>
                  <a:lnTo>
                    <a:pt x="7204" y="275"/>
                  </a:lnTo>
                  <a:cubicBezTo>
                    <a:pt x="7180" y="179"/>
                    <a:pt x="7180" y="96"/>
                    <a:pt x="720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17"/>
            <p:cNvSpPr/>
            <p:nvPr/>
          </p:nvSpPr>
          <p:spPr>
            <a:xfrm>
              <a:off x="1194475" y="2040550"/>
              <a:ext cx="2425" cy="3600"/>
            </a:xfrm>
            <a:custGeom>
              <a:avLst/>
              <a:gdLst/>
              <a:ahLst/>
              <a:cxnLst/>
              <a:rect l="l" t="t" r="r" b="b"/>
              <a:pathLst>
                <a:path w="97" h="144" extrusionOk="0">
                  <a:moveTo>
                    <a:pt x="84" y="1"/>
                  </a:moveTo>
                  <a:lnTo>
                    <a:pt x="1" y="48"/>
                  </a:lnTo>
                  <a:lnTo>
                    <a:pt x="25" y="144"/>
                  </a:lnTo>
                  <a:cubicBezTo>
                    <a:pt x="72" y="108"/>
                    <a:pt x="96" y="48"/>
                    <a:pt x="8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17"/>
            <p:cNvSpPr/>
            <p:nvPr/>
          </p:nvSpPr>
          <p:spPr>
            <a:xfrm>
              <a:off x="1083450" y="1741425"/>
              <a:ext cx="98250" cy="261650"/>
            </a:xfrm>
            <a:custGeom>
              <a:avLst/>
              <a:gdLst/>
              <a:ahLst/>
              <a:cxnLst/>
              <a:rect l="l" t="t" r="r" b="b"/>
              <a:pathLst>
                <a:path w="3930" h="10466" extrusionOk="0">
                  <a:moveTo>
                    <a:pt x="1" y="0"/>
                  </a:moveTo>
                  <a:lnTo>
                    <a:pt x="1" y="774"/>
                  </a:lnTo>
                  <a:lnTo>
                    <a:pt x="703" y="2619"/>
                  </a:lnTo>
                  <a:lnTo>
                    <a:pt x="810" y="2893"/>
                  </a:lnTo>
                  <a:lnTo>
                    <a:pt x="3668" y="10466"/>
                  </a:lnTo>
                  <a:cubicBezTo>
                    <a:pt x="3751" y="10418"/>
                    <a:pt x="3835" y="10394"/>
                    <a:pt x="3930" y="10394"/>
                  </a:cubicBezTo>
                  <a:lnTo>
                    <a:pt x="1084" y="2893"/>
                  </a:lnTo>
                  <a:lnTo>
                    <a:pt x="989" y="261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17"/>
            <p:cNvSpPr/>
            <p:nvPr/>
          </p:nvSpPr>
          <p:spPr>
            <a:xfrm>
              <a:off x="1113525" y="2178975"/>
              <a:ext cx="193200" cy="201825"/>
            </a:xfrm>
            <a:custGeom>
              <a:avLst/>
              <a:gdLst/>
              <a:ahLst/>
              <a:cxnLst/>
              <a:rect l="l" t="t" r="r" b="b"/>
              <a:pathLst>
                <a:path w="7728" h="8073" extrusionOk="0">
                  <a:moveTo>
                    <a:pt x="203" y="0"/>
                  </a:moveTo>
                  <a:cubicBezTo>
                    <a:pt x="143" y="84"/>
                    <a:pt x="84" y="131"/>
                    <a:pt x="0" y="179"/>
                  </a:cubicBezTo>
                  <a:lnTo>
                    <a:pt x="7501" y="8073"/>
                  </a:lnTo>
                  <a:cubicBezTo>
                    <a:pt x="7549" y="8013"/>
                    <a:pt x="7608" y="7954"/>
                    <a:pt x="7704" y="7918"/>
                  </a:cubicBezTo>
                  <a:cubicBezTo>
                    <a:pt x="7716" y="7918"/>
                    <a:pt x="7716" y="7918"/>
                    <a:pt x="7727" y="7906"/>
                  </a:cubicBezTo>
                  <a:lnTo>
                    <a:pt x="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17"/>
            <p:cNvSpPr/>
            <p:nvPr/>
          </p:nvSpPr>
          <p:spPr>
            <a:xfrm>
              <a:off x="1187625" y="2041750"/>
              <a:ext cx="121175" cy="334600"/>
            </a:xfrm>
            <a:custGeom>
              <a:avLst/>
              <a:gdLst/>
              <a:ahLst/>
              <a:cxnLst/>
              <a:rect l="l" t="t" r="r" b="b"/>
              <a:pathLst>
                <a:path w="4847" h="13384" extrusionOk="0">
                  <a:moveTo>
                    <a:pt x="275" y="0"/>
                  </a:moveTo>
                  <a:lnTo>
                    <a:pt x="275" y="0"/>
                  </a:lnTo>
                  <a:cubicBezTo>
                    <a:pt x="180" y="48"/>
                    <a:pt x="96" y="72"/>
                    <a:pt x="1" y="72"/>
                  </a:cubicBezTo>
                  <a:lnTo>
                    <a:pt x="4752" y="13383"/>
                  </a:lnTo>
                  <a:cubicBezTo>
                    <a:pt x="4775" y="13371"/>
                    <a:pt x="4823" y="13347"/>
                    <a:pt x="4847" y="13335"/>
                  </a:cubicBezTo>
                  <a:lnTo>
                    <a:pt x="4835" y="12847"/>
                  </a:lnTo>
                  <a:lnTo>
                    <a:pt x="263" y="72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17"/>
            <p:cNvSpPr/>
            <p:nvPr/>
          </p:nvSpPr>
          <p:spPr>
            <a:xfrm>
              <a:off x="1188525" y="1816725"/>
              <a:ext cx="109275" cy="186650"/>
            </a:xfrm>
            <a:custGeom>
              <a:avLst/>
              <a:gdLst/>
              <a:ahLst/>
              <a:cxnLst/>
              <a:rect l="l" t="t" r="r" b="b"/>
              <a:pathLst>
                <a:path w="4371" h="7466" extrusionOk="0">
                  <a:moveTo>
                    <a:pt x="4144" y="0"/>
                  </a:moveTo>
                  <a:lnTo>
                    <a:pt x="1" y="7382"/>
                  </a:lnTo>
                  <a:cubicBezTo>
                    <a:pt x="84" y="7394"/>
                    <a:pt x="179" y="7430"/>
                    <a:pt x="251" y="7466"/>
                  </a:cubicBezTo>
                  <a:lnTo>
                    <a:pt x="4370" y="143"/>
                  </a:lnTo>
                  <a:cubicBezTo>
                    <a:pt x="4287" y="119"/>
                    <a:pt x="4204" y="72"/>
                    <a:pt x="414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17"/>
            <p:cNvSpPr/>
            <p:nvPr/>
          </p:nvSpPr>
          <p:spPr>
            <a:xfrm>
              <a:off x="1113225" y="2036700"/>
              <a:ext cx="60750" cy="102100"/>
            </a:xfrm>
            <a:custGeom>
              <a:avLst/>
              <a:gdLst/>
              <a:ahLst/>
              <a:cxnLst/>
              <a:rect l="l" t="t" r="r" b="b"/>
              <a:pathLst>
                <a:path w="2430" h="4084" extrusionOk="0">
                  <a:moveTo>
                    <a:pt x="2215" y="0"/>
                  </a:moveTo>
                  <a:lnTo>
                    <a:pt x="0" y="3893"/>
                  </a:lnTo>
                  <a:cubicBezTo>
                    <a:pt x="72" y="3953"/>
                    <a:pt x="155" y="4012"/>
                    <a:pt x="215" y="4084"/>
                  </a:cubicBezTo>
                  <a:lnTo>
                    <a:pt x="2429" y="179"/>
                  </a:lnTo>
                  <a:cubicBezTo>
                    <a:pt x="2358" y="131"/>
                    <a:pt x="2274" y="72"/>
                    <a:pt x="221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17"/>
            <p:cNvSpPr/>
            <p:nvPr/>
          </p:nvSpPr>
          <p:spPr>
            <a:xfrm>
              <a:off x="1299250" y="1820900"/>
              <a:ext cx="16700" cy="554550"/>
            </a:xfrm>
            <a:custGeom>
              <a:avLst/>
              <a:gdLst/>
              <a:ahLst/>
              <a:cxnLst/>
              <a:rect l="l" t="t" r="r" b="b"/>
              <a:pathLst>
                <a:path w="668" h="22182" extrusionOk="0">
                  <a:moveTo>
                    <a:pt x="1" y="0"/>
                  </a:moveTo>
                  <a:lnTo>
                    <a:pt x="394" y="21693"/>
                  </a:lnTo>
                  <a:lnTo>
                    <a:pt x="406" y="22181"/>
                  </a:lnTo>
                  <a:cubicBezTo>
                    <a:pt x="447" y="22175"/>
                    <a:pt x="492" y="22172"/>
                    <a:pt x="537" y="22172"/>
                  </a:cubicBezTo>
                  <a:cubicBezTo>
                    <a:pt x="581" y="22172"/>
                    <a:pt x="626" y="22175"/>
                    <a:pt x="668" y="22181"/>
                  </a:cubicBezTo>
                  <a:lnTo>
                    <a:pt x="275" y="12"/>
                  </a:lnTo>
                  <a:cubicBezTo>
                    <a:pt x="235" y="17"/>
                    <a:pt x="198" y="20"/>
                    <a:pt x="161" y="20"/>
                  </a:cubicBezTo>
                  <a:cubicBezTo>
                    <a:pt x="108" y="20"/>
                    <a:pt x="57" y="14"/>
                    <a:pt x="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17"/>
            <p:cNvSpPr/>
            <p:nvPr/>
          </p:nvSpPr>
          <p:spPr>
            <a:xfrm>
              <a:off x="1293600" y="1501500"/>
              <a:ext cx="11925" cy="289650"/>
            </a:xfrm>
            <a:custGeom>
              <a:avLst/>
              <a:gdLst/>
              <a:ahLst/>
              <a:cxnLst/>
              <a:rect l="l" t="t" r="r" b="b"/>
              <a:pathLst>
                <a:path w="477" h="11586" extrusionOk="0">
                  <a:moveTo>
                    <a:pt x="1" y="1"/>
                  </a:moveTo>
                  <a:lnTo>
                    <a:pt x="215" y="11585"/>
                  </a:lnTo>
                  <a:cubicBezTo>
                    <a:pt x="268" y="11563"/>
                    <a:pt x="325" y="11555"/>
                    <a:pt x="382" y="11555"/>
                  </a:cubicBezTo>
                  <a:cubicBezTo>
                    <a:pt x="414" y="11555"/>
                    <a:pt x="446" y="11557"/>
                    <a:pt x="477" y="11562"/>
                  </a:cubicBezTo>
                  <a:lnTo>
                    <a:pt x="274" y="36"/>
                  </a:lnTo>
                  <a:cubicBezTo>
                    <a:pt x="239" y="36"/>
                    <a:pt x="215" y="48"/>
                    <a:pt x="179" y="48"/>
                  </a:cubicBezTo>
                  <a:cubicBezTo>
                    <a:pt x="120" y="36"/>
                    <a:pt x="60" y="36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17"/>
            <p:cNvSpPr/>
            <p:nvPr/>
          </p:nvSpPr>
          <p:spPr>
            <a:xfrm>
              <a:off x="1418325" y="1523825"/>
              <a:ext cx="47050" cy="166425"/>
            </a:xfrm>
            <a:custGeom>
              <a:avLst/>
              <a:gdLst/>
              <a:ahLst/>
              <a:cxnLst/>
              <a:rect l="l" t="t" r="r" b="b"/>
              <a:pathLst>
                <a:path w="1882" h="6657" extrusionOk="0">
                  <a:moveTo>
                    <a:pt x="250" y="1"/>
                  </a:moveTo>
                  <a:cubicBezTo>
                    <a:pt x="238" y="1"/>
                    <a:pt x="227" y="13"/>
                    <a:pt x="227" y="13"/>
                  </a:cubicBezTo>
                  <a:cubicBezTo>
                    <a:pt x="155" y="48"/>
                    <a:pt x="72" y="72"/>
                    <a:pt x="0" y="72"/>
                  </a:cubicBezTo>
                  <a:lnTo>
                    <a:pt x="1608" y="6656"/>
                  </a:lnTo>
                  <a:cubicBezTo>
                    <a:pt x="1703" y="6621"/>
                    <a:pt x="1786" y="6597"/>
                    <a:pt x="1881" y="6597"/>
                  </a:cubicBezTo>
                  <a:lnTo>
                    <a:pt x="25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17"/>
            <p:cNvSpPr/>
            <p:nvPr/>
          </p:nvSpPr>
          <p:spPr>
            <a:xfrm>
              <a:off x="1083450" y="1458350"/>
              <a:ext cx="203625" cy="33050"/>
            </a:xfrm>
            <a:custGeom>
              <a:avLst/>
              <a:gdLst/>
              <a:ahLst/>
              <a:cxnLst/>
              <a:rect l="l" t="t" r="r" b="b"/>
              <a:pathLst>
                <a:path w="8145" h="1322" extrusionOk="0">
                  <a:moveTo>
                    <a:pt x="1" y="0"/>
                  </a:moveTo>
                  <a:lnTo>
                    <a:pt x="1" y="286"/>
                  </a:lnTo>
                  <a:lnTo>
                    <a:pt x="8097" y="1322"/>
                  </a:lnTo>
                  <a:lnTo>
                    <a:pt x="8097" y="1298"/>
                  </a:lnTo>
                  <a:cubicBezTo>
                    <a:pt x="8085" y="1191"/>
                    <a:pt x="8109" y="1108"/>
                    <a:pt x="8145" y="104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17"/>
            <p:cNvSpPr/>
            <p:nvPr/>
          </p:nvSpPr>
          <p:spPr>
            <a:xfrm>
              <a:off x="1291825" y="1342550"/>
              <a:ext cx="8050" cy="136050"/>
            </a:xfrm>
            <a:custGeom>
              <a:avLst/>
              <a:gdLst/>
              <a:ahLst/>
              <a:cxnLst/>
              <a:rect l="l" t="t" r="r" b="b"/>
              <a:pathLst>
                <a:path w="322" h="5442" extrusionOk="0">
                  <a:moveTo>
                    <a:pt x="0" y="1"/>
                  </a:moveTo>
                  <a:lnTo>
                    <a:pt x="60" y="5442"/>
                  </a:lnTo>
                  <a:cubicBezTo>
                    <a:pt x="119" y="5406"/>
                    <a:pt x="179" y="5406"/>
                    <a:pt x="238" y="5406"/>
                  </a:cubicBezTo>
                  <a:cubicBezTo>
                    <a:pt x="274" y="5406"/>
                    <a:pt x="298" y="5406"/>
                    <a:pt x="322" y="5418"/>
                  </a:cubicBezTo>
                  <a:lnTo>
                    <a:pt x="274" y="96"/>
                  </a:lnTo>
                  <a:cubicBezTo>
                    <a:pt x="179" y="72"/>
                    <a:pt x="72" y="48"/>
                    <a:pt x="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17"/>
            <p:cNvSpPr/>
            <p:nvPr/>
          </p:nvSpPr>
          <p:spPr>
            <a:xfrm>
              <a:off x="1688000" y="1544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17"/>
            <p:cNvSpPr/>
            <p:nvPr/>
          </p:nvSpPr>
          <p:spPr>
            <a:xfrm>
              <a:off x="1309675" y="1487525"/>
              <a:ext cx="94675" cy="19650"/>
            </a:xfrm>
            <a:custGeom>
              <a:avLst/>
              <a:gdLst/>
              <a:ahLst/>
              <a:cxnLst/>
              <a:rect l="l" t="t" r="r" b="b"/>
              <a:pathLst>
                <a:path w="3787" h="786" extrusionOk="0">
                  <a:moveTo>
                    <a:pt x="12" y="0"/>
                  </a:moveTo>
                  <a:cubicBezTo>
                    <a:pt x="36" y="24"/>
                    <a:pt x="36" y="72"/>
                    <a:pt x="36" y="95"/>
                  </a:cubicBezTo>
                  <a:cubicBezTo>
                    <a:pt x="36" y="155"/>
                    <a:pt x="12" y="214"/>
                    <a:pt x="1" y="262"/>
                  </a:cubicBezTo>
                  <a:lnTo>
                    <a:pt x="3668" y="786"/>
                  </a:lnTo>
                  <a:cubicBezTo>
                    <a:pt x="3680" y="691"/>
                    <a:pt x="3727" y="607"/>
                    <a:pt x="3787" y="536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17"/>
            <p:cNvSpPr/>
            <p:nvPr/>
          </p:nvSpPr>
          <p:spPr>
            <a:xfrm>
              <a:off x="1687700" y="15458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17"/>
            <p:cNvSpPr/>
            <p:nvPr/>
          </p:nvSpPr>
          <p:spPr>
            <a:xfrm>
              <a:off x="1430825" y="1504475"/>
              <a:ext cx="247675" cy="41700"/>
            </a:xfrm>
            <a:custGeom>
              <a:avLst/>
              <a:gdLst/>
              <a:ahLst/>
              <a:cxnLst/>
              <a:rect l="l" t="t" r="r" b="b"/>
              <a:pathLst>
                <a:path w="9907" h="1668" extrusionOk="0">
                  <a:moveTo>
                    <a:pt x="0" y="1"/>
                  </a:moveTo>
                  <a:lnTo>
                    <a:pt x="0" y="1"/>
                  </a:lnTo>
                  <a:cubicBezTo>
                    <a:pt x="48" y="108"/>
                    <a:pt x="72" y="191"/>
                    <a:pt x="48" y="287"/>
                  </a:cubicBezTo>
                  <a:lnTo>
                    <a:pt x="9799" y="1668"/>
                  </a:lnTo>
                  <a:lnTo>
                    <a:pt x="9906" y="1596"/>
                  </a:lnTo>
                  <a:lnTo>
                    <a:pt x="9478" y="13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17"/>
            <p:cNvSpPr/>
            <p:nvPr/>
          </p:nvSpPr>
          <p:spPr>
            <a:xfrm>
              <a:off x="1687100" y="15464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1" y="24"/>
                  </a:moveTo>
                  <a:lnTo>
                    <a:pt x="1" y="24"/>
                  </a:lnTo>
                  <a:cubicBezTo>
                    <a:pt x="1" y="1"/>
                    <a:pt x="1" y="24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17"/>
            <p:cNvSpPr/>
            <p:nvPr/>
          </p:nvSpPr>
          <p:spPr>
            <a:xfrm>
              <a:off x="1687700" y="1545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17"/>
            <p:cNvSpPr/>
            <p:nvPr/>
          </p:nvSpPr>
          <p:spPr>
            <a:xfrm>
              <a:off x="1476075" y="1544675"/>
              <a:ext cx="211050" cy="154800"/>
            </a:xfrm>
            <a:custGeom>
              <a:avLst/>
              <a:gdLst/>
              <a:ahLst/>
              <a:cxnLst/>
              <a:rect l="l" t="t" r="r" b="b"/>
              <a:pathLst>
                <a:path w="8442" h="6192" extrusionOk="0">
                  <a:moveTo>
                    <a:pt x="8096" y="0"/>
                  </a:moveTo>
                  <a:lnTo>
                    <a:pt x="7989" y="72"/>
                  </a:lnTo>
                  <a:lnTo>
                    <a:pt x="0" y="5965"/>
                  </a:lnTo>
                  <a:cubicBezTo>
                    <a:pt x="60" y="6025"/>
                    <a:pt x="119" y="6084"/>
                    <a:pt x="143" y="6179"/>
                  </a:cubicBezTo>
                  <a:cubicBezTo>
                    <a:pt x="143" y="6179"/>
                    <a:pt x="143" y="6191"/>
                    <a:pt x="155" y="6191"/>
                  </a:cubicBezTo>
                  <a:lnTo>
                    <a:pt x="8442" y="95"/>
                  </a:lnTo>
                  <a:lnTo>
                    <a:pt x="8442" y="95"/>
                  </a:lnTo>
                  <a:cubicBezTo>
                    <a:pt x="8418" y="107"/>
                    <a:pt x="8418" y="107"/>
                    <a:pt x="8406" y="107"/>
                  </a:cubicBezTo>
                  <a:lnTo>
                    <a:pt x="8394" y="107"/>
                  </a:lnTo>
                  <a:cubicBezTo>
                    <a:pt x="8370" y="107"/>
                    <a:pt x="8358" y="119"/>
                    <a:pt x="8346" y="119"/>
                  </a:cubicBezTo>
                  <a:lnTo>
                    <a:pt x="8299" y="119"/>
                  </a:lnTo>
                  <a:cubicBezTo>
                    <a:pt x="8287" y="119"/>
                    <a:pt x="8287" y="119"/>
                    <a:pt x="8275" y="107"/>
                  </a:cubicBezTo>
                  <a:lnTo>
                    <a:pt x="809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17"/>
            <p:cNvSpPr/>
            <p:nvPr/>
          </p:nvSpPr>
          <p:spPr>
            <a:xfrm>
              <a:off x="1688000" y="15446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2"/>
                  </a:moveTo>
                  <a:cubicBezTo>
                    <a:pt x="0" y="12"/>
                    <a:pt x="0" y="0"/>
                    <a:pt x="0" y="12"/>
                  </a:cubicBezTo>
                  <a:cubicBezTo>
                    <a:pt x="0" y="0"/>
                    <a:pt x="0" y="0"/>
                    <a:pt x="0" y="12"/>
                  </a:cubicBezTo>
                  <a:cubicBezTo>
                    <a:pt x="0" y="0"/>
                    <a:pt x="0" y="0"/>
                    <a:pt x="0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17"/>
            <p:cNvSpPr/>
            <p:nvPr/>
          </p:nvSpPr>
          <p:spPr>
            <a:xfrm>
              <a:off x="1681750" y="1319350"/>
              <a:ext cx="26225" cy="225050"/>
            </a:xfrm>
            <a:custGeom>
              <a:avLst/>
              <a:gdLst/>
              <a:ahLst/>
              <a:cxnLst/>
              <a:rect l="l" t="t" r="r" b="b"/>
              <a:pathLst>
                <a:path w="1049" h="9002" extrusionOk="0">
                  <a:moveTo>
                    <a:pt x="750" y="0"/>
                  </a:moveTo>
                  <a:lnTo>
                    <a:pt x="0" y="8763"/>
                  </a:lnTo>
                  <a:lnTo>
                    <a:pt x="191" y="8870"/>
                  </a:lnTo>
                  <a:cubicBezTo>
                    <a:pt x="238" y="8894"/>
                    <a:pt x="274" y="8942"/>
                    <a:pt x="274" y="9001"/>
                  </a:cubicBezTo>
                  <a:lnTo>
                    <a:pt x="104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17"/>
            <p:cNvSpPr/>
            <p:nvPr/>
          </p:nvSpPr>
          <p:spPr>
            <a:xfrm>
              <a:off x="1687100" y="15464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1" y="24"/>
                  </a:moveTo>
                  <a:cubicBezTo>
                    <a:pt x="1" y="24"/>
                    <a:pt x="1" y="1"/>
                    <a:pt x="1" y="24"/>
                  </a:cubicBezTo>
                  <a:cubicBezTo>
                    <a:pt x="1" y="1"/>
                    <a:pt x="1" y="1"/>
                    <a:pt x="1" y="24"/>
                  </a:cubicBezTo>
                  <a:cubicBezTo>
                    <a:pt x="1" y="1"/>
                    <a:pt x="1" y="1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17"/>
            <p:cNvSpPr/>
            <p:nvPr/>
          </p:nvSpPr>
          <p:spPr>
            <a:xfrm>
              <a:off x="1684125" y="15476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lnTo>
                    <a:pt x="1" y="0"/>
                  </a:lnTo>
                  <a:lnTo>
                    <a:pt x="24" y="0"/>
                  </a:lnTo>
                  <a:cubicBezTo>
                    <a:pt x="12" y="0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17"/>
            <p:cNvSpPr/>
            <p:nvPr/>
          </p:nvSpPr>
          <p:spPr>
            <a:xfrm>
              <a:off x="1687700" y="15455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13"/>
                  </a:lnTo>
                  <a:lnTo>
                    <a:pt x="0" y="13"/>
                  </a:lnTo>
                  <a:cubicBezTo>
                    <a:pt x="0" y="1"/>
                    <a:pt x="0" y="1"/>
                    <a:pt x="0" y="13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17"/>
            <p:cNvSpPr/>
            <p:nvPr/>
          </p:nvSpPr>
          <p:spPr>
            <a:xfrm>
              <a:off x="1684725" y="15476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17"/>
            <p:cNvSpPr/>
            <p:nvPr/>
          </p:nvSpPr>
          <p:spPr>
            <a:xfrm>
              <a:off x="1323375" y="1333625"/>
              <a:ext cx="364650" cy="214350"/>
            </a:xfrm>
            <a:custGeom>
              <a:avLst/>
              <a:gdLst/>
              <a:ahLst/>
              <a:cxnLst/>
              <a:rect l="l" t="t" r="r" b="b"/>
              <a:pathLst>
                <a:path w="14586" h="8574" extrusionOk="0">
                  <a:moveTo>
                    <a:pt x="203" y="1"/>
                  </a:moveTo>
                  <a:cubicBezTo>
                    <a:pt x="143" y="84"/>
                    <a:pt x="84" y="155"/>
                    <a:pt x="0" y="215"/>
                  </a:cubicBezTo>
                  <a:lnTo>
                    <a:pt x="13752" y="8204"/>
                  </a:lnTo>
                  <a:lnTo>
                    <a:pt x="14192" y="8454"/>
                  </a:lnTo>
                  <a:lnTo>
                    <a:pt x="14371" y="8561"/>
                  </a:lnTo>
                  <a:cubicBezTo>
                    <a:pt x="14383" y="8561"/>
                    <a:pt x="14383" y="8573"/>
                    <a:pt x="14395" y="8573"/>
                  </a:cubicBezTo>
                  <a:lnTo>
                    <a:pt x="14442" y="8573"/>
                  </a:lnTo>
                  <a:cubicBezTo>
                    <a:pt x="14454" y="8573"/>
                    <a:pt x="14466" y="8573"/>
                    <a:pt x="14490" y="8561"/>
                  </a:cubicBezTo>
                  <a:lnTo>
                    <a:pt x="14502" y="8561"/>
                  </a:lnTo>
                  <a:cubicBezTo>
                    <a:pt x="14514" y="8561"/>
                    <a:pt x="14514" y="8549"/>
                    <a:pt x="14526" y="8549"/>
                  </a:cubicBezTo>
                  <a:cubicBezTo>
                    <a:pt x="14550" y="8537"/>
                    <a:pt x="14550" y="8537"/>
                    <a:pt x="14550" y="8514"/>
                  </a:cubicBezTo>
                  <a:lnTo>
                    <a:pt x="14550" y="8502"/>
                  </a:lnTo>
                  <a:lnTo>
                    <a:pt x="14550" y="8490"/>
                  </a:lnTo>
                  <a:lnTo>
                    <a:pt x="14550" y="8478"/>
                  </a:lnTo>
                  <a:cubicBezTo>
                    <a:pt x="14585" y="8383"/>
                    <a:pt x="14573" y="8335"/>
                    <a:pt x="14514" y="8311"/>
                  </a:cubicBezTo>
                  <a:lnTo>
                    <a:pt x="14323" y="820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17"/>
            <p:cNvSpPr/>
            <p:nvPr/>
          </p:nvSpPr>
          <p:spPr>
            <a:xfrm>
              <a:off x="1273950" y="1318750"/>
              <a:ext cx="60750" cy="26600"/>
            </a:xfrm>
            <a:custGeom>
              <a:avLst/>
              <a:gdLst/>
              <a:ahLst/>
              <a:cxnLst/>
              <a:rect l="l" t="t" r="r" b="b"/>
              <a:pathLst>
                <a:path w="2430" h="1064" extrusionOk="0">
                  <a:moveTo>
                    <a:pt x="1" y="0"/>
                  </a:moveTo>
                  <a:cubicBezTo>
                    <a:pt x="13" y="119"/>
                    <a:pt x="60" y="250"/>
                    <a:pt x="120" y="369"/>
                  </a:cubicBezTo>
                  <a:cubicBezTo>
                    <a:pt x="251" y="643"/>
                    <a:pt x="465" y="834"/>
                    <a:pt x="715" y="953"/>
                  </a:cubicBezTo>
                  <a:cubicBezTo>
                    <a:pt x="810" y="1000"/>
                    <a:pt x="894" y="1012"/>
                    <a:pt x="989" y="1048"/>
                  </a:cubicBezTo>
                  <a:cubicBezTo>
                    <a:pt x="1062" y="1058"/>
                    <a:pt x="1135" y="1063"/>
                    <a:pt x="1209" y="1063"/>
                  </a:cubicBezTo>
                  <a:cubicBezTo>
                    <a:pt x="1401" y="1063"/>
                    <a:pt x="1594" y="1027"/>
                    <a:pt x="1775" y="941"/>
                  </a:cubicBezTo>
                  <a:cubicBezTo>
                    <a:pt x="1858" y="893"/>
                    <a:pt x="1941" y="858"/>
                    <a:pt x="2001" y="786"/>
                  </a:cubicBezTo>
                  <a:cubicBezTo>
                    <a:pt x="2072" y="727"/>
                    <a:pt x="2132" y="655"/>
                    <a:pt x="2192" y="584"/>
                  </a:cubicBezTo>
                  <a:cubicBezTo>
                    <a:pt x="2322" y="417"/>
                    <a:pt x="2394" y="215"/>
                    <a:pt x="2430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17"/>
            <p:cNvSpPr/>
            <p:nvPr/>
          </p:nvSpPr>
          <p:spPr>
            <a:xfrm>
              <a:off x="1159350" y="2001350"/>
              <a:ext cx="50050" cy="42850"/>
            </a:xfrm>
            <a:custGeom>
              <a:avLst/>
              <a:gdLst/>
              <a:ahLst/>
              <a:cxnLst/>
              <a:rect l="l" t="t" r="r" b="b"/>
              <a:pathLst>
                <a:path w="2002" h="1714" extrusionOk="0">
                  <a:moveTo>
                    <a:pt x="1013" y="0"/>
                  </a:moveTo>
                  <a:cubicBezTo>
                    <a:pt x="968" y="0"/>
                    <a:pt x="924" y="3"/>
                    <a:pt x="882" y="9"/>
                  </a:cubicBezTo>
                  <a:cubicBezTo>
                    <a:pt x="787" y="21"/>
                    <a:pt x="703" y="57"/>
                    <a:pt x="608" y="81"/>
                  </a:cubicBezTo>
                  <a:cubicBezTo>
                    <a:pt x="179" y="295"/>
                    <a:pt x="1" y="807"/>
                    <a:pt x="227" y="1247"/>
                  </a:cubicBezTo>
                  <a:cubicBezTo>
                    <a:pt x="251" y="1307"/>
                    <a:pt x="299" y="1366"/>
                    <a:pt x="346" y="1426"/>
                  </a:cubicBezTo>
                  <a:cubicBezTo>
                    <a:pt x="406" y="1497"/>
                    <a:pt x="477" y="1557"/>
                    <a:pt x="549" y="1605"/>
                  </a:cubicBezTo>
                  <a:cubicBezTo>
                    <a:pt x="709" y="1669"/>
                    <a:pt x="898" y="1714"/>
                    <a:pt x="1072" y="1714"/>
                  </a:cubicBezTo>
                  <a:cubicBezTo>
                    <a:pt x="1092" y="1714"/>
                    <a:pt x="1112" y="1713"/>
                    <a:pt x="1132" y="1712"/>
                  </a:cubicBezTo>
                  <a:cubicBezTo>
                    <a:pt x="1227" y="1688"/>
                    <a:pt x="1311" y="1664"/>
                    <a:pt x="1406" y="1628"/>
                  </a:cubicBezTo>
                  <a:lnTo>
                    <a:pt x="1489" y="1593"/>
                  </a:lnTo>
                  <a:cubicBezTo>
                    <a:pt x="1846" y="1343"/>
                    <a:pt x="2001" y="878"/>
                    <a:pt x="1787" y="473"/>
                  </a:cubicBezTo>
                  <a:cubicBezTo>
                    <a:pt x="1703" y="307"/>
                    <a:pt x="1561" y="176"/>
                    <a:pt x="1418" y="104"/>
                  </a:cubicBezTo>
                  <a:cubicBezTo>
                    <a:pt x="1322" y="57"/>
                    <a:pt x="1239" y="21"/>
                    <a:pt x="1144" y="9"/>
                  </a:cubicBezTo>
                  <a:cubicBezTo>
                    <a:pt x="1102" y="3"/>
                    <a:pt x="1058" y="0"/>
                    <a:pt x="1013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17"/>
            <p:cNvSpPr/>
            <p:nvPr/>
          </p:nvSpPr>
          <p:spPr>
            <a:xfrm>
              <a:off x="1083450" y="2128475"/>
              <a:ext cx="44675" cy="61325"/>
            </a:xfrm>
            <a:custGeom>
              <a:avLst/>
              <a:gdLst/>
              <a:ahLst/>
              <a:cxnLst/>
              <a:rect l="l" t="t" r="r" b="b"/>
              <a:pathLst>
                <a:path w="1787" h="2453" extrusionOk="0">
                  <a:moveTo>
                    <a:pt x="465" y="1"/>
                  </a:moveTo>
                  <a:cubicBezTo>
                    <a:pt x="309" y="1"/>
                    <a:pt x="151" y="30"/>
                    <a:pt x="1" y="91"/>
                  </a:cubicBezTo>
                  <a:lnTo>
                    <a:pt x="1" y="2366"/>
                  </a:lnTo>
                  <a:cubicBezTo>
                    <a:pt x="148" y="2422"/>
                    <a:pt x="312" y="2452"/>
                    <a:pt x="479" y="2452"/>
                  </a:cubicBezTo>
                  <a:cubicBezTo>
                    <a:pt x="660" y="2452"/>
                    <a:pt x="845" y="2416"/>
                    <a:pt x="1013" y="2342"/>
                  </a:cubicBezTo>
                  <a:cubicBezTo>
                    <a:pt x="1072" y="2306"/>
                    <a:pt x="1144" y="2258"/>
                    <a:pt x="1203" y="2223"/>
                  </a:cubicBezTo>
                  <a:cubicBezTo>
                    <a:pt x="1263" y="2139"/>
                    <a:pt x="1346" y="2080"/>
                    <a:pt x="1406" y="2020"/>
                  </a:cubicBezTo>
                  <a:cubicBezTo>
                    <a:pt x="1715" y="1663"/>
                    <a:pt x="1787" y="1127"/>
                    <a:pt x="1560" y="687"/>
                  </a:cubicBezTo>
                  <a:cubicBezTo>
                    <a:pt x="1513" y="592"/>
                    <a:pt x="1465" y="508"/>
                    <a:pt x="1406" y="437"/>
                  </a:cubicBezTo>
                  <a:cubicBezTo>
                    <a:pt x="1346" y="353"/>
                    <a:pt x="1263" y="294"/>
                    <a:pt x="1191" y="234"/>
                  </a:cubicBezTo>
                  <a:cubicBezTo>
                    <a:pt x="989" y="84"/>
                    <a:pt x="730" y="1"/>
                    <a:pt x="46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17"/>
            <p:cNvSpPr/>
            <p:nvPr/>
          </p:nvSpPr>
          <p:spPr>
            <a:xfrm>
              <a:off x="1288250" y="1790575"/>
              <a:ext cx="32175" cy="31125"/>
            </a:xfrm>
            <a:custGeom>
              <a:avLst/>
              <a:gdLst/>
              <a:ahLst/>
              <a:cxnLst/>
              <a:rect l="l" t="t" r="r" b="b"/>
              <a:pathLst>
                <a:path w="1287" h="1245" extrusionOk="0">
                  <a:moveTo>
                    <a:pt x="577" y="1"/>
                  </a:moveTo>
                  <a:cubicBezTo>
                    <a:pt x="530" y="1"/>
                    <a:pt x="477" y="14"/>
                    <a:pt x="429" y="34"/>
                  </a:cubicBezTo>
                  <a:lnTo>
                    <a:pt x="334" y="82"/>
                  </a:lnTo>
                  <a:cubicBezTo>
                    <a:pt x="167" y="165"/>
                    <a:pt x="60" y="320"/>
                    <a:pt x="12" y="499"/>
                  </a:cubicBezTo>
                  <a:cubicBezTo>
                    <a:pt x="0" y="582"/>
                    <a:pt x="0" y="677"/>
                    <a:pt x="12" y="761"/>
                  </a:cubicBezTo>
                  <a:lnTo>
                    <a:pt x="60" y="892"/>
                  </a:lnTo>
                  <a:cubicBezTo>
                    <a:pt x="84" y="951"/>
                    <a:pt x="119" y="999"/>
                    <a:pt x="155" y="1058"/>
                  </a:cubicBezTo>
                  <a:cubicBezTo>
                    <a:pt x="215" y="1130"/>
                    <a:pt x="310" y="1177"/>
                    <a:pt x="381" y="1213"/>
                  </a:cubicBezTo>
                  <a:cubicBezTo>
                    <a:pt x="393" y="1213"/>
                    <a:pt x="417" y="1225"/>
                    <a:pt x="429" y="1225"/>
                  </a:cubicBezTo>
                  <a:cubicBezTo>
                    <a:pt x="478" y="1239"/>
                    <a:pt x="531" y="1245"/>
                    <a:pt x="583" y="1245"/>
                  </a:cubicBezTo>
                  <a:cubicBezTo>
                    <a:pt x="620" y="1245"/>
                    <a:pt x="656" y="1242"/>
                    <a:pt x="691" y="1237"/>
                  </a:cubicBezTo>
                  <a:cubicBezTo>
                    <a:pt x="750" y="1225"/>
                    <a:pt x="798" y="1213"/>
                    <a:pt x="858" y="1177"/>
                  </a:cubicBezTo>
                  <a:cubicBezTo>
                    <a:pt x="1167" y="1034"/>
                    <a:pt x="1286" y="653"/>
                    <a:pt x="1131" y="356"/>
                  </a:cubicBezTo>
                  <a:cubicBezTo>
                    <a:pt x="1036" y="165"/>
                    <a:pt x="858" y="46"/>
                    <a:pt x="667" y="22"/>
                  </a:cubicBezTo>
                  <a:cubicBezTo>
                    <a:pt x="642" y="7"/>
                    <a:pt x="611" y="1"/>
                    <a:pt x="57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17"/>
            <p:cNvSpPr/>
            <p:nvPr/>
          </p:nvSpPr>
          <p:spPr>
            <a:xfrm>
              <a:off x="1297475" y="2375200"/>
              <a:ext cx="32775" cy="30800"/>
            </a:xfrm>
            <a:custGeom>
              <a:avLst/>
              <a:gdLst/>
              <a:ahLst/>
              <a:cxnLst/>
              <a:rect l="l" t="t" r="r" b="b"/>
              <a:pathLst>
                <a:path w="1311" h="1232" extrusionOk="0">
                  <a:moveTo>
                    <a:pt x="608" y="0"/>
                  </a:moveTo>
                  <a:cubicBezTo>
                    <a:pt x="563" y="0"/>
                    <a:pt x="518" y="3"/>
                    <a:pt x="477" y="9"/>
                  </a:cubicBezTo>
                  <a:cubicBezTo>
                    <a:pt x="429" y="33"/>
                    <a:pt x="393" y="33"/>
                    <a:pt x="369" y="57"/>
                  </a:cubicBezTo>
                  <a:cubicBezTo>
                    <a:pt x="358" y="57"/>
                    <a:pt x="358" y="57"/>
                    <a:pt x="346" y="69"/>
                  </a:cubicBezTo>
                  <a:cubicBezTo>
                    <a:pt x="262" y="117"/>
                    <a:pt x="191" y="164"/>
                    <a:pt x="143" y="224"/>
                  </a:cubicBezTo>
                  <a:lnTo>
                    <a:pt x="60" y="355"/>
                  </a:lnTo>
                  <a:cubicBezTo>
                    <a:pt x="12" y="450"/>
                    <a:pt x="0" y="533"/>
                    <a:pt x="0" y="628"/>
                  </a:cubicBezTo>
                  <a:cubicBezTo>
                    <a:pt x="0" y="712"/>
                    <a:pt x="12" y="807"/>
                    <a:pt x="60" y="890"/>
                  </a:cubicBezTo>
                  <a:cubicBezTo>
                    <a:pt x="160" y="1108"/>
                    <a:pt x="373" y="1232"/>
                    <a:pt x="594" y="1232"/>
                  </a:cubicBezTo>
                  <a:cubicBezTo>
                    <a:pt x="687" y="1232"/>
                    <a:pt x="781" y="1210"/>
                    <a:pt x="870" y="1164"/>
                  </a:cubicBezTo>
                  <a:cubicBezTo>
                    <a:pt x="1191" y="1009"/>
                    <a:pt x="1310" y="640"/>
                    <a:pt x="1143" y="343"/>
                  </a:cubicBezTo>
                  <a:cubicBezTo>
                    <a:pt x="1048" y="164"/>
                    <a:pt x="905" y="57"/>
                    <a:pt x="739" y="9"/>
                  </a:cubicBezTo>
                  <a:cubicBezTo>
                    <a:pt x="697" y="3"/>
                    <a:pt x="652" y="0"/>
                    <a:pt x="6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17"/>
            <p:cNvSpPr/>
            <p:nvPr/>
          </p:nvSpPr>
          <p:spPr>
            <a:xfrm>
              <a:off x="1445100" y="1689025"/>
              <a:ext cx="39025" cy="34575"/>
            </a:xfrm>
            <a:custGeom>
              <a:avLst/>
              <a:gdLst/>
              <a:ahLst/>
              <a:cxnLst/>
              <a:rect l="l" t="t" r="r" b="b"/>
              <a:pathLst>
                <a:path w="1561" h="1383" extrusionOk="0">
                  <a:moveTo>
                    <a:pt x="787" y="1"/>
                  </a:moveTo>
                  <a:cubicBezTo>
                    <a:pt x="703" y="1"/>
                    <a:pt x="608" y="13"/>
                    <a:pt x="525" y="60"/>
                  </a:cubicBezTo>
                  <a:cubicBezTo>
                    <a:pt x="501" y="60"/>
                    <a:pt x="489" y="72"/>
                    <a:pt x="477" y="72"/>
                  </a:cubicBezTo>
                  <a:cubicBezTo>
                    <a:pt x="132" y="239"/>
                    <a:pt x="1" y="655"/>
                    <a:pt x="168" y="1001"/>
                  </a:cubicBezTo>
                  <a:cubicBezTo>
                    <a:pt x="277" y="1245"/>
                    <a:pt x="530" y="1382"/>
                    <a:pt x="782" y="1382"/>
                  </a:cubicBezTo>
                  <a:cubicBezTo>
                    <a:pt x="886" y="1382"/>
                    <a:pt x="990" y="1359"/>
                    <a:pt x="1084" y="1310"/>
                  </a:cubicBezTo>
                  <a:cubicBezTo>
                    <a:pt x="1430" y="1144"/>
                    <a:pt x="1561" y="727"/>
                    <a:pt x="1394" y="405"/>
                  </a:cubicBezTo>
                  <a:cubicBezTo>
                    <a:pt x="1394" y="405"/>
                    <a:pt x="1394" y="394"/>
                    <a:pt x="1382" y="394"/>
                  </a:cubicBezTo>
                  <a:cubicBezTo>
                    <a:pt x="1358" y="310"/>
                    <a:pt x="1311" y="239"/>
                    <a:pt x="1251" y="179"/>
                  </a:cubicBezTo>
                  <a:cubicBezTo>
                    <a:pt x="1132" y="60"/>
                    <a:pt x="953" y="1"/>
                    <a:pt x="78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17"/>
            <p:cNvSpPr/>
            <p:nvPr/>
          </p:nvSpPr>
          <p:spPr>
            <a:xfrm>
              <a:off x="1285875" y="1477700"/>
              <a:ext cx="24725" cy="24425"/>
            </a:xfrm>
            <a:custGeom>
              <a:avLst/>
              <a:gdLst/>
              <a:ahLst/>
              <a:cxnLst/>
              <a:rect l="l" t="t" r="r" b="b"/>
              <a:pathLst>
                <a:path w="989" h="977" extrusionOk="0">
                  <a:moveTo>
                    <a:pt x="488" y="0"/>
                  </a:moveTo>
                  <a:cubicBezTo>
                    <a:pt x="429" y="0"/>
                    <a:pt x="369" y="12"/>
                    <a:pt x="310" y="36"/>
                  </a:cubicBezTo>
                  <a:cubicBezTo>
                    <a:pt x="214" y="72"/>
                    <a:pt x="119" y="155"/>
                    <a:pt x="60" y="250"/>
                  </a:cubicBezTo>
                  <a:cubicBezTo>
                    <a:pt x="12" y="334"/>
                    <a:pt x="0" y="405"/>
                    <a:pt x="0" y="488"/>
                  </a:cubicBezTo>
                  <a:lnTo>
                    <a:pt x="0" y="524"/>
                  </a:lnTo>
                  <a:cubicBezTo>
                    <a:pt x="12" y="715"/>
                    <a:pt x="131" y="881"/>
                    <a:pt x="310" y="953"/>
                  </a:cubicBezTo>
                  <a:cubicBezTo>
                    <a:pt x="369" y="965"/>
                    <a:pt x="429" y="977"/>
                    <a:pt x="488" y="977"/>
                  </a:cubicBezTo>
                  <a:cubicBezTo>
                    <a:pt x="524" y="977"/>
                    <a:pt x="548" y="977"/>
                    <a:pt x="583" y="965"/>
                  </a:cubicBezTo>
                  <a:cubicBezTo>
                    <a:pt x="750" y="941"/>
                    <a:pt x="893" y="798"/>
                    <a:pt x="941" y="655"/>
                  </a:cubicBezTo>
                  <a:cubicBezTo>
                    <a:pt x="953" y="596"/>
                    <a:pt x="964" y="548"/>
                    <a:pt x="964" y="488"/>
                  </a:cubicBezTo>
                  <a:cubicBezTo>
                    <a:pt x="988" y="465"/>
                    <a:pt x="964" y="417"/>
                    <a:pt x="964" y="393"/>
                  </a:cubicBezTo>
                  <a:cubicBezTo>
                    <a:pt x="929" y="191"/>
                    <a:pt x="774" y="48"/>
                    <a:pt x="583" y="12"/>
                  </a:cubicBezTo>
                  <a:cubicBezTo>
                    <a:pt x="548" y="12"/>
                    <a:pt x="524" y="0"/>
                    <a:pt x="48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17"/>
            <p:cNvSpPr/>
            <p:nvPr/>
          </p:nvSpPr>
          <p:spPr>
            <a:xfrm>
              <a:off x="1400175" y="1494100"/>
              <a:ext cx="32750" cy="31300"/>
            </a:xfrm>
            <a:custGeom>
              <a:avLst/>
              <a:gdLst/>
              <a:ahLst/>
              <a:cxnLst/>
              <a:rect l="l" t="t" r="r" b="b"/>
              <a:pathLst>
                <a:path w="1310" h="1252" extrusionOk="0">
                  <a:moveTo>
                    <a:pt x="646" y="0"/>
                  </a:moveTo>
                  <a:cubicBezTo>
                    <a:pt x="553" y="0"/>
                    <a:pt x="458" y="22"/>
                    <a:pt x="369" y="70"/>
                  </a:cubicBezTo>
                  <a:cubicBezTo>
                    <a:pt x="286" y="118"/>
                    <a:pt x="202" y="178"/>
                    <a:pt x="143" y="249"/>
                  </a:cubicBezTo>
                  <a:cubicBezTo>
                    <a:pt x="83" y="321"/>
                    <a:pt x="48" y="416"/>
                    <a:pt x="24" y="499"/>
                  </a:cubicBezTo>
                  <a:cubicBezTo>
                    <a:pt x="0" y="642"/>
                    <a:pt x="12" y="773"/>
                    <a:pt x="83" y="904"/>
                  </a:cubicBezTo>
                  <a:cubicBezTo>
                    <a:pt x="193" y="1123"/>
                    <a:pt x="414" y="1252"/>
                    <a:pt x="644" y="1252"/>
                  </a:cubicBezTo>
                  <a:cubicBezTo>
                    <a:pt x="664" y="1252"/>
                    <a:pt x="683" y="1251"/>
                    <a:pt x="702" y="1249"/>
                  </a:cubicBezTo>
                  <a:cubicBezTo>
                    <a:pt x="774" y="1249"/>
                    <a:pt x="845" y="1213"/>
                    <a:pt x="917" y="1190"/>
                  </a:cubicBezTo>
                  <a:cubicBezTo>
                    <a:pt x="929" y="1194"/>
                    <a:pt x="938" y="1195"/>
                    <a:pt x="945" y="1195"/>
                  </a:cubicBezTo>
                  <a:cubicBezTo>
                    <a:pt x="960" y="1195"/>
                    <a:pt x="968" y="1190"/>
                    <a:pt x="976" y="1190"/>
                  </a:cubicBezTo>
                  <a:cubicBezTo>
                    <a:pt x="1155" y="1083"/>
                    <a:pt x="1274" y="904"/>
                    <a:pt x="1298" y="702"/>
                  </a:cubicBezTo>
                  <a:cubicBezTo>
                    <a:pt x="1310" y="606"/>
                    <a:pt x="1298" y="499"/>
                    <a:pt x="1250" y="416"/>
                  </a:cubicBezTo>
                  <a:cubicBezTo>
                    <a:pt x="1250" y="404"/>
                    <a:pt x="1226" y="392"/>
                    <a:pt x="1214" y="356"/>
                  </a:cubicBezTo>
                  <a:cubicBezTo>
                    <a:pt x="1096" y="136"/>
                    <a:pt x="875" y="0"/>
                    <a:pt x="64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7" name="Google Shape;2177;p17"/>
          <p:cNvGrpSpPr/>
          <p:nvPr/>
        </p:nvGrpSpPr>
        <p:grpSpPr>
          <a:xfrm flipH="1">
            <a:off x="7881404" y="-33"/>
            <a:ext cx="1262602" cy="2198093"/>
            <a:chOff x="1083450" y="1318750"/>
            <a:chExt cx="624525" cy="1087250"/>
          </a:xfrm>
        </p:grpSpPr>
        <p:sp>
          <p:nvSpPr>
            <p:cNvPr id="2178" name="Google Shape;2178;p17"/>
            <p:cNvSpPr/>
            <p:nvPr/>
          </p:nvSpPr>
          <p:spPr>
            <a:xfrm>
              <a:off x="1083450" y="2340600"/>
              <a:ext cx="215525" cy="50325"/>
            </a:xfrm>
            <a:custGeom>
              <a:avLst/>
              <a:gdLst/>
              <a:ahLst/>
              <a:cxnLst/>
              <a:rect l="l" t="t" r="r" b="b"/>
              <a:pathLst>
                <a:path w="8621" h="2013" extrusionOk="0">
                  <a:moveTo>
                    <a:pt x="1" y="0"/>
                  </a:moveTo>
                  <a:lnTo>
                    <a:pt x="1" y="286"/>
                  </a:lnTo>
                  <a:lnTo>
                    <a:pt x="8561" y="2012"/>
                  </a:lnTo>
                  <a:cubicBezTo>
                    <a:pt x="8561" y="1917"/>
                    <a:pt x="8573" y="1834"/>
                    <a:pt x="8621" y="173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17"/>
            <p:cNvSpPr/>
            <p:nvPr/>
          </p:nvSpPr>
          <p:spPr>
            <a:xfrm>
              <a:off x="1083450" y="21304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17"/>
            <p:cNvSpPr/>
            <p:nvPr/>
          </p:nvSpPr>
          <p:spPr>
            <a:xfrm>
              <a:off x="1083450" y="1806900"/>
              <a:ext cx="20275" cy="7475"/>
            </a:xfrm>
            <a:custGeom>
              <a:avLst/>
              <a:gdLst/>
              <a:ahLst/>
              <a:cxnLst/>
              <a:rect l="l" t="t" r="r" b="b"/>
              <a:pathLst>
                <a:path w="811" h="299" extrusionOk="0">
                  <a:moveTo>
                    <a:pt x="703" y="0"/>
                  </a:moveTo>
                  <a:lnTo>
                    <a:pt x="1" y="24"/>
                  </a:lnTo>
                  <a:lnTo>
                    <a:pt x="1" y="298"/>
                  </a:lnTo>
                  <a:lnTo>
                    <a:pt x="810" y="274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17"/>
            <p:cNvSpPr/>
            <p:nvPr/>
          </p:nvSpPr>
          <p:spPr>
            <a:xfrm>
              <a:off x="1108150" y="1802425"/>
              <a:ext cx="180125" cy="11350"/>
            </a:xfrm>
            <a:custGeom>
              <a:avLst/>
              <a:gdLst/>
              <a:ahLst/>
              <a:cxnLst/>
              <a:rect l="l" t="t" r="r" b="b"/>
              <a:pathLst>
                <a:path w="7205" h="454" extrusionOk="0">
                  <a:moveTo>
                    <a:pt x="7204" y="1"/>
                  </a:moveTo>
                  <a:lnTo>
                    <a:pt x="1" y="179"/>
                  </a:lnTo>
                  <a:lnTo>
                    <a:pt x="96" y="453"/>
                  </a:lnTo>
                  <a:lnTo>
                    <a:pt x="7204" y="275"/>
                  </a:lnTo>
                  <a:cubicBezTo>
                    <a:pt x="7180" y="179"/>
                    <a:pt x="7180" y="96"/>
                    <a:pt x="720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17"/>
            <p:cNvSpPr/>
            <p:nvPr/>
          </p:nvSpPr>
          <p:spPr>
            <a:xfrm>
              <a:off x="1194475" y="2040550"/>
              <a:ext cx="2425" cy="3600"/>
            </a:xfrm>
            <a:custGeom>
              <a:avLst/>
              <a:gdLst/>
              <a:ahLst/>
              <a:cxnLst/>
              <a:rect l="l" t="t" r="r" b="b"/>
              <a:pathLst>
                <a:path w="97" h="144" extrusionOk="0">
                  <a:moveTo>
                    <a:pt x="84" y="1"/>
                  </a:moveTo>
                  <a:lnTo>
                    <a:pt x="1" y="48"/>
                  </a:lnTo>
                  <a:lnTo>
                    <a:pt x="25" y="144"/>
                  </a:lnTo>
                  <a:cubicBezTo>
                    <a:pt x="72" y="108"/>
                    <a:pt x="96" y="48"/>
                    <a:pt x="8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17"/>
            <p:cNvSpPr/>
            <p:nvPr/>
          </p:nvSpPr>
          <p:spPr>
            <a:xfrm>
              <a:off x="1083450" y="1741425"/>
              <a:ext cx="98250" cy="261650"/>
            </a:xfrm>
            <a:custGeom>
              <a:avLst/>
              <a:gdLst/>
              <a:ahLst/>
              <a:cxnLst/>
              <a:rect l="l" t="t" r="r" b="b"/>
              <a:pathLst>
                <a:path w="3930" h="10466" extrusionOk="0">
                  <a:moveTo>
                    <a:pt x="1" y="0"/>
                  </a:moveTo>
                  <a:lnTo>
                    <a:pt x="1" y="774"/>
                  </a:lnTo>
                  <a:lnTo>
                    <a:pt x="703" y="2619"/>
                  </a:lnTo>
                  <a:lnTo>
                    <a:pt x="810" y="2893"/>
                  </a:lnTo>
                  <a:lnTo>
                    <a:pt x="3668" y="10466"/>
                  </a:lnTo>
                  <a:cubicBezTo>
                    <a:pt x="3751" y="10418"/>
                    <a:pt x="3835" y="10394"/>
                    <a:pt x="3930" y="10394"/>
                  </a:cubicBezTo>
                  <a:lnTo>
                    <a:pt x="1084" y="2893"/>
                  </a:lnTo>
                  <a:lnTo>
                    <a:pt x="989" y="261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17"/>
            <p:cNvSpPr/>
            <p:nvPr/>
          </p:nvSpPr>
          <p:spPr>
            <a:xfrm>
              <a:off x="1113525" y="2178975"/>
              <a:ext cx="193200" cy="201825"/>
            </a:xfrm>
            <a:custGeom>
              <a:avLst/>
              <a:gdLst/>
              <a:ahLst/>
              <a:cxnLst/>
              <a:rect l="l" t="t" r="r" b="b"/>
              <a:pathLst>
                <a:path w="7728" h="8073" extrusionOk="0">
                  <a:moveTo>
                    <a:pt x="203" y="0"/>
                  </a:moveTo>
                  <a:cubicBezTo>
                    <a:pt x="143" y="84"/>
                    <a:pt x="84" y="131"/>
                    <a:pt x="0" y="179"/>
                  </a:cubicBezTo>
                  <a:lnTo>
                    <a:pt x="7501" y="8073"/>
                  </a:lnTo>
                  <a:cubicBezTo>
                    <a:pt x="7549" y="8013"/>
                    <a:pt x="7608" y="7954"/>
                    <a:pt x="7704" y="7918"/>
                  </a:cubicBezTo>
                  <a:cubicBezTo>
                    <a:pt x="7716" y="7918"/>
                    <a:pt x="7716" y="7918"/>
                    <a:pt x="7727" y="7906"/>
                  </a:cubicBezTo>
                  <a:lnTo>
                    <a:pt x="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17"/>
            <p:cNvSpPr/>
            <p:nvPr/>
          </p:nvSpPr>
          <p:spPr>
            <a:xfrm>
              <a:off x="1187625" y="2041750"/>
              <a:ext cx="121175" cy="334600"/>
            </a:xfrm>
            <a:custGeom>
              <a:avLst/>
              <a:gdLst/>
              <a:ahLst/>
              <a:cxnLst/>
              <a:rect l="l" t="t" r="r" b="b"/>
              <a:pathLst>
                <a:path w="4847" h="13384" extrusionOk="0">
                  <a:moveTo>
                    <a:pt x="275" y="0"/>
                  </a:moveTo>
                  <a:lnTo>
                    <a:pt x="275" y="0"/>
                  </a:lnTo>
                  <a:cubicBezTo>
                    <a:pt x="180" y="48"/>
                    <a:pt x="96" y="72"/>
                    <a:pt x="1" y="72"/>
                  </a:cubicBezTo>
                  <a:lnTo>
                    <a:pt x="4752" y="13383"/>
                  </a:lnTo>
                  <a:cubicBezTo>
                    <a:pt x="4775" y="13371"/>
                    <a:pt x="4823" y="13347"/>
                    <a:pt x="4847" y="13335"/>
                  </a:cubicBezTo>
                  <a:lnTo>
                    <a:pt x="4835" y="12847"/>
                  </a:lnTo>
                  <a:lnTo>
                    <a:pt x="263" y="72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17"/>
            <p:cNvSpPr/>
            <p:nvPr/>
          </p:nvSpPr>
          <p:spPr>
            <a:xfrm>
              <a:off x="1188525" y="1816725"/>
              <a:ext cx="109275" cy="186650"/>
            </a:xfrm>
            <a:custGeom>
              <a:avLst/>
              <a:gdLst/>
              <a:ahLst/>
              <a:cxnLst/>
              <a:rect l="l" t="t" r="r" b="b"/>
              <a:pathLst>
                <a:path w="4371" h="7466" extrusionOk="0">
                  <a:moveTo>
                    <a:pt x="4144" y="0"/>
                  </a:moveTo>
                  <a:lnTo>
                    <a:pt x="1" y="7382"/>
                  </a:lnTo>
                  <a:cubicBezTo>
                    <a:pt x="84" y="7394"/>
                    <a:pt x="179" y="7430"/>
                    <a:pt x="251" y="7466"/>
                  </a:cubicBezTo>
                  <a:lnTo>
                    <a:pt x="4370" y="143"/>
                  </a:lnTo>
                  <a:cubicBezTo>
                    <a:pt x="4287" y="119"/>
                    <a:pt x="4204" y="72"/>
                    <a:pt x="414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17"/>
            <p:cNvSpPr/>
            <p:nvPr/>
          </p:nvSpPr>
          <p:spPr>
            <a:xfrm>
              <a:off x="1113225" y="2036700"/>
              <a:ext cx="60750" cy="102100"/>
            </a:xfrm>
            <a:custGeom>
              <a:avLst/>
              <a:gdLst/>
              <a:ahLst/>
              <a:cxnLst/>
              <a:rect l="l" t="t" r="r" b="b"/>
              <a:pathLst>
                <a:path w="2430" h="4084" extrusionOk="0">
                  <a:moveTo>
                    <a:pt x="2215" y="0"/>
                  </a:moveTo>
                  <a:lnTo>
                    <a:pt x="0" y="3893"/>
                  </a:lnTo>
                  <a:cubicBezTo>
                    <a:pt x="72" y="3953"/>
                    <a:pt x="155" y="4012"/>
                    <a:pt x="215" y="4084"/>
                  </a:cubicBezTo>
                  <a:lnTo>
                    <a:pt x="2429" y="179"/>
                  </a:lnTo>
                  <a:cubicBezTo>
                    <a:pt x="2358" y="131"/>
                    <a:pt x="2274" y="72"/>
                    <a:pt x="221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17"/>
            <p:cNvSpPr/>
            <p:nvPr/>
          </p:nvSpPr>
          <p:spPr>
            <a:xfrm>
              <a:off x="1299250" y="1820900"/>
              <a:ext cx="16700" cy="554550"/>
            </a:xfrm>
            <a:custGeom>
              <a:avLst/>
              <a:gdLst/>
              <a:ahLst/>
              <a:cxnLst/>
              <a:rect l="l" t="t" r="r" b="b"/>
              <a:pathLst>
                <a:path w="668" h="22182" extrusionOk="0">
                  <a:moveTo>
                    <a:pt x="1" y="0"/>
                  </a:moveTo>
                  <a:lnTo>
                    <a:pt x="394" y="21693"/>
                  </a:lnTo>
                  <a:lnTo>
                    <a:pt x="406" y="22181"/>
                  </a:lnTo>
                  <a:cubicBezTo>
                    <a:pt x="447" y="22175"/>
                    <a:pt x="492" y="22172"/>
                    <a:pt x="537" y="22172"/>
                  </a:cubicBezTo>
                  <a:cubicBezTo>
                    <a:pt x="581" y="22172"/>
                    <a:pt x="626" y="22175"/>
                    <a:pt x="668" y="22181"/>
                  </a:cubicBezTo>
                  <a:lnTo>
                    <a:pt x="275" y="12"/>
                  </a:lnTo>
                  <a:cubicBezTo>
                    <a:pt x="235" y="17"/>
                    <a:pt x="198" y="20"/>
                    <a:pt x="161" y="20"/>
                  </a:cubicBezTo>
                  <a:cubicBezTo>
                    <a:pt x="108" y="20"/>
                    <a:pt x="57" y="14"/>
                    <a:pt x="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17"/>
            <p:cNvSpPr/>
            <p:nvPr/>
          </p:nvSpPr>
          <p:spPr>
            <a:xfrm>
              <a:off x="1293600" y="1501500"/>
              <a:ext cx="11925" cy="289650"/>
            </a:xfrm>
            <a:custGeom>
              <a:avLst/>
              <a:gdLst/>
              <a:ahLst/>
              <a:cxnLst/>
              <a:rect l="l" t="t" r="r" b="b"/>
              <a:pathLst>
                <a:path w="477" h="11586" extrusionOk="0">
                  <a:moveTo>
                    <a:pt x="1" y="1"/>
                  </a:moveTo>
                  <a:lnTo>
                    <a:pt x="215" y="11585"/>
                  </a:lnTo>
                  <a:cubicBezTo>
                    <a:pt x="268" y="11563"/>
                    <a:pt x="325" y="11555"/>
                    <a:pt x="382" y="11555"/>
                  </a:cubicBezTo>
                  <a:cubicBezTo>
                    <a:pt x="414" y="11555"/>
                    <a:pt x="446" y="11557"/>
                    <a:pt x="477" y="11562"/>
                  </a:cubicBezTo>
                  <a:lnTo>
                    <a:pt x="274" y="36"/>
                  </a:lnTo>
                  <a:cubicBezTo>
                    <a:pt x="239" y="36"/>
                    <a:pt x="215" y="48"/>
                    <a:pt x="179" y="48"/>
                  </a:cubicBezTo>
                  <a:cubicBezTo>
                    <a:pt x="120" y="36"/>
                    <a:pt x="60" y="36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17"/>
            <p:cNvSpPr/>
            <p:nvPr/>
          </p:nvSpPr>
          <p:spPr>
            <a:xfrm>
              <a:off x="1418325" y="1523825"/>
              <a:ext cx="47050" cy="166425"/>
            </a:xfrm>
            <a:custGeom>
              <a:avLst/>
              <a:gdLst/>
              <a:ahLst/>
              <a:cxnLst/>
              <a:rect l="l" t="t" r="r" b="b"/>
              <a:pathLst>
                <a:path w="1882" h="6657" extrusionOk="0">
                  <a:moveTo>
                    <a:pt x="250" y="1"/>
                  </a:moveTo>
                  <a:cubicBezTo>
                    <a:pt x="238" y="1"/>
                    <a:pt x="227" y="13"/>
                    <a:pt x="227" y="13"/>
                  </a:cubicBezTo>
                  <a:cubicBezTo>
                    <a:pt x="155" y="48"/>
                    <a:pt x="72" y="72"/>
                    <a:pt x="0" y="72"/>
                  </a:cubicBezTo>
                  <a:lnTo>
                    <a:pt x="1608" y="6656"/>
                  </a:lnTo>
                  <a:cubicBezTo>
                    <a:pt x="1703" y="6621"/>
                    <a:pt x="1786" y="6597"/>
                    <a:pt x="1881" y="6597"/>
                  </a:cubicBezTo>
                  <a:lnTo>
                    <a:pt x="25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17"/>
            <p:cNvSpPr/>
            <p:nvPr/>
          </p:nvSpPr>
          <p:spPr>
            <a:xfrm>
              <a:off x="1083450" y="1458350"/>
              <a:ext cx="203625" cy="33050"/>
            </a:xfrm>
            <a:custGeom>
              <a:avLst/>
              <a:gdLst/>
              <a:ahLst/>
              <a:cxnLst/>
              <a:rect l="l" t="t" r="r" b="b"/>
              <a:pathLst>
                <a:path w="8145" h="1322" extrusionOk="0">
                  <a:moveTo>
                    <a:pt x="1" y="0"/>
                  </a:moveTo>
                  <a:lnTo>
                    <a:pt x="1" y="286"/>
                  </a:lnTo>
                  <a:lnTo>
                    <a:pt x="8097" y="1322"/>
                  </a:lnTo>
                  <a:lnTo>
                    <a:pt x="8097" y="1298"/>
                  </a:lnTo>
                  <a:cubicBezTo>
                    <a:pt x="8085" y="1191"/>
                    <a:pt x="8109" y="1108"/>
                    <a:pt x="8145" y="104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17"/>
            <p:cNvSpPr/>
            <p:nvPr/>
          </p:nvSpPr>
          <p:spPr>
            <a:xfrm>
              <a:off x="1291825" y="1342550"/>
              <a:ext cx="8050" cy="136050"/>
            </a:xfrm>
            <a:custGeom>
              <a:avLst/>
              <a:gdLst/>
              <a:ahLst/>
              <a:cxnLst/>
              <a:rect l="l" t="t" r="r" b="b"/>
              <a:pathLst>
                <a:path w="322" h="5442" extrusionOk="0">
                  <a:moveTo>
                    <a:pt x="0" y="1"/>
                  </a:moveTo>
                  <a:lnTo>
                    <a:pt x="60" y="5442"/>
                  </a:lnTo>
                  <a:cubicBezTo>
                    <a:pt x="119" y="5406"/>
                    <a:pt x="179" y="5406"/>
                    <a:pt x="238" y="5406"/>
                  </a:cubicBezTo>
                  <a:cubicBezTo>
                    <a:pt x="274" y="5406"/>
                    <a:pt x="298" y="5406"/>
                    <a:pt x="322" y="5418"/>
                  </a:cubicBezTo>
                  <a:lnTo>
                    <a:pt x="274" y="96"/>
                  </a:lnTo>
                  <a:cubicBezTo>
                    <a:pt x="179" y="72"/>
                    <a:pt x="72" y="48"/>
                    <a:pt x="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17"/>
            <p:cNvSpPr/>
            <p:nvPr/>
          </p:nvSpPr>
          <p:spPr>
            <a:xfrm>
              <a:off x="1688000" y="1544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17"/>
            <p:cNvSpPr/>
            <p:nvPr/>
          </p:nvSpPr>
          <p:spPr>
            <a:xfrm>
              <a:off x="1309675" y="1487525"/>
              <a:ext cx="94675" cy="19650"/>
            </a:xfrm>
            <a:custGeom>
              <a:avLst/>
              <a:gdLst/>
              <a:ahLst/>
              <a:cxnLst/>
              <a:rect l="l" t="t" r="r" b="b"/>
              <a:pathLst>
                <a:path w="3787" h="786" extrusionOk="0">
                  <a:moveTo>
                    <a:pt x="12" y="0"/>
                  </a:moveTo>
                  <a:cubicBezTo>
                    <a:pt x="36" y="24"/>
                    <a:pt x="36" y="72"/>
                    <a:pt x="36" y="95"/>
                  </a:cubicBezTo>
                  <a:cubicBezTo>
                    <a:pt x="36" y="155"/>
                    <a:pt x="12" y="214"/>
                    <a:pt x="1" y="262"/>
                  </a:cubicBezTo>
                  <a:lnTo>
                    <a:pt x="3668" y="786"/>
                  </a:lnTo>
                  <a:cubicBezTo>
                    <a:pt x="3680" y="691"/>
                    <a:pt x="3727" y="607"/>
                    <a:pt x="3787" y="536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17"/>
            <p:cNvSpPr/>
            <p:nvPr/>
          </p:nvSpPr>
          <p:spPr>
            <a:xfrm>
              <a:off x="1687700" y="15458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17"/>
            <p:cNvSpPr/>
            <p:nvPr/>
          </p:nvSpPr>
          <p:spPr>
            <a:xfrm>
              <a:off x="1430825" y="1504475"/>
              <a:ext cx="247675" cy="41700"/>
            </a:xfrm>
            <a:custGeom>
              <a:avLst/>
              <a:gdLst/>
              <a:ahLst/>
              <a:cxnLst/>
              <a:rect l="l" t="t" r="r" b="b"/>
              <a:pathLst>
                <a:path w="9907" h="1668" extrusionOk="0">
                  <a:moveTo>
                    <a:pt x="0" y="1"/>
                  </a:moveTo>
                  <a:lnTo>
                    <a:pt x="0" y="1"/>
                  </a:lnTo>
                  <a:cubicBezTo>
                    <a:pt x="48" y="108"/>
                    <a:pt x="72" y="191"/>
                    <a:pt x="48" y="287"/>
                  </a:cubicBezTo>
                  <a:lnTo>
                    <a:pt x="9799" y="1668"/>
                  </a:lnTo>
                  <a:lnTo>
                    <a:pt x="9906" y="1596"/>
                  </a:lnTo>
                  <a:lnTo>
                    <a:pt x="9478" y="13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17"/>
            <p:cNvSpPr/>
            <p:nvPr/>
          </p:nvSpPr>
          <p:spPr>
            <a:xfrm>
              <a:off x="1687100" y="15464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1" y="24"/>
                  </a:moveTo>
                  <a:lnTo>
                    <a:pt x="1" y="24"/>
                  </a:lnTo>
                  <a:cubicBezTo>
                    <a:pt x="1" y="1"/>
                    <a:pt x="1" y="24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17"/>
            <p:cNvSpPr/>
            <p:nvPr/>
          </p:nvSpPr>
          <p:spPr>
            <a:xfrm>
              <a:off x="1687700" y="1545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17"/>
            <p:cNvSpPr/>
            <p:nvPr/>
          </p:nvSpPr>
          <p:spPr>
            <a:xfrm>
              <a:off x="1476075" y="1544675"/>
              <a:ext cx="211050" cy="154800"/>
            </a:xfrm>
            <a:custGeom>
              <a:avLst/>
              <a:gdLst/>
              <a:ahLst/>
              <a:cxnLst/>
              <a:rect l="l" t="t" r="r" b="b"/>
              <a:pathLst>
                <a:path w="8442" h="6192" extrusionOk="0">
                  <a:moveTo>
                    <a:pt x="8096" y="0"/>
                  </a:moveTo>
                  <a:lnTo>
                    <a:pt x="7989" y="72"/>
                  </a:lnTo>
                  <a:lnTo>
                    <a:pt x="0" y="5965"/>
                  </a:lnTo>
                  <a:cubicBezTo>
                    <a:pt x="60" y="6025"/>
                    <a:pt x="119" y="6084"/>
                    <a:pt x="143" y="6179"/>
                  </a:cubicBezTo>
                  <a:cubicBezTo>
                    <a:pt x="143" y="6179"/>
                    <a:pt x="143" y="6191"/>
                    <a:pt x="155" y="6191"/>
                  </a:cubicBezTo>
                  <a:lnTo>
                    <a:pt x="8442" y="95"/>
                  </a:lnTo>
                  <a:lnTo>
                    <a:pt x="8442" y="95"/>
                  </a:lnTo>
                  <a:cubicBezTo>
                    <a:pt x="8418" y="107"/>
                    <a:pt x="8418" y="107"/>
                    <a:pt x="8406" y="107"/>
                  </a:cubicBezTo>
                  <a:lnTo>
                    <a:pt x="8394" y="107"/>
                  </a:lnTo>
                  <a:cubicBezTo>
                    <a:pt x="8370" y="107"/>
                    <a:pt x="8358" y="119"/>
                    <a:pt x="8346" y="119"/>
                  </a:cubicBezTo>
                  <a:lnTo>
                    <a:pt x="8299" y="119"/>
                  </a:lnTo>
                  <a:cubicBezTo>
                    <a:pt x="8287" y="119"/>
                    <a:pt x="8287" y="119"/>
                    <a:pt x="8275" y="107"/>
                  </a:cubicBezTo>
                  <a:lnTo>
                    <a:pt x="809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17"/>
            <p:cNvSpPr/>
            <p:nvPr/>
          </p:nvSpPr>
          <p:spPr>
            <a:xfrm>
              <a:off x="1688000" y="15446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2"/>
                  </a:moveTo>
                  <a:cubicBezTo>
                    <a:pt x="0" y="12"/>
                    <a:pt x="0" y="0"/>
                    <a:pt x="0" y="12"/>
                  </a:cubicBezTo>
                  <a:cubicBezTo>
                    <a:pt x="0" y="0"/>
                    <a:pt x="0" y="0"/>
                    <a:pt x="0" y="12"/>
                  </a:cubicBezTo>
                  <a:cubicBezTo>
                    <a:pt x="0" y="0"/>
                    <a:pt x="0" y="0"/>
                    <a:pt x="0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17"/>
            <p:cNvSpPr/>
            <p:nvPr/>
          </p:nvSpPr>
          <p:spPr>
            <a:xfrm>
              <a:off x="1681750" y="1319350"/>
              <a:ext cx="26225" cy="225050"/>
            </a:xfrm>
            <a:custGeom>
              <a:avLst/>
              <a:gdLst/>
              <a:ahLst/>
              <a:cxnLst/>
              <a:rect l="l" t="t" r="r" b="b"/>
              <a:pathLst>
                <a:path w="1049" h="9002" extrusionOk="0">
                  <a:moveTo>
                    <a:pt x="750" y="0"/>
                  </a:moveTo>
                  <a:lnTo>
                    <a:pt x="0" y="8763"/>
                  </a:lnTo>
                  <a:lnTo>
                    <a:pt x="191" y="8870"/>
                  </a:lnTo>
                  <a:cubicBezTo>
                    <a:pt x="238" y="8894"/>
                    <a:pt x="274" y="8942"/>
                    <a:pt x="274" y="9001"/>
                  </a:cubicBezTo>
                  <a:lnTo>
                    <a:pt x="104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17"/>
            <p:cNvSpPr/>
            <p:nvPr/>
          </p:nvSpPr>
          <p:spPr>
            <a:xfrm>
              <a:off x="1687100" y="15464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1" y="24"/>
                  </a:moveTo>
                  <a:cubicBezTo>
                    <a:pt x="1" y="24"/>
                    <a:pt x="1" y="1"/>
                    <a:pt x="1" y="24"/>
                  </a:cubicBezTo>
                  <a:cubicBezTo>
                    <a:pt x="1" y="1"/>
                    <a:pt x="1" y="1"/>
                    <a:pt x="1" y="24"/>
                  </a:cubicBezTo>
                  <a:cubicBezTo>
                    <a:pt x="1" y="1"/>
                    <a:pt x="1" y="1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17"/>
            <p:cNvSpPr/>
            <p:nvPr/>
          </p:nvSpPr>
          <p:spPr>
            <a:xfrm>
              <a:off x="1684125" y="15476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lnTo>
                    <a:pt x="1" y="0"/>
                  </a:lnTo>
                  <a:lnTo>
                    <a:pt x="24" y="0"/>
                  </a:lnTo>
                  <a:cubicBezTo>
                    <a:pt x="12" y="0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17"/>
            <p:cNvSpPr/>
            <p:nvPr/>
          </p:nvSpPr>
          <p:spPr>
            <a:xfrm>
              <a:off x="1687700" y="15455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13"/>
                  </a:lnTo>
                  <a:lnTo>
                    <a:pt x="0" y="13"/>
                  </a:lnTo>
                  <a:cubicBezTo>
                    <a:pt x="0" y="1"/>
                    <a:pt x="0" y="1"/>
                    <a:pt x="0" y="13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17"/>
            <p:cNvSpPr/>
            <p:nvPr/>
          </p:nvSpPr>
          <p:spPr>
            <a:xfrm>
              <a:off x="1684725" y="15476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17"/>
            <p:cNvSpPr/>
            <p:nvPr/>
          </p:nvSpPr>
          <p:spPr>
            <a:xfrm>
              <a:off x="1323375" y="1333625"/>
              <a:ext cx="364650" cy="214350"/>
            </a:xfrm>
            <a:custGeom>
              <a:avLst/>
              <a:gdLst/>
              <a:ahLst/>
              <a:cxnLst/>
              <a:rect l="l" t="t" r="r" b="b"/>
              <a:pathLst>
                <a:path w="14586" h="8574" extrusionOk="0">
                  <a:moveTo>
                    <a:pt x="203" y="1"/>
                  </a:moveTo>
                  <a:cubicBezTo>
                    <a:pt x="143" y="84"/>
                    <a:pt x="84" y="155"/>
                    <a:pt x="0" y="215"/>
                  </a:cubicBezTo>
                  <a:lnTo>
                    <a:pt x="13752" y="8204"/>
                  </a:lnTo>
                  <a:lnTo>
                    <a:pt x="14192" y="8454"/>
                  </a:lnTo>
                  <a:lnTo>
                    <a:pt x="14371" y="8561"/>
                  </a:lnTo>
                  <a:cubicBezTo>
                    <a:pt x="14383" y="8561"/>
                    <a:pt x="14383" y="8573"/>
                    <a:pt x="14395" y="8573"/>
                  </a:cubicBezTo>
                  <a:lnTo>
                    <a:pt x="14442" y="8573"/>
                  </a:lnTo>
                  <a:cubicBezTo>
                    <a:pt x="14454" y="8573"/>
                    <a:pt x="14466" y="8573"/>
                    <a:pt x="14490" y="8561"/>
                  </a:cubicBezTo>
                  <a:lnTo>
                    <a:pt x="14502" y="8561"/>
                  </a:lnTo>
                  <a:cubicBezTo>
                    <a:pt x="14514" y="8561"/>
                    <a:pt x="14514" y="8549"/>
                    <a:pt x="14526" y="8549"/>
                  </a:cubicBezTo>
                  <a:cubicBezTo>
                    <a:pt x="14550" y="8537"/>
                    <a:pt x="14550" y="8537"/>
                    <a:pt x="14550" y="8514"/>
                  </a:cubicBezTo>
                  <a:lnTo>
                    <a:pt x="14550" y="8502"/>
                  </a:lnTo>
                  <a:lnTo>
                    <a:pt x="14550" y="8490"/>
                  </a:lnTo>
                  <a:lnTo>
                    <a:pt x="14550" y="8478"/>
                  </a:lnTo>
                  <a:cubicBezTo>
                    <a:pt x="14585" y="8383"/>
                    <a:pt x="14573" y="8335"/>
                    <a:pt x="14514" y="8311"/>
                  </a:cubicBezTo>
                  <a:lnTo>
                    <a:pt x="14323" y="820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17"/>
            <p:cNvSpPr/>
            <p:nvPr/>
          </p:nvSpPr>
          <p:spPr>
            <a:xfrm>
              <a:off x="1273950" y="1318750"/>
              <a:ext cx="60750" cy="26600"/>
            </a:xfrm>
            <a:custGeom>
              <a:avLst/>
              <a:gdLst/>
              <a:ahLst/>
              <a:cxnLst/>
              <a:rect l="l" t="t" r="r" b="b"/>
              <a:pathLst>
                <a:path w="2430" h="1064" extrusionOk="0">
                  <a:moveTo>
                    <a:pt x="1" y="0"/>
                  </a:moveTo>
                  <a:cubicBezTo>
                    <a:pt x="13" y="119"/>
                    <a:pt x="60" y="250"/>
                    <a:pt x="120" y="369"/>
                  </a:cubicBezTo>
                  <a:cubicBezTo>
                    <a:pt x="251" y="643"/>
                    <a:pt x="465" y="834"/>
                    <a:pt x="715" y="953"/>
                  </a:cubicBezTo>
                  <a:cubicBezTo>
                    <a:pt x="810" y="1000"/>
                    <a:pt x="894" y="1012"/>
                    <a:pt x="989" y="1048"/>
                  </a:cubicBezTo>
                  <a:cubicBezTo>
                    <a:pt x="1062" y="1058"/>
                    <a:pt x="1135" y="1063"/>
                    <a:pt x="1209" y="1063"/>
                  </a:cubicBezTo>
                  <a:cubicBezTo>
                    <a:pt x="1401" y="1063"/>
                    <a:pt x="1594" y="1027"/>
                    <a:pt x="1775" y="941"/>
                  </a:cubicBezTo>
                  <a:cubicBezTo>
                    <a:pt x="1858" y="893"/>
                    <a:pt x="1941" y="858"/>
                    <a:pt x="2001" y="786"/>
                  </a:cubicBezTo>
                  <a:cubicBezTo>
                    <a:pt x="2072" y="727"/>
                    <a:pt x="2132" y="655"/>
                    <a:pt x="2192" y="584"/>
                  </a:cubicBezTo>
                  <a:cubicBezTo>
                    <a:pt x="2322" y="417"/>
                    <a:pt x="2394" y="215"/>
                    <a:pt x="2430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17"/>
            <p:cNvSpPr/>
            <p:nvPr/>
          </p:nvSpPr>
          <p:spPr>
            <a:xfrm>
              <a:off x="1159350" y="2001350"/>
              <a:ext cx="50050" cy="42850"/>
            </a:xfrm>
            <a:custGeom>
              <a:avLst/>
              <a:gdLst/>
              <a:ahLst/>
              <a:cxnLst/>
              <a:rect l="l" t="t" r="r" b="b"/>
              <a:pathLst>
                <a:path w="2002" h="1714" extrusionOk="0">
                  <a:moveTo>
                    <a:pt x="1013" y="0"/>
                  </a:moveTo>
                  <a:cubicBezTo>
                    <a:pt x="968" y="0"/>
                    <a:pt x="924" y="3"/>
                    <a:pt x="882" y="9"/>
                  </a:cubicBezTo>
                  <a:cubicBezTo>
                    <a:pt x="787" y="21"/>
                    <a:pt x="703" y="57"/>
                    <a:pt x="608" y="81"/>
                  </a:cubicBezTo>
                  <a:cubicBezTo>
                    <a:pt x="179" y="295"/>
                    <a:pt x="1" y="807"/>
                    <a:pt x="227" y="1247"/>
                  </a:cubicBezTo>
                  <a:cubicBezTo>
                    <a:pt x="251" y="1307"/>
                    <a:pt x="299" y="1366"/>
                    <a:pt x="346" y="1426"/>
                  </a:cubicBezTo>
                  <a:cubicBezTo>
                    <a:pt x="406" y="1497"/>
                    <a:pt x="477" y="1557"/>
                    <a:pt x="549" y="1605"/>
                  </a:cubicBezTo>
                  <a:cubicBezTo>
                    <a:pt x="709" y="1669"/>
                    <a:pt x="898" y="1714"/>
                    <a:pt x="1072" y="1714"/>
                  </a:cubicBezTo>
                  <a:cubicBezTo>
                    <a:pt x="1092" y="1714"/>
                    <a:pt x="1112" y="1713"/>
                    <a:pt x="1132" y="1712"/>
                  </a:cubicBezTo>
                  <a:cubicBezTo>
                    <a:pt x="1227" y="1688"/>
                    <a:pt x="1311" y="1664"/>
                    <a:pt x="1406" y="1628"/>
                  </a:cubicBezTo>
                  <a:lnTo>
                    <a:pt x="1489" y="1593"/>
                  </a:lnTo>
                  <a:cubicBezTo>
                    <a:pt x="1846" y="1343"/>
                    <a:pt x="2001" y="878"/>
                    <a:pt x="1787" y="473"/>
                  </a:cubicBezTo>
                  <a:cubicBezTo>
                    <a:pt x="1703" y="307"/>
                    <a:pt x="1561" y="176"/>
                    <a:pt x="1418" y="104"/>
                  </a:cubicBezTo>
                  <a:cubicBezTo>
                    <a:pt x="1322" y="57"/>
                    <a:pt x="1239" y="21"/>
                    <a:pt x="1144" y="9"/>
                  </a:cubicBezTo>
                  <a:cubicBezTo>
                    <a:pt x="1102" y="3"/>
                    <a:pt x="1058" y="0"/>
                    <a:pt x="1013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17"/>
            <p:cNvSpPr/>
            <p:nvPr/>
          </p:nvSpPr>
          <p:spPr>
            <a:xfrm>
              <a:off x="1083450" y="2128475"/>
              <a:ext cx="44675" cy="61325"/>
            </a:xfrm>
            <a:custGeom>
              <a:avLst/>
              <a:gdLst/>
              <a:ahLst/>
              <a:cxnLst/>
              <a:rect l="l" t="t" r="r" b="b"/>
              <a:pathLst>
                <a:path w="1787" h="2453" extrusionOk="0">
                  <a:moveTo>
                    <a:pt x="465" y="1"/>
                  </a:moveTo>
                  <a:cubicBezTo>
                    <a:pt x="309" y="1"/>
                    <a:pt x="151" y="30"/>
                    <a:pt x="1" y="91"/>
                  </a:cubicBezTo>
                  <a:lnTo>
                    <a:pt x="1" y="2366"/>
                  </a:lnTo>
                  <a:cubicBezTo>
                    <a:pt x="148" y="2422"/>
                    <a:pt x="312" y="2452"/>
                    <a:pt x="479" y="2452"/>
                  </a:cubicBezTo>
                  <a:cubicBezTo>
                    <a:pt x="660" y="2452"/>
                    <a:pt x="845" y="2416"/>
                    <a:pt x="1013" y="2342"/>
                  </a:cubicBezTo>
                  <a:cubicBezTo>
                    <a:pt x="1072" y="2306"/>
                    <a:pt x="1144" y="2258"/>
                    <a:pt x="1203" y="2223"/>
                  </a:cubicBezTo>
                  <a:cubicBezTo>
                    <a:pt x="1263" y="2139"/>
                    <a:pt x="1346" y="2080"/>
                    <a:pt x="1406" y="2020"/>
                  </a:cubicBezTo>
                  <a:cubicBezTo>
                    <a:pt x="1715" y="1663"/>
                    <a:pt x="1787" y="1127"/>
                    <a:pt x="1560" y="687"/>
                  </a:cubicBezTo>
                  <a:cubicBezTo>
                    <a:pt x="1513" y="592"/>
                    <a:pt x="1465" y="508"/>
                    <a:pt x="1406" y="437"/>
                  </a:cubicBezTo>
                  <a:cubicBezTo>
                    <a:pt x="1346" y="353"/>
                    <a:pt x="1263" y="294"/>
                    <a:pt x="1191" y="234"/>
                  </a:cubicBezTo>
                  <a:cubicBezTo>
                    <a:pt x="989" y="84"/>
                    <a:pt x="730" y="1"/>
                    <a:pt x="46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17"/>
            <p:cNvSpPr/>
            <p:nvPr/>
          </p:nvSpPr>
          <p:spPr>
            <a:xfrm>
              <a:off x="1288250" y="1790575"/>
              <a:ext cx="32175" cy="31125"/>
            </a:xfrm>
            <a:custGeom>
              <a:avLst/>
              <a:gdLst/>
              <a:ahLst/>
              <a:cxnLst/>
              <a:rect l="l" t="t" r="r" b="b"/>
              <a:pathLst>
                <a:path w="1287" h="1245" extrusionOk="0">
                  <a:moveTo>
                    <a:pt x="577" y="1"/>
                  </a:moveTo>
                  <a:cubicBezTo>
                    <a:pt x="530" y="1"/>
                    <a:pt x="477" y="14"/>
                    <a:pt x="429" y="34"/>
                  </a:cubicBezTo>
                  <a:lnTo>
                    <a:pt x="334" y="82"/>
                  </a:lnTo>
                  <a:cubicBezTo>
                    <a:pt x="167" y="165"/>
                    <a:pt x="60" y="320"/>
                    <a:pt x="12" y="499"/>
                  </a:cubicBezTo>
                  <a:cubicBezTo>
                    <a:pt x="0" y="582"/>
                    <a:pt x="0" y="677"/>
                    <a:pt x="12" y="761"/>
                  </a:cubicBezTo>
                  <a:lnTo>
                    <a:pt x="60" y="892"/>
                  </a:lnTo>
                  <a:cubicBezTo>
                    <a:pt x="84" y="951"/>
                    <a:pt x="119" y="999"/>
                    <a:pt x="155" y="1058"/>
                  </a:cubicBezTo>
                  <a:cubicBezTo>
                    <a:pt x="215" y="1130"/>
                    <a:pt x="310" y="1177"/>
                    <a:pt x="381" y="1213"/>
                  </a:cubicBezTo>
                  <a:cubicBezTo>
                    <a:pt x="393" y="1213"/>
                    <a:pt x="417" y="1225"/>
                    <a:pt x="429" y="1225"/>
                  </a:cubicBezTo>
                  <a:cubicBezTo>
                    <a:pt x="478" y="1239"/>
                    <a:pt x="531" y="1245"/>
                    <a:pt x="583" y="1245"/>
                  </a:cubicBezTo>
                  <a:cubicBezTo>
                    <a:pt x="620" y="1245"/>
                    <a:pt x="656" y="1242"/>
                    <a:pt x="691" y="1237"/>
                  </a:cubicBezTo>
                  <a:cubicBezTo>
                    <a:pt x="750" y="1225"/>
                    <a:pt x="798" y="1213"/>
                    <a:pt x="858" y="1177"/>
                  </a:cubicBezTo>
                  <a:cubicBezTo>
                    <a:pt x="1167" y="1034"/>
                    <a:pt x="1286" y="653"/>
                    <a:pt x="1131" y="356"/>
                  </a:cubicBezTo>
                  <a:cubicBezTo>
                    <a:pt x="1036" y="165"/>
                    <a:pt x="858" y="46"/>
                    <a:pt x="667" y="22"/>
                  </a:cubicBezTo>
                  <a:cubicBezTo>
                    <a:pt x="642" y="7"/>
                    <a:pt x="611" y="1"/>
                    <a:pt x="57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17"/>
            <p:cNvSpPr/>
            <p:nvPr/>
          </p:nvSpPr>
          <p:spPr>
            <a:xfrm>
              <a:off x="1297475" y="2375200"/>
              <a:ext cx="32775" cy="30800"/>
            </a:xfrm>
            <a:custGeom>
              <a:avLst/>
              <a:gdLst/>
              <a:ahLst/>
              <a:cxnLst/>
              <a:rect l="l" t="t" r="r" b="b"/>
              <a:pathLst>
                <a:path w="1311" h="1232" extrusionOk="0">
                  <a:moveTo>
                    <a:pt x="608" y="0"/>
                  </a:moveTo>
                  <a:cubicBezTo>
                    <a:pt x="563" y="0"/>
                    <a:pt x="518" y="3"/>
                    <a:pt x="477" y="9"/>
                  </a:cubicBezTo>
                  <a:cubicBezTo>
                    <a:pt x="429" y="33"/>
                    <a:pt x="393" y="33"/>
                    <a:pt x="369" y="57"/>
                  </a:cubicBezTo>
                  <a:cubicBezTo>
                    <a:pt x="358" y="57"/>
                    <a:pt x="358" y="57"/>
                    <a:pt x="346" y="69"/>
                  </a:cubicBezTo>
                  <a:cubicBezTo>
                    <a:pt x="262" y="117"/>
                    <a:pt x="191" y="164"/>
                    <a:pt x="143" y="224"/>
                  </a:cubicBezTo>
                  <a:lnTo>
                    <a:pt x="60" y="355"/>
                  </a:lnTo>
                  <a:cubicBezTo>
                    <a:pt x="12" y="450"/>
                    <a:pt x="0" y="533"/>
                    <a:pt x="0" y="628"/>
                  </a:cubicBezTo>
                  <a:cubicBezTo>
                    <a:pt x="0" y="712"/>
                    <a:pt x="12" y="807"/>
                    <a:pt x="60" y="890"/>
                  </a:cubicBezTo>
                  <a:cubicBezTo>
                    <a:pt x="160" y="1108"/>
                    <a:pt x="373" y="1232"/>
                    <a:pt x="594" y="1232"/>
                  </a:cubicBezTo>
                  <a:cubicBezTo>
                    <a:pt x="687" y="1232"/>
                    <a:pt x="781" y="1210"/>
                    <a:pt x="870" y="1164"/>
                  </a:cubicBezTo>
                  <a:cubicBezTo>
                    <a:pt x="1191" y="1009"/>
                    <a:pt x="1310" y="640"/>
                    <a:pt x="1143" y="343"/>
                  </a:cubicBezTo>
                  <a:cubicBezTo>
                    <a:pt x="1048" y="164"/>
                    <a:pt x="905" y="57"/>
                    <a:pt x="739" y="9"/>
                  </a:cubicBezTo>
                  <a:cubicBezTo>
                    <a:pt x="697" y="3"/>
                    <a:pt x="652" y="0"/>
                    <a:pt x="6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17"/>
            <p:cNvSpPr/>
            <p:nvPr/>
          </p:nvSpPr>
          <p:spPr>
            <a:xfrm>
              <a:off x="1445100" y="1689025"/>
              <a:ext cx="39025" cy="34575"/>
            </a:xfrm>
            <a:custGeom>
              <a:avLst/>
              <a:gdLst/>
              <a:ahLst/>
              <a:cxnLst/>
              <a:rect l="l" t="t" r="r" b="b"/>
              <a:pathLst>
                <a:path w="1561" h="1383" extrusionOk="0">
                  <a:moveTo>
                    <a:pt x="787" y="1"/>
                  </a:moveTo>
                  <a:cubicBezTo>
                    <a:pt x="703" y="1"/>
                    <a:pt x="608" y="13"/>
                    <a:pt x="525" y="60"/>
                  </a:cubicBezTo>
                  <a:cubicBezTo>
                    <a:pt x="501" y="60"/>
                    <a:pt x="489" y="72"/>
                    <a:pt x="477" y="72"/>
                  </a:cubicBezTo>
                  <a:cubicBezTo>
                    <a:pt x="132" y="239"/>
                    <a:pt x="1" y="655"/>
                    <a:pt x="168" y="1001"/>
                  </a:cubicBezTo>
                  <a:cubicBezTo>
                    <a:pt x="277" y="1245"/>
                    <a:pt x="530" y="1382"/>
                    <a:pt x="782" y="1382"/>
                  </a:cubicBezTo>
                  <a:cubicBezTo>
                    <a:pt x="886" y="1382"/>
                    <a:pt x="990" y="1359"/>
                    <a:pt x="1084" y="1310"/>
                  </a:cubicBezTo>
                  <a:cubicBezTo>
                    <a:pt x="1430" y="1144"/>
                    <a:pt x="1561" y="727"/>
                    <a:pt x="1394" y="405"/>
                  </a:cubicBezTo>
                  <a:cubicBezTo>
                    <a:pt x="1394" y="405"/>
                    <a:pt x="1394" y="394"/>
                    <a:pt x="1382" y="394"/>
                  </a:cubicBezTo>
                  <a:cubicBezTo>
                    <a:pt x="1358" y="310"/>
                    <a:pt x="1311" y="239"/>
                    <a:pt x="1251" y="179"/>
                  </a:cubicBezTo>
                  <a:cubicBezTo>
                    <a:pt x="1132" y="60"/>
                    <a:pt x="953" y="1"/>
                    <a:pt x="78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17"/>
            <p:cNvSpPr/>
            <p:nvPr/>
          </p:nvSpPr>
          <p:spPr>
            <a:xfrm>
              <a:off x="1285875" y="1477700"/>
              <a:ext cx="24725" cy="24425"/>
            </a:xfrm>
            <a:custGeom>
              <a:avLst/>
              <a:gdLst/>
              <a:ahLst/>
              <a:cxnLst/>
              <a:rect l="l" t="t" r="r" b="b"/>
              <a:pathLst>
                <a:path w="989" h="977" extrusionOk="0">
                  <a:moveTo>
                    <a:pt x="488" y="0"/>
                  </a:moveTo>
                  <a:cubicBezTo>
                    <a:pt x="429" y="0"/>
                    <a:pt x="369" y="12"/>
                    <a:pt x="310" y="36"/>
                  </a:cubicBezTo>
                  <a:cubicBezTo>
                    <a:pt x="214" y="72"/>
                    <a:pt x="119" y="155"/>
                    <a:pt x="60" y="250"/>
                  </a:cubicBezTo>
                  <a:cubicBezTo>
                    <a:pt x="12" y="334"/>
                    <a:pt x="0" y="405"/>
                    <a:pt x="0" y="488"/>
                  </a:cubicBezTo>
                  <a:lnTo>
                    <a:pt x="0" y="524"/>
                  </a:lnTo>
                  <a:cubicBezTo>
                    <a:pt x="12" y="715"/>
                    <a:pt x="131" y="881"/>
                    <a:pt x="310" y="953"/>
                  </a:cubicBezTo>
                  <a:cubicBezTo>
                    <a:pt x="369" y="965"/>
                    <a:pt x="429" y="977"/>
                    <a:pt x="488" y="977"/>
                  </a:cubicBezTo>
                  <a:cubicBezTo>
                    <a:pt x="524" y="977"/>
                    <a:pt x="548" y="977"/>
                    <a:pt x="583" y="965"/>
                  </a:cubicBezTo>
                  <a:cubicBezTo>
                    <a:pt x="750" y="941"/>
                    <a:pt x="893" y="798"/>
                    <a:pt x="941" y="655"/>
                  </a:cubicBezTo>
                  <a:cubicBezTo>
                    <a:pt x="953" y="596"/>
                    <a:pt x="964" y="548"/>
                    <a:pt x="964" y="488"/>
                  </a:cubicBezTo>
                  <a:cubicBezTo>
                    <a:pt x="988" y="465"/>
                    <a:pt x="964" y="417"/>
                    <a:pt x="964" y="393"/>
                  </a:cubicBezTo>
                  <a:cubicBezTo>
                    <a:pt x="929" y="191"/>
                    <a:pt x="774" y="48"/>
                    <a:pt x="583" y="12"/>
                  </a:cubicBezTo>
                  <a:cubicBezTo>
                    <a:pt x="548" y="12"/>
                    <a:pt x="524" y="0"/>
                    <a:pt x="48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17"/>
            <p:cNvSpPr/>
            <p:nvPr/>
          </p:nvSpPr>
          <p:spPr>
            <a:xfrm>
              <a:off x="1400175" y="1494100"/>
              <a:ext cx="32750" cy="31300"/>
            </a:xfrm>
            <a:custGeom>
              <a:avLst/>
              <a:gdLst/>
              <a:ahLst/>
              <a:cxnLst/>
              <a:rect l="l" t="t" r="r" b="b"/>
              <a:pathLst>
                <a:path w="1310" h="1252" extrusionOk="0">
                  <a:moveTo>
                    <a:pt x="646" y="0"/>
                  </a:moveTo>
                  <a:cubicBezTo>
                    <a:pt x="553" y="0"/>
                    <a:pt x="458" y="22"/>
                    <a:pt x="369" y="70"/>
                  </a:cubicBezTo>
                  <a:cubicBezTo>
                    <a:pt x="286" y="118"/>
                    <a:pt x="202" y="178"/>
                    <a:pt x="143" y="249"/>
                  </a:cubicBezTo>
                  <a:cubicBezTo>
                    <a:pt x="83" y="321"/>
                    <a:pt x="48" y="416"/>
                    <a:pt x="24" y="499"/>
                  </a:cubicBezTo>
                  <a:cubicBezTo>
                    <a:pt x="0" y="642"/>
                    <a:pt x="12" y="773"/>
                    <a:pt x="83" y="904"/>
                  </a:cubicBezTo>
                  <a:cubicBezTo>
                    <a:pt x="193" y="1123"/>
                    <a:pt x="414" y="1252"/>
                    <a:pt x="644" y="1252"/>
                  </a:cubicBezTo>
                  <a:cubicBezTo>
                    <a:pt x="664" y="1252"/>
                    <a:pt x="683" y="1251"/>
                    <a:pt x="702" y="1249"/>
                  </a:cubicBezTo>
                  <a:cubicBezTo>
                    <a:pt x="774" y="1249"/>
                    <a:pt x="845" y="1213"/>
                    <a:pt x="917" y="1190"/>
                  </a:cubicBezTo>
                  <a:cubicBezTo>
                    <a:pt x="929" y="1194"/>
                    <a:pt x="938" y="1195"/>
                    <a:pt x="945" y="1195"/>
                  </a:cubicBezTo>
                  <a:cubicBezTo>
                    <a:pt x="960" y="1195"/>
                    <a:pt x="968" y="1190"/>
                    <a:pt x="976" y="1190"/>
                  </a:cubicBezTo>
                  <a:cubicBezTo>
                    <a:pt x="1155" y="1083"/>
                    <a:pt x="1274" y="904"/>
                    <a:pt x="1298" y="702"/>
                  </a:cubicBezTo>
                  <a:cubicBezTo>
                    <a:pt x="1310" y="606"/>
                    <a:pt x="1298" y="499"/>
                    <a:pt x="1250" y="416"/>
                  </a:cubicBezTo>
                  <a:cubicBezTo>
                    <a:pt x="1250" y="404"/>
                    <a:pt x="1226" y="392"/>
                    <a:pt x="1214" y="356"/>
                  </a:cubicBezTo>
                  <a:cubicBezTo>
                    <a:pt x="1096" y="136"/>
                    <a:pt x="875" y="0"/>
                    <a:pt x="64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15" name="Google Shape;2215;p17"/>
          <p:cNvGrpSpPr/>
          <p:nvPr/>
        </p:nvGrpSpPr>
        <p:grpSpPr>
          <a:xfrm>
            <a:off x="5890659" y="3797009"/>
            <a:ext cx="3253203" cy="1346446"/>
            <a:chOff x="4145150" y="2643900"/>
            <a:chExt cx="1914550" cy="792400"/>
          </a:xfrm>
        </p:grpSpPr>
        <p:sp>
          <p:nvSpPr>
            <p:cNvPr id="2216" name="Google Shape;2216;p17"/>
            <p:cNvSpPr/>
            <p:nvPr/>
          </p:nvSpPr>
          <p:spPr>
            <a:xfrm>
              <a:off x="5202425" y="3311250"/>
              <a:ext cx="149150" cy="50325"/>
            </a:xfrm>
            <a:custGeom>
              <a:avLst/>
              <a:gdLst/>
              <a:ahLst/>
              <a:cxnLst/>
              <a:rect l="l" t="t" r="r" b="b"/>
              <a:pathLst>
                <a:path w="5966" h="2013" extrusionOk="0">
                  <a:moveTo>
                    <a:pt x="0" y="1"/>
                  </a:moveTo>
                  <a:lnTo>
                    <a:pt x="36" y="334"/>
                  </a:lnTo>
                  <a:lnTo>
                    <a:pt x="5870" y="2013"/>
                  </a:lnTo>
                  <a:cubicBezTo>
                    <a:pt x="5858" y="1894"/>
                    <a:pt x="5906" y="1786"/>
                    <a:pt x="5965" y="171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17"/>
            <p:cNvSpPr/>
            <p:nvPr/>
          </p:nvSpPr>
          <p:spPr>
            <a:xfrm>
              <a:off x="5104200" y="3285350"/>
              <a:ext cx="91100" cy="31575"/>
            </a:xfrm>
            <a:custGeom>
              <a:avLst/>
              <a:gdLst/>
              <a:ahLst/>
              <a:cxnLst/>
              <a:rect l="l" t="t" r="r" b="b"/>
              <a:pathLst>
                <a:path w="3644" h="1263" extrusionOk="0">
                  <a:moveTo>
                    <a:pt x="310" y="1"/>
                  </a:moveTo>
                  <a:lnTo>
                    <a:pt x="12" y="132"/>
                  </a:lnTo>
                  <a:lnTo>
                    <a:pt x="0" y="215"/>
                  </a:lnTo>
                  <a:lnTo>
                    <a:pt x="3644" y="1263"/>
                  </a:lnTo>
                  <a:lnTo>
                    <a:pt x="3596" y="929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17"/>
            <p:cNvSpPr/>
            <p:nvPr/>
          </p:nvSpPr>
          <p:spPr>
            <a:xfrm>
              <a:off x="5098850" y="3282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17"/>
            <p:cNvSpPr/>
            <p:nvPr/>
          </p:nvSpPr>
          <p:spPr>
            <a:xfrm>
              <a:off x="5097050" y="3284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17"/>
            <p:cNvSpPr/>
            <p:nvPr/>
          </p:nvSpPr>
          <p:spPr>
            <a:xfrm>
              <a:off x="5317625" y="3080875"/>
              <a:ext cx="235450" cy="109550"/>
            </a:xfrm>
            <a:custGeom>
              <a:avLst/>
              <a:gdLst/>
              <a:ahLst/>
              <a:cxnLst/>
              <a:rect l="l" t="t" r="r" b="b"/>
              <a:pathLst>
                <a:path w="9418" h="4382" extrusionOk="0">
                  <a:moveTo>
                    <a:pt x="9335" y="0"/>
                  </a:moveTo>
                  <a:lnTo>
                    <a:pt x="0" y="4167"/>
                  </a:lnTo>
                  <a:lnTo>
                    <a:pt x="286" y="4382"/>
                  </a:lnTo>
                  <a:lnTo>
                    <a:pt x="9382" y="322"/>
                  </a:lnTo>
                  <a:lnTo>
                    <a:pt x="9418" y="262"/>
                  </a:lnTo>
                  <a:cubicBezTo>
                    <a:pt x="9358" y="179"/>
                    <a:pt x="9335" y="95"/>
                    <a:pt x="933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17"/>
            <p:cNvSpPr/>
            <p:nvPr/>
          </p:nvSpPr>
          <p:spPr>
            <a:xfrm>
              <a:off x="5193500" y="3188625"/>
              <a:ext cx="122950" cy="59850"/>
            </a:xfrm>
            <a:custGeom>
              <a:avLst/>
              <a:gdLst/>
              <a:ahLst/>
              <a:cxnLst/>
              <a:rect l="l" t="t" r="r" b="b"/>
              <a:pathLst>
                <a:path w="4918" h="2394" extrusionOk="0">
                  <a:moveTo>
                    <a:pt x="4644" y="0"/>
                  </a:moveTo>
                  <a:lnTo>
                    <a:pt x="0" y="2060"/>
                  </a:lnTo>
                  <a:lnTo>
                    <a:pt x="36" y="2393"/>
                  </a:lnTo>
                  <a:lnTo>
                    <a:pt x="4918" y="203"/>
                  </a:lnTo>
                  <a:lnTo>
                    <a:pt x="464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17"/>
            <p:cNvSpPr/>
            <p:nvPr/>
          </p:nvSpPr>
          <p:spPr>
            <a:xfrm>
              <a:off x="5097050" y="3284450"/>
              <a:ext cx="25" cy="1225"/>
            </a:xfrm>
            <a:custGeom>
              <a:avLst/>
              <a:gdLst/>
              <a:ahLst/>
              <a:cxnLst/>
              <a:rect l="l" t="t" r="r" b="b"/>
              <a:pathLst>
                <a:path w="1" h="49" extrusionOk="0">
                  <a:moveTo>
                    <a:pt x="1" y="13"/>
                  </a:moveTo>
                  <a:lnTo>
                    <a:pt x="1" y="13"/>
                  </a:lnTo>
                  <a:lnTo>
                    <a:pt x="1" y="49"/>
                  </a:lnTo>
                  <a:lnTo>
                    <a:pt x="1" y="13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17"/>
            <p:cNvSpPr/>
            <p:nvPr/>
          </p:nvSpPr>
          <p:spPr>
            <a:xfrm>
              <a:off x="5098550" y="3243975"/>
              <a:ext cx="88425" cy="44675"/>
            </a:xfrm>
            <a:custGeom>
              <a:avLst/>
              <a:gdLst/>
              <a:ahLst/>
              <a:cxnLst/>
              <a:rect l="l" t="t" r="r" b="b"/>
              <a:pathLst>
                <a:path w="3537" h="1787" extrusionOk="0">
                  <a:moveTo>
                    <a:pt x="33" y="1539"/>
                  </a:moveTo>
                  <a:lnTo>
                    <a:pt x="33" y="1539"/>
                  </a:lnTo>
                  <a:cubicBezTo>
                    <a:pt x="21" y="1541"/>
                    <a:pt x="10" y="1544"/>
                    <a:pt x="0" y="1549"/>
                  </a:cubicBezTo>
                  <a:lnTo>
                    <a:pt x="12" y="1549"/>
                  </a:lnTo>
                  <a:lnTo>
                    <a:pt x="33" y="1539"/>
                  </a:lnTo>
                  <a:close/>
                  <a:moveTo>
                    <a:pt x="3501" y="1"/>
                  </a:moveTo>
                  <a:lnTo>
                    <a:pt x="33" y="1539"/>
                  </a:lnTo>
                  <a:lnTo>
                    <a:pt x="33" y="1539"/>
                  </a:lnTo>
                  <a:cubicBezTo>
                    <a:pt x="51" y="1537"/>
                    <a:pt x="69" y="1537"/>
                    <a:pt x="84" y="1537"/>
                  </a:cubicBezTo>
                  <a:cubicBezTo>
                    <a:pt x="191" y="1537"/>
                    <a:pt x="250" y="1608"/>
                    <a:pt x="238" y="1691"/>
                  </a:cubicBezTo>
                  <a:lnTo>
                    <a:pt x="226" y="1787"/>
                  </a:lnTo>
                  <a:lnTo>
                    <a:pt x="536" y="1656"/>
                  </a:lnTo>
                  <a:lnTo>
                    <a:pt x="3536" y="310"/>
                  </a:lnTo>
                  <a:lnTo>
                    <a:pt x="350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17"/>
            <p:cNvSpPr/>
            <p:nvPr/>
          </p:nvSpPr>
          <p:spPr>
            <a:xfrm>
              <a:off x="5098250" y="3282675"/>
              <a:ext cx="625" cy="325"/>
            </a:xfrm>
            <a:custGeom>
              <a:avLst/>
              <a:gdLst/>
              <a:ahLst/>
              <a:cxnLst/>
              <a:rect l="l" t="t" r="r" b="b"/>
              <a:pathLst>
                <a:path w="25" h="13" extrusionOk="0">
                  <a:moveTo>
                    <a:pt x="24" y="1"/>
                  </a:moveTo>
                  <a:cubicBezTo>
                    <a:pt x="12" y="1"/>
                    <a:pt x="12" y="12"/>
                    <a:pt x="0" y="12"/>
                  </a:cubicBezTo>
                  <a:cubicBezTo>
                    <a:pt x="12" y="12"/>
                    <a:pt x="24" y="1"/>
                    <a:pt x="2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17"/>
            <p:cNvSpPr/>
            <p:nvPr/>
          </p:nvSpPr>
          <p:spPr>
            <a:xfrm>
              <a:off x="5097650" y="3283275"/>
              <a:ext cx="625" cy="625"/>
            </a:xfrm>
            <a:custGeom>
              <a:avLst/>
              <a:gdLst/>
              <a:ahLst/>
              <a:cxnLst/>
              <a:rect l="l" t="t" r="r" b="b"/>
              <a:pathLst>
                <a:path w="25" h="25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24"/>
                    <a:pt x="0" y="0"/>
                  </a:cubicBezTo>
                  <a:cubicBezTo>
                    <a:pt x="0" y="0"/>
                    <a:pt x="24" y="0"/>
                    <a:pt x="0" y="0"/>
                  </a:cubicBezTo>
                  <a:cubicBezTo>
                    <a:pt x="24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17"/>
            <p:cNvSpPr/>
            <p:nvPr/>
          </p:nvSpPr>
          <p:spPr>
            <a:xfrm>
              <a:off x="4158250" y="3228800"/>
              <a:ext cx="79800" cy="113125"/>
            </a:xfrm>
            <a:custGeom>
              <a:avLst/>
              <a:gdLst/>
              <a:ahLst/>
              <a:cxnLst/>
              <a:rect l="l" t="t" r="r" b="b"/>
              <a:pathLst>
                <a:path w="3192" h="4525" extrusionOk="0">
                  <a:moveTo>
                    <a:pt x="2917" y="1"/>
                  </a:moveTo>
                  <a:lnTo>
                    <a:pt x="0" y="4442"/>
                  </a:lnTo>
                  <a:cubicBezTo>
                    <a:pt x="96" y="4442"/>
                    <a:pt x="179" y="4477"/>
                    <a:pt x="238" y="4525"/>
                  </a:cubicBezTo>
                  <a:lnTo>
                    <a:pt x="393" y="4430"/>
                  </a:lnTo>
                  <a:lnTo>
                    <a:pt x="3191" y="143"/>
                  </a:lnTo>
                  <a:lnTo>
                    <a:pt x="2917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17"/>
            <p:cNvSpPr/>
            <p:nvPr/>
          </p:nvSpPr>
          <p:spPr>
            <a:xfrm>
              <a:off x="4308850" y="3190700"/>
              <a:ext cx="106000" cy="64325"/>
            </a:xfrm>
            <a:custGeom>
              <a:avLst/>
              <a:gdLst/>
              <a:ahLst/>
              <a:cxnLst/>
              <a:rect l="l" t="t" r="r" b="b"/>
              <a:pathLst>
                <a:path w="4240" h="2573" extrusionOk="0">
                  <a:moveTo>
                    <a:pt x="4192" y="1"/>
                  </a:moveTo>
                  <a:cubicBezTo>
                    <a:pt x="4168" y="1"/>
                    <a:pt x="4168" y="1"/>
                    <a:pt x="4156" y="12"/>
                  </a:cubicBezTo>
                  <a:cubicBezTo>
                    <a:pt x="4168" y="12"/>
                    <a:pt x="4168" y="1"/>
                    <a:pt x="4192" y="1"/>
                  </a:cubicBezTo>
                  <a:close/>
                  <a:moveTo>
                    <a:pt x="4156" y="12"/>
                  </a:moveTo>
                  <a:lnTo>
                    <a:pt x="1" y="2310"/>
                  </a:lnTo>
                  <a:cubicBezTo>
                    <a:pt x="72" y="2382"/>
                    <a:pt x="144" y="2477"/>
                    <a:pt x="156" y="2572"/>
                  </a:cubicBezTo>
                  <a:lnTo>
                    <a:pt x="4240" y="310"/>
                  </a:lnTo>
                  <a:lnTo>
                    <a:pt x="4168" y="286"/>
                  </a:lnTo>
                  <a:cubicBezTo>
                    <a:pt x="4097" y="239"/>
                    <a:pt x="4061" y="155"/>
                    <a:pt x="4097" y="72"/>
                  </a:cubicBezTo>
                  <a:cubicBezTo>
                    <a:pt x="4109" y="48"/>
                    <a:pt x="4132" y="36"/>
                    <a:pt x="4156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17"/>
            <p:cNvSpPr/>
            <p:nvPr/>
          </p:nvSpPr>
          <p:spPr>
            <a:xfrm>
              <a:off x="4410075" y="3190700"/>
              <a:ext cx="176525" cy="91100"/>
            </a:xfrm>
            <a:custGeom>
              <a:avLst/>
              <a:gdLst/>
              <a:ahLst/>
              <a:cxnLst/>
              <a:rect l="l" t="t" r="r" b="b"/>
              <a:pathLst>
                <a:path w="7061" h="3644" extrusionOk="0">
                  <a:moveTo>
                    <a:pt x="119" y="1"/>
                  </a:moveTo>
                  <a:cubicBezTo>
                    <a:pt x="107" y="1"/>
                    <a:pt x="107" y="1"/>
                    <a:pt x="95" y="12"/>
                  </a:cubicBezTo>
                  <a:cubicBezTo>
                    <a:pt x="95" y="36"/>
                    <a:pt x="60" y="48"/>
                    <a:pt x="48" y="72"/>
                  </a:cubicBezTo>
                  <a:cubicBezTo>
                    <a:pt x="0" y="155"/>
                    <a:pt x="48" y="239"/>
                    <a:pt x="119" y="286"/>
                  </a:cubicBezTo>
                  <a:lnTo>
                    <a:pt x="191" y="310"/>
                  </a:lnTo>
                  <a:lnTo>
                    <a:pt x="6977" y="3644"/>
                  </a:lnTo>
                  <a:cubicBezTo>
                    <a:pt x="6965" y="3620"/>
                    <a:pt x="6965" y="3608"/>
                    <a:pt x="6965" y="3572"/>
                  </a:cubicBezTo>
                  <a:cubicBezTo>
                    <a:pt x="6965" y="3489"/>
                    <a:pt x="7001" y="3394"/>
                    <a:pt x="7060" y="3346"/>
                  </a:cubicBezTo>
                  <a:lnTo>
                    <a:pt x="250" y="12"/>
                  </a:lnTo>
                  <a:cubicBezTo>
                    <a:pt x="238" y="12"/>
                    <a:pt x="238" y="12"/>
                    <a:pt x="226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17"/>
            <p:cNvSpPr/>
            <p:nvPr/>
          </p:nvSpPr>
          <p:spPr>
            <a:xfrm>
              <a:off x="4164500" y="3260350"/>
              <a:ext cx="127725" cy="87525"/>
            </a:xfrm>
            <a:custGeom>
              <a:avLst/>
              <a:gdLst/>
              <a:ahLst/>
              <a:cxnLst/>
              <a:rect l="l" t="t" r="r" b="b"/>
              <a:pathLst>
                <a:path w="5109" h="3501" extrusionOk="0">
                  <a:moveTo>
                    <a:pt x="4882" y="1"/>
                  </a:moveTo>
                  <a:lnTo>
                    <a:pt x="131" y="3168"/>
                  </a:lnTo>
                  <a:lnTo>
                    <a:pt x="0" y="3263"/>
                  </a:lnTo>
                  <a:cubicBezTo>
                    <a:pt x="96" y="3322"/>
                    <a:pt x="155" y="3394"/>
                    <a:pt x="191" y="3501"/>
                  </a:cubicBezTo>
                  <a:lnTo>
                    <a:pt x="5108" y="203"/>
                  </a:lnTo>
                  <a:cubicBezTo>
                    <a:pt x="5061" y="167"/>
                    <a:pt x="5037" y="120"/>
                    <a:pt x="5013" y="60"/>
                  </a:cubicBezTo>
                  <a:lnTo>
                    <a:pt x="4882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17"/>
            <p:cNvSpPr/>
            <p:nvPr/>
          </p:nvSpPr>
          <p:spPr>
            <a:xfrm>
              <a:off x="4228800" y="3220775"/>
              <a:ext cx="61325" cy="41400"/>
            </a:xfrm>
            <a:custGeom>
              <a:avLst/>
              <a:gdLst/>
              <a:ahLst/>
              <a:cxnLst/>
              <a:rect l="l" t="t" r="r" b="b"/>
              <a:pathLst>
                <a:path w="2453" h="1656" extrusionOk="0">
                  <a:moveTo>
                    <a:pt x="203" y="0"/>
                  </a:moveTo>
                  <a:cubicBezTo>
                    <a:pt x="167" y="0"/>
                    <a:pt x="143" y="0"/>
                    <a:pt x="107" y="24"/>
                  </a:cubicBezTo>
                  <a:cubicBezTo>
                    <a:pt x="83" y="36"/>
                    <a:pt x="72" y="48"/>
                    <a:pt x="48" y="83"/>
                  </a:cubicBezTo>
                  <a:cubicBezTo>
                    <a:pt x="0" y="155"/>
                    <a:pt x="36" y="238"/>
                    <a:pt x="107" y="286"/>
                  </a:cubicBezTo>
                  <a:lnTo>
                    <a:pt x="119" y="298"/>
                  </a:lnTo>
                  <a:lnTo>
                    <a:pt x="393" y="452"/>
                  </a:lnTo>
                  <a:lnTo>
                    <a:pt x="2310" y="1584"/>
                  </a:lnTo>
                  <a:lnTo>
                    <a:pt x="2453" y="1655"/>
                  </a:lnTo>
                  <a:cubicBezTo>
                    <a:pt x="2429" y="1607"/>
                    <a:pt x="2417" y="1572"/>
                    <a:pt x="2417" y="1512"/>
                  </a:cubicBezTo>
                  <a:cubicBezTo>
                    <a:pt x="2417" y="1429"/>
                    <a:pt x="2417" y="1357"/>
                    <a:pt x="2453" y="1298"/>
                  </a:cubicBezTo>
                  <a:lnTo>
                    <a:pt x="619" y="238"/>
                  </a:lnTo>
                  <a:cubicBezTo>
                    <a:pt x="584" y="333"/>
                    <a:pt x="500" y="393"/>
                    <a:pt x="405" y="393"/>
                  </a:cubicBezTo>
                  <a:cubicBezTo>
                    <a:pt x="398" y="394"/>
                    <a:pt x="392" y="394"/>
                    <a:pt x="385" y="394"/>
                  </a:cubicBezTo>
                  <a:cubicBezTo>
                    <a:pt x="262" y="394"/>
                    <a:pt x="155" y="290"/>
                    <a:pt x="155" y="155"/>
                  </a:cubicBezTo>
                  <a:cubicBezTo>
                    <a:pt x="155" y="95"/>
                    <a:pt x="167" y="48"/>
                    <a:pt x="203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17"/>
            <p:cNvSpPr/>
            <p:nvPr/>
          </p:nvSpPr>
          <p:spPr>
            <a:xfrm>
              <a:off x="4302900" y="3265125"/>
              <a:ext cx="222375" cy="130500"/>
            </a:xfrm>
            <a:custGeom>
              <a:avLst/>
              <a:gdLst/>
              <a:ahLst/>
              <a:cxnLst/>
              <a:rect l="l" t="t" r="r" b="b"/>
              <a:pathLst>
                <a:path w="8895" h="5220" extrusionOk="0">
                  <a:moveTo>
                    <a:pt x="322" y="0"/>
                  </a:moveTo>
                  <a:cubicBezTo>
                    <a:pt x="239" y="95"/>
                    <a:pt x="144" y="167"/>
                    <a:pt x="1" y="179"/>
                  </a:cubicBezTo>
                  <a:lnTo>
                    <a:pt x="8776" y="5191"/>
                  </a:lnTo>
                  <a:cubicBezTo>
                    <a:pt x="8793" y="5209"/>
                    <a:pt x="8823" y="5220"/>
                    <a:pt x="8857" y="5220"/>
                  </a:cubicBezTo>
                  <a:cubicBezTo>
                    <a:pt x="8869" y="5220"/>
                    <a:pt x="8882" y="5218"/>
                    <a:pt x="8895" y="5215"/>
                  </a:cubicBezTo>
                  <a:cubicBezTo>
                    <a:pt x="8871" y="5155"/>
                    <a:pt x="8859" y="5096"/>
                    <a:pt x="8847" y="5013"/>
                  </a:cubicBezTo>
                  <a:lnTo>
                    <a:pt x="8847" y="4882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17"/>
            <p:cNvSpPr/>
            <p:nvPr/>
          </p:nvSpPr>
          <p:spPr>
            <a:xfrm>
              <a:off x="4545500" y="3403525"/>
              <a:ext cx="25325" cy="32475"/>
            </a:xfrm>
            <a:custGeom>
              <a:avLst/>
              <a:gdLst/>
              <a:ahLst/>
              <a:cxnLst/>
              <a:rect l="l" t="t" r="r" b="b"/>
              <a:pathLst>
                <a:path w="1013" h="1299" extrusionOk="0">
                  <a:moveTo>
                    <a:pt x="286" y="0"/>
                  </a:moveTo>
                  <a:cubicBezTo>
                    <a:pt x="215" y="60"/>
                    <a:pt x="108" y="108"/>
                    <a:pt x="0" y="131"/>
                  </a:cubicBezTo>
                  <a:lnTo>
                    <a:pt x="655" y="1298"/>
                  </a:lnTo>
                  <a:lnTo>
                    <a:pt x="1012" y="1298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17"/>
            <p:cNvSpPr/>
            <p:nvPr/>
          </p:nvSpPr>
          <p:spPr>
            <a:xfrm>
              <a:off x="4592225" y="3007050"/>
              <a:ext cx="130100" cy="268800"/>
            </a:xfrm>
            <a:custGeom>
              <a:avLst/>
              <a:gdLst/>
              <a:ahLst/>
              <a:cxnLst/>
              <a:rect l="l" t="t" r="r" b="b"/>
              <a:pathLst>
                <a:path w="5204" h="10752" extrusionOk="0">
                  <a:moveTo>
                    <a:pt x="4918" y="0"/>
                  </a:moveTo>
                  <a:lnTo>
                    <a:pt x="1" y="10621"/>
                  </a:lnTo>
                  <a:cubicBezTo>
                    <a:pt x="84" y="10621"/>
                    <a:pt x="179" y="10680"/>
                    <a:pt x="215" y="10752"/>
                  </a:cubicBezTo>
                  <a:cubicBezTo>
                    <a:pt x="239" y="10740"/>
                    <a:pt x="251" y="10740"/>
                    <a:pt x="263" y="10740"/>
                  </a:cubicBezTo>
                  <a:lnTo>
                    <a:pt x="5204" y="119"/>
                  </a:lnTo>
                  <a:cubicBezTo>
                    <a:pt x="5097" y="96"/>
                    <a:pt x="5001" y="60"/>
                    <a:pt x="491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17"/>
            <p:cNvSpPr/>
            <p:nvPr/>
          </p:nvSpPr>
          <p:spPr>
            <a:xfrm>
              <a:off x="4545500" y="3284450"/>
              <a:ext cx="48550" cy="91125"/>
            </a:xfrm>
            <a:custGeom>
              <a:avLst/>
              <a:gdLst/>
              <a:ahLst/>
              <a:cxnLst/>
              <a:rect l="l" t="t" r="r" b="b"/>
              <a:pathLst>
                <a:path w="1942" h="3645" extrusionOk="0">
                  <a:moveTo>
                    <a:pt x="1620" y="1"/>
                  </a:moveTo>
                  <a:lnTo>
                    <a:pt x="0" y="3513"/>
                  </a:lnTo>
                  <a:cubicBezTo>
                    <a:pt x="108" y="3549"/>
                    <a:pt x="191" y="3585"/>
                    <a:pt x="286" y="3644"/>
                  </a:cubicBezTo>
                  <a:lnTo>
                    <a:pt x="1941" y="72"/>
                  </a:lnTo>
                  <a:cubicBezTo>
                    <a:pt x="1905" y="72"/>
                    <a:pt x="1882" y="96"/>
                    <a:pt x="1846" y="96"/>
                  </a:cubicBezTo>
                  <a:cubicBezTo>
                    <a:pt x="1837" y="97"/>
                    <a:pt x="1829" y="98"/>
                    <a:pt x="1820" y="98"/>
                  </a:cubicBezTo>
                  <a:cubicBezTo>
                    <a:pt x="1748" y="98"/>
                    <a:pt x="1684" y="54"/>
                    <a:pt x="162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17"/>
            <p:cNvSpPr/>
            <p:nvPr/>
          </p:nvSpPr>
          <p:spPr>
            <a:xfrm>
              <a:off x="4597575" y="3275225"/>
              <a:ext cx="212850" cy="99450"/>
            </a:xfrm>
            <a:custGeom>
              <a:avLst/>
              <a:gdLst/>
              <a:ahLst/>
              <a:cxnLst/>
              <a:rect l="l" t="t" r="r" b="b"/>
              <a:pathLst>
                <a:path w="8514" h="3978" extrusionOk="0">
                  <a:moveTo>
                    <a:pt x="49" y="1"/>
                  </a:moveTo>
                  <a:cubicBezTo>
                    <a:pt x="37" y="1"/>
                    <a:pt x="25" y="13"/>
                    <a:pt x="1" y="13"/>
                  </a:cubicBezTo>
                  <a:cubicBezTo>
                    <a:pt x="25" y="49"/>
                    <a:pt x="37" y="84"/>
                    <a:pt x="37" y="132"/>
                  </a:cubicBezTo>
                  <a:cubicBezTo>
                    <a:pt x="37" y="191"/>
                    <a:pt x="25" y="239"/>
                    <a:pt x="1" y="275"/>
                  </a:cubicBezTo>
                  <a:lnTo>
                    <a:pt x="25" y="275"/>
                  </a:lnTo>
                  <a:lnTo>
                    <a:pt x="8383" y="3978"/>
                  </a:lnTo>
                  <a:cubicBezTo>
                    <a:pt x="8419" y="3870"/>
                    <a:pt x="8454" y="3775"/>
                    <a:pt x="8514" y="3692"/>
                  </a:cubicBezTo>
                  <a:lnTo>
                    <a:pt x="144" y="13"/>
                  </a:lnTo>
                  <a:cubicBezTo>
                    <a:pt x="108" y="1"/>
                    <a:pt x="84" y="1"/>
                    <a:pt x="4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17"/>
            <p:cNvSpPr/>
            <p:nvPr/>
          </p:nvSpPr>
          <p:spPr>
            <a:xfrm>
              <a:off x="4838700" y="3381500"/>
              <a:ext cx="124725" cy="54200"/>
            </a:xfrm>
            <a:custGeom>
              <a:avLst/>
              <a:gdLst/>
              <a:ahLst/>
              <a:cxnLst/>
              <a:rect l="l" t="t" r="r" b="b"/>
              <a:pathLst>
                <a:path w="4989" h="2168" extrusionOk="0">
                  <a:moveTo>
                    <a:pt x="119" y="0"/>
                  </a:moveTo>
                  <a:cubicBezTo>
                    <a:pt x="107" y="108"/>
                    <a:pt x="60" y="191"/>
                    <a:pt x="0" y="286"/>
                  </a:cubicBezTo>
                  <a:lnTo>
                    <a:pt x="4227" y="2167"/>
                  </a:lnTo>
                  <a:lnTo>
                    <a:pt x="4989" y="216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17"/>
            <p:cNvSpPr/>
            <p:nvPr/>
          </p:nvSpPr>
          <p:spPr>
            <a:xfrm>
              <a:off x="4723500" y="3007350"/>
              <a:ext cx="99725" cy="355725"/>
            </a:xfrm>
            <a:custGeom>
              <a:avLst/>
              <a:gdLst/>
              <a:ahLst/>
              <a:cxnLst/>
              <a:rect l="l" t="t" r="r" b="b"/>
              <a:pathLst>
                <a:path w="3989" h="14229" extrusionOk="0">
                  <a:moveTo>
                    <a:pt x="274" y="0"/>
                  </a:moveTo>
                  <a:cubicBezTo>
                    <a:pt x="227" y="72"/>
                    <a:pt x="119" y="107"/>
                    <a:pt x="0" y="107"/>
                  </a:cubicBezTo>
                  <a:lnTo>
                    <a:pt x="3691" y="14228"/>
                  </a:lnTo>
                  <a:cubicBezTo>
                    <a:pt x="3775" y="14181"/>
                    <a:pt x="3882" y="14157"/>
                    <a:pt x="3989" y="14133"/>
                  </a:cubicBez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17"/>
            <p:cNvSpPr/>
            <p:nvPr/>
          </p:nvSpPr>
          <p:spPr>
            <a:xfrm>
              <a:off x="4825300" y="3394600"/>
              <a:ext cx="18475" cy="41100"/>
            </a:xfrm>
            <a:custGeom>
              <a:avLst/>
              <a:gdLst/>
              <a:ahLst/>
              <a:cxnLst/>
              <a:rect l="l" t="t" r="r" b="b"/>
              <a:pathLst>
                <a:path w="739" h="1644" extrusionOk="0">
                  <a:moveTo>
                    <a:pt x="274" y="0"/>
                  </a:moveTo>
                  <a:cubicBezTo>
                    <a:pt x="203" y="48"/>
                    <a:pt x="107" y="72"/>
                    <a:pt x="0" y="72"/>
                  </a:cubicBezTo>
                  <a:lnTo>
                    <a:pt x="417" y="1643"/>
                  </a:lnTo>
                  <a:lnTo>
                    <a:pt x="738" y="1643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17"/>
            <p:cNvSpPr/>
            <p:nvPr/>
          </p:nvSpPr>
          <p:spPr>
            <a:xfrm>
              <a:off x="5078300" y="3281775"/>
              <a:ext cx="26825" cy="153325"/>
            </a:xfrm>
            <a:custGeom>
              <a:avLst/>
              <a:gdLst/>
              <a:ahLst/>
              <a:cxnLst/>
              <a:rect l="l" t="t" r="r" b="b"/>
              <a:pathLst>
                <a:path w="1073" h="6133" extrusionOk="0">
                  <a:moveTo>
                    <a:pt x="929" y="1"/>
                  </a:moveTo>
                  <a:cubicBezTo>
                    <a:pt x="894" y="1"/>
                    <a:pt x="870" y="1"/>
                    <a:pt x="834" y="13"/>
                  </a:cubicBezTo>
                  <a:cubicBezTo>
                    <a:pt x="822" y="13"/>
                    <a:pt x="822" y="37"/>
                    <a:pt x="810" y="37"/>
                  </a:cubicBezTo>
                  <a:lnTo>
                    <a:pt x="786" y="48"/>
                  </a:lnTo>
                  <a:lnTo>
                    <a:pt x="786" y="60"/>
                  </a:lnTo>
                  <a:cubicBezTo>
                    <a:pt x="786" y="60"/>
                    <a:pt x="786" y="84"/>
                    <a:pt x="774" y="84"/>
                  </a:cubicBezTo>
                  <a:lnTo>
                    <a:pt x="774" y="96"/>
                  </a:lnTo>
                  <a:cubicBezTo>
                    <a:pt x="774" y="108"/>
                    <a:pt x="774" y="108"/>
                    <a:pt x="763" y="120"/>
                  </a:cubicBezTo>
                  <a:lnTo>
                    <a:pt x="1" y="6133"/>
                  </a:lnTo>
                  <a:lnTo>
                    <a:pt x="322" y="6133"/>
                  </a:lnTo>
                  <a:lnTo>
                    <a:pt x="1036" y="358"/>
                  </a:lnTo>
                  <a:lnTo>
                    <a:pt x="1048" y="275"/>
                  </a:lnTo>
                  <a:lnTo>
                    <a:pt x="1060" y="179"/>
                  </a:lnTo>
                  <a:cubicBezTo>
                    <a:pt x="1072" y="96"/>
                    <a:pt x="1013" y="13"/>
                    <a:pt x="92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17"/>
            <p:cNvSpPr/>
            <p:nvPr/>
          </p:nvSpPr>
          <p:spPr>
            <a:xfrm>
              <a:off x="5165975" y="3082950"/>
              <a:ext cx="51650" cy="352750"/>
            </a:xfrm>
            <a:custGeom>
              <a:avLst/>
              <a:gdLst/>
              <a:ahLst/>
              <a:cxnLst/>
              <a:rect l="l" t="t" r="r" b="b"/>
              <a:pathLst>
                <a:path w="2066" h="14110" extrusionOk="0">
                  <a:moveTo>
                    <a:pt x="6" y="0"/>
                  </a:moveTo>
                  <a:cubicBezTo>
                    <a:pt x="0" y="28"/>
                    <a:pt x="5" y="56"/>
                    <a:pt x="16" y="81"/>
                  </a:cubicBezTo>
                  <a:lnTo>
                    <a:pt x="16" y="81"/>
                  </a:lnTo>
                  <a:lnTo>
                    <a:pt x="6" y="0"/>
                  </a:lnTo>
                  <a:close/>
                  <a:moveTo>
                    <a:pt x="16" y="81"/>
                  </a:moveTo>
                  <a:lnTo>
                    <a:pt x="792" y="6430"/>
                  </a:lnTo>
                  <a:lnTo>
                    <a:pt x="839" y="6739"/>
                  </a:lnTo>
                  <a:lnTo>
                    <a:pt x="1125" y="9025"/>
                  </a:lnTo>
                  <a:lnTo>
                    <a:pt x="1173" y="9359"/>
                  </a:lnTo>
                  <a:lnTo>
                    <a:pt x="1756" y="14109"/>
                  </a:lnTo>
                  <a:lnTo>
                    <a:pt x="2066" y="14109"/>
                  </a:lnTo>
                  <a:lnTo>
                    <a:pt x="1482" y="9442"/>
                  </a:lnTo>
                  <a:lnTo>
                    <a:pt x="1435" y="9121"/>
                  </a:lnTo>
                  <a:lnTo>
                    <a:pt x="1125" y="6608"/>
                  </a:lnTo>
                  <a:lnTo>
                    <a:pt x="1077" y="6287"/>
                  </a:lnTo>
                  <a:lnTo>
                    <a:pt x="351" y="358"/>
                  </a:lnTo>
                  <a:lnTo>
                    <a:pt x="65" y="143"/>
                  </a:lnTo>
                  <a:cubicBezTo>
                    <a:pt x="46" y="131"/>
                    <a:pt x="28" y="108"/>
                    <a:pt x="16" y="8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17"/>
            <p:cNvSpPr/>
            <p:nvPr/>
          </p:nvSpPr>
          <p:spPr>
            <a:xfrm>
              <a:off x="5303025" y="3368700"/>
              <a:ext cx="54800" cy="67000"/>
            </a:xfrm>
            <a:custGeom>
              <a:avLst/>
              <a:gdLst/>
              <a:ahLst/>
              <a:cxnLst/>
              <a:rect l="l" t="t" r="r" b="b"/>
              <a:pathLst>
                <a:path w="2192" h="2680" extrusionOk="0">
                  <a:moveTo>
                    <a:pt x="1941" y="0"/>
                  </a:moveTo>
                  <a:lnTo>
                    <a:pt x="1" y="2679"/>
                  </a:lnTo>
                  <a:lnTo>
                    <a:pt x="382" y="2679"/>
                  </a:lnTo>
                  <a:lnTo>
                    <a:pt x="2192" y="179"/>
                  </a:lnTo>
                  <a:cubicBezTo>
                    <a:pt x="2084" y="143"/>
                    <a:pt x="2001" y="84"/>
                    <a:pt x="194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17"/>
            <p:cNvSpPr/>
            <p:nvPr/>
          </p:nvSpPr>
          <p:spPr>
            <a:xfrm>
              <a:off x="5430125" y="3087425"/>
              <a:ext cx="129500" cy="180700"/>
            </a:xfrm>
            <a:custGeom>
              <a:avLst/>
              <a:gdLst/>
              <a:ahLst/>
              <a:cxnLst/>
              <a:rect l="l" t="t" r="r" b="b"/>
              <a:pathLst>
                <a:path w="5180" h="7228" extrusionOk="0">
                  <a:moveTo>
                    <a:pt x="4918" y="0"/>
                  </a:moveTo>
                  <a:lnTo>
                    <a:pt x="4882" y="60"/>
                  </a:lnTo>
                  <a:lnTo>
                    <a:pt x="156" y="6644"/>
                  </a:lnTo>
                  <a:cubicBezTo>
                    <a:pt x="203" y="6691"/>
                    <a:pt x="239" y="6751"/>
                    <a:pt x="251" y="6834"/>
                  </a:cubicBezTo>
                  <a:cubicBezTo>
                    <a:pt x="251" y="6989"/>
                    <a:pt x="144" y="7120"/>
                    <a:pt x="1" y="7132"/>
                  </a:cubicBezTo>
                  <a:lnTo>
                    <a:pt x="132" y="7227"/>
                  </a:lnTo>
                  <a:lnTo>
                    <a:pt x="5180" y="179"/>
                  </a:lnTo>
                  <a:cubicBezTo>
                    <a:pt x="5061" y="143"/>
                    <a:pt x="4978" y="83"/>
                    <a:pt x="491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17"/>
            <p:cNvSpPr/>
            <p:nvPr/>
          </p:nvSpPr>
          <p:spPr>
            <a:xfrm>
              <a:off x="5365250" y="3269875"/>
              <a:ext cx="63425" cy="84550"/>
            </a:xfrm>
            <a:custGeom>
              <a:avLst/>
              <a:gdLst/>
              <a:ahLst/>
              <a:cxnLst/>
              <a:rect l="l" t="t" r="r" b="b"/>
              <a:pathLst>
                <a:path w="2537" h="3382" extrusionOk="0">
                  <a:moveTo>
                    <a:pt x="2274" y="1"/>
                  </a:moveTo>
                  <a:lnTo>
                    <a:pt x="0" y="3191"/>
                  </a:lnTo>
                  <a:cubicBezTo>
                    <a:pt x="107" y="3215"/>
                    <a:pt x="179" y="3299"/>
                    <a:pt x="238" y="3382"/>
                  </a:cubicBezTo>
                  <a:lnTo>
                    <a:pt x="2536" y="179"/>
                  </a:lnTo>
                  <a:lnTo>
                    <a:pt x="227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17"/>
            <p:cNvSpPr/>
            <p:nvPr/>
          </p:nvSpPr>
          <p:spPr>
            <a:xfrm>
              <a:off x="5372675" y="3356800"/>
              <a:ext cx="248275" cy="56575"/>
            </a:xfrm>
            <a:custGeom>
              <a:avLst/>
              <a:gdLst/>
              <a:ahLst/>
              <a:cxnLst/>
              <a:rect l="l" t="t" r="r" b="b"/>
              <a:pathLst>
                <a:path w="9931" h="2263" extrusionOk="0">
                  <a:moveTo>
                    <a:pt x="1" y="0"/>
                  </a:moveTo>
                  <a:cubicBezTo>
                    <a:pt x="13" y="36"/>
                    <a:pt x="37" y="95"/>
                    <a:pt x="37" y="155"/>
                  </a:cubicBezTo>
                  <a:cubicBezTo>
                    <a:pt x="37" y="203"/>
                    <a:pt x="37" y="262"/>
                    <a:pt x="13" y="310"/>
                  </a:cubicBezTo>
                  <a:lnTo>
                    <a:pt x="9931" y="2262"/>
                  </a:lnTo>
                  <a:lnTo>
                    <a:pt x="9335" y="1822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17"/>
            <p:cNvSpPr/>
            <p:nvPr/>
          </p:nvSpPr>
          <p:spPr>
            <a:xfrm>
              <a:off x="5718250" y="3230300"/>
              <a:ext cx="86350" cy="88125"/>
            </a:xfrm>
            <a:custGeom>
              <a:avLst/>
              <a:gdLst/>
              <a:ahLst/>
              <a:cxnLst/>
              <a:rect l="l" t="t" r="r" b="b"/>
              <a:pathLst>
                <a:path w="3454" h="3525" extrusionOk="0">
                  <a:moveTo>
                    <a:pt x="3370" y="0"/>
                  </a:moveTo>
                  <a:lnTo>
                    <a:pt x="1" y="3250"/>
                  </a:lnTo>
                  <a:lnTo>
                    <a:pt x="168" y="3524"/>
                  </a:lnTo>
                  <a:lnTo>
                    <a:pt x="3454" y="333"/>
                  </a:lnTo>
                  <a:cubicBezTo>
                    <a:pt x="3382" y="298"/>
                    <a:pt x="3335" y="214"/>
                    <a:pt x="3335" y="131"/>
                  </a:cubicBezTo>
                  <a:cubicBezTo>
                    <a:pt x="3335" y="83"/>
                    <a:pt x="3335" y="36"/>
                    <a:pt x="337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17"/>
            <p:cNvSpPr/>
            <p:nvPr/>
          </p:nvSpPr>
          <p:spPr>
            <a:xfrm>
              <a:off x="5808450" y="3104675"/>
              <a:ext cx="128625" cy="124150"/>
            </a:xfrm>
            <a:custGeom>
              <a:avLst/>
              <a:gdLst/>
              <a:ahLst/>
              <a:cxnLst/>
              <a:rect l="l" t="t" r="r" b="b"/>
              <a:pathLst>
                <a:path w="5145" h="4966" extrusionOk="0">
                  <a:moveTo>
                    <a:pt x="4930" y="1"/>
                  </a:moveTo>
                  <a:lnTo>
                    <a:pt x="1" y="4787"/>
                  </a:lnTo>
                  <a:lnTo>
                    <a:pt x="120" y="4870"/>
                  </a:lnTo>
                  <a:cubicBezTo>
                    <a:pt x="167" y="4882"/>
                    <a:pt x="191" y="4906"/>
                    <a:pt x="227" y="4930"/>
                  </a:cubicBezTo>
                  <a:lnTo>
                    <a:pt x="263" y="4966"/>
                  </a:lnTo>
                  <a:lnTo>
                    <a:pt x="5144" y="227"/>
                  </a:lnTo>
                  <a:cubicBezTo>
                    <a:pt x="5061" y="167"/>
                    <a:pt x="4989" y="96"/>
                    <a:pt x="493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17"/>
            <p:cNvSpPr/>
            <p:nvPr/>
          </p:nvSpPr>
          <p:spPr>
            <a:xfrm>
              <a:off x="5622425" y="3317200"/>
              <a:ext cx="94375" cy="92000"/>
            </a:xfrm>
            <a:custGeom>
              <a:avLst/>
              <a:gdLst/>
              <a:ahLst/>
              <a:cxnLst/>
              <a:rect l="l" t="t" r="r" b="b"/>
              <a:pathLst>
                <a:path w="3775" h="3680" extrusionOk="0">
                  <a:moveTo>
                    <a:pt x="3596" y="1"/>
                  </a:moveTo>
                  <a:lnTo>
                    <a:pt x="0" y="3501"/>
                  </a:lnTo>
                  <a:lnTo>
                    <a:pt x="250" y="3680"/>
                  </a:lnTo>
                  <a:lnTo>
                    <a:pt x="3774" y="275"/>
                  </a:lnTo>
                  <a:lnTo>
                    <a:pt x="3596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17"/>
            <p:cNvSpPr/>
            <p:nvPr/>
          </p:nvSpPr>
          <p:spPr>
            <a:xfrm>
              <a:off x="5166700" y="3082050"/>
              <a:ext cx="498600" cy="354250"/>
            </a:xfrm>
            <a:custGeom>
              <a:avLst/>
              <a:gdLst/>
              <a:ahLst/>
              <a:cxnLst/>
              <a:rect l="l" t="t" r="r" b="b"/>
              <a:pathLst>
                <a:path w="19944" h="14170" extrusionOk="0">
                  <a:moveTo>
                    <a:pt x="298" y="1"/>
                  </a:moveTo>
                  <a:cubicBezTo>
                    <a:pt x="239" y="48"/>
                    <a:pt x="155" y="60"/>
                    <a:pt x="72" y="60"/>
                  </a:cubicBezTo>
                  <a:cubicBezTo>
                    <a:pt x="36" y="48"/>
                    <a:pt x="25" y="48"/>
                    <a:pt x="1" y="48"/>
                  </a:cubicBezTo>
                  <a:cubicBezTo>
                    <a:pt x="1" y="108"/>
                    <a:pt x="13" y="156"/>
                    <a:pt x="60" y="191"/>
                  </a:cubicBezTo>
                  <a:lnTo>
                    <a:pt x="334" y="406"/>
                  </a:lnTo>
                  <a:lnTo>
                    <a:pt x="5716" y="4275"/>
                  </a:lnTo>
                  <a:lnTo>
                    <a:pt x="5990" y="4477"/>
                  </a:lnTo>
                  <a:lnTo>
                    <a:pt x="10216" y="7537"/>
                  </a:lnTo>
                  <a:lnTo>
                    <a:pt x="10478" y="7716"/>
                  </a:lnTo>
                  <a:lnTo>
                    <a:pt x="17574" y="12836"/>
                  </a:lnTo>
                  <a:lnTo>
                    <a:pt x="18170" y="13264"/>
                  </a:lnTo>
                  <a:lnTo>
                    <a:pt x="19420" y="14169"/>
                  </a:lnTo>
                  <a:lnTo>
                    <a:pt x="19944" y="14169"/>
                  </a:lnTo>
                  <a:lnTo>
                    <a:pt x="18479" y="13110"/>
                  </a:lnTo>
                  <a:lnTo>
                    <a:pt x="18229" y="12931"/>
                  </a:lnTo>
                  <a:lnTo>
                    <a:pt x="10657" y="7466"/>
                  </a:lnTo>
                  <a:lnTo>
                    <a:pt x="10514" y="7383"/>
                  </a:lnTo>
                  <a:lnTo>
                    <a:pt x="10502" y="7383"/>
                  </a:lnTo>
                  <a:cubicBezTo>
                    <a:pt x="10495" y="7383"/>
                    <a:pt x="10487" y="7384"/>
                    <a:pt x="10480" y="7384"/>
                  </a:cubicBezTo>
                  <a:cubicBezTo>
                    <a:pt x="10347" y="7384"/>
                    <a:pt x="10238" y="7281"/>
                    <a:pt x="10204" y="7156"/>
                  </a:cubicBezTo>
                  <a:lnTo>
                    <a:pt x="7240" y="5013"/>
                  </a:lnTo>
                  <a:cubicBezTo>
                    <a:pt x="7216" y="5025"/>
                    <a:pt x="7180" y="5025"/>
                    <a:pt x="7156" y="5025"/>
                  </a:cubicBezTo>
                  <a:cubicBezTo>
                    <a:pt x="7143" y="5027"/>
                    <a:pt x="7130" y="5028"/>
                    <a:pt x="7117" y="5028"/>
                  </a:cubicBezTo>
                  <a:cubicBezTo>
                    <a:pt x="6978" y="5028"/>
                    <a:pt x="6859" y="4916"/>
                    <a:pt x="6859" y="4763"/>
                  </a:cubicBezTo>
                  <a:lnTo>
                    <a:pt x="6859" y="4728"/>
                  </a:lnTo>
                  <a:lnTo>
                    <a:pt x="6323" y="4347"/>
                  </a:lnTo>
                  <a:lnTo>
                    <a:pt x="6037" y="4132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17"/>
            <p:cNvSpPr/>
            <p:nvPr/>
          </p:nvSpPr>
          <p:spPr>
            <a:xfrm>
              <a:off x="5558725" y="3064225"/>
              <a:ext cx="8950" cy="4750"/>
            </a:xfrm>
            <a:custGeom>
              <a:avLst/>
              <a:gdLst/>
              <a:ahLst/>
              <a:cxnLst/>
              <a:rect l="l" t="t" r="r" b="b"/>
              <a:pathLst>
                <a:path w="358" h="190" extrusionOk="0">
                  <a:moveTo>
                    <a:pt x="146" y="0"/>
                  </a:moveTo>
                  <a:cubicBezTo>
                    <a:pt x="122" y="0"/>
                    <a:pt x="97" y="4"/>
                    <a:pt x="72" y="11"/>
                  </a:cubicBezTo>
                  <a:cubicBezTo>
                    <a:pt x="12" y="47"/>
                    <a:pt x="0" y="107"/>
                    <a:pt x="0" y="166"/>
                  </a:cubicBezTo>
                  <a:cubicBezTo>
                    <a:pt x="48" y="154"/>
                    <a:pt x="95" y="130"/>
                    <a:pt x="131" y="130"/>
                  </a:cubicBezTo>
                  <a:cubicBezTo>
                    <a:pt x="226" y="154"/>
                    <a:pt x="298" y="166"/>
                    <a:pt x="357" y="190"/>
                  </a:cubicBezTo>
                  <a:lnTo>
                    <a:pt x="286" y="71"/>
                  </a:lnTo>
                  <a:cubicBezTo>
                    <a:pt x="253" y="21"/>
                    <a:pt x="202" y="0"/>
                    <a:pt x="14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17"/>
            <p:cNvSpPr/>
            <p:nvPr/>
          </p:nvSpPr>
          <p:spPr>
            <a:xfrm>
              <a:off x="5571525" y="3089200"/>
              <a:ext cx="223250" cy="346500"/>
            </a:xfrm>
            <a:custGeom>
              <a:avLst/>
              <a:gdLst/>
              <a:ahLst/>
              <a:cxnLst/>
              <a:rect l="l" t="t" r="r" b="b"/>
              <a:pathLst>
                <a:path w="8930" h="13860" extrusionOk="0">
                  <a:moveTo>
                    <a:pt x="0" y="0"/>
                  </a:moveTo>
                  <a:lnTo>
                    <a:pt x="5632" y="9121"/>
                  </a:lnTo>
                  <a:lnTo>
                    <a:pt x="5799" y="9395"/>
                  </a:lnTo>
                  <a:lnTo>
                    <a:pt x="8573" y="13859"/>
                  </a:lnTo>
                  <a:lnTo>
                    <a:pt x="8930" y="13859"/>
                  </a:lnTo>
                  <a:lnTo>
                    <a:pt x="6025" y="9168"/>
                  </a:lnTo>
                  <a:lnTo>
                    <a:pt x="5858" y="8894"/>
                  </a:lnTo>
                  <a:lnTo>
                    <a:pt x="560" y="3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17"/>
            <p:cNvSpPr/>
            <p:nvPr/>
          </p:nvSpPr>
          <p:spPr>
            <a:xfrm>
              <a:off x="6055500" y="3242800"/>
              <a:ext cx="4200" cy="14900"/>
            </a:xfrm>
            <a:custGeom>
              <a:avLst/>
              <a:gdLst/>
              <a:ahLst/>
              <a:cxnLst/>
              <a:rect l="l" t="t" r="r" b="b"/>
              <a:pathLst>
                <a:path w="168" h="596" extrusionOk="0">
                  <a:moveTo>
                    <a:pt x="108" y="0"/>
                  </a:moveTo>
                  <a:lnTo>
                    <a:pt x="1" y="393"/>
                  </a:lnTo>
                  <a:lnTo>
                    <a:pt x="167" y="595"/>
                  </a:lnTo>
                  <a:lnTo>
                    <a:pt x="167" y="72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17"/>
            <p:cNvSpPr/>
            <p:nvPr/>
          </p:nvSpPr>
          <p:spPr>
            <a:xfrm>
              <a:off x="5953400" y="3107050"/>
              <a:ext cx="98850" cy="137250"/>
            </a:xfrm>
            <a:custGeom>
              <a:avLst/>
              <a:gdLst/>
              <a:ahLst/>
              <a:cxnLst/>
              <a:rect l="l" t="t" r="r" b="b"/>
              <a:pathLst>
                <a:path w="3954" h="5490" extrusionOk="0">
                  <a:moveTo>
                    <a:pt x="227" y="1"/>
                  </a:moveTo>
                  <a:cubicBezTo>
                    <a:pt x="168" y="72"/>
                    <a:pt x="96" y="132"/>
                    <a:pt x="1" y="179"/>
                  </a:cubicBezTo>
                  <a:lnTo>
                    <a:pt x="3847" y="5490"/>
                  </a:lnTo>
                  <a:lnTo>
                    <a:pt x="3954" y="5109"/>
                  </a:lnTo>
                  <a:lnTo>
                    <a:pt x="287" y="25"/>
                  </a:lnTo>
                  <a:lnTo>
                    <a:pt x="227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17"/>
            <p:cNvSpPr/>
            <p:nvPr/>
          </p:nvSpPr>
          <p:spPr>
            <a:xfrm>
              <a:off x="5571825" y="3083850"/>
              <a:ext cx="239625" cy="146475"/>
            </a:xfrm>
            <a:custGeom>
              <a:avLst/>
              <a:gdLst/>
              <a:ahLst/>
              <a:cxnLst/>
              <a:rect l="l" t="t" r="r" b="b"/>
              <a:pathLst>
                <a:path w="9585" h="5859" extrusionOk="0">
                  <a:moveTo>
                    <a:pt x="131" y="0"/>
                  </a:moveTo>
                  <a:cubicBezTo>
                    <a:pt x="95" y="84"/>
                    <a:pt x="60" y="155"/>
                    <a:pt x="0" y="214"/>
                  </a:cubicBezTo>
                  <a:lnTo>
                    <a:pt x="560" y="560"/>
                  </a:lnTo>
                  <a:lnTo>
                    <a:pt x="9227" y="5858"/>
                  </a:lnTo>
                  <a:cubicBezTo>
                    <a:pt x="9275" y="5763"/>
                    <a:pt x="9358" y="5691"/>
                    <a:pt x="9466" y="5691"/>
                  </a:cubicBezTo>
                  <a:cubicBezTo>
                    <a:pt x="9513" y="5691"/>
                    <a:pt x="9537" y="5691"/>
                    <a:pt x="9585" y="5703"/>
                  </a:cubicBezTo>
                  <a:lnTo>
                    <a:pt x="9466" y="5632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17"/>
            <p:cNvSpPr/>
            <p:nvPr/>
          </p:nvSpPr>
          <p:spPr>
            <a:xfrm>
              <a:off x="5814100" y="3227900"/>
              <a:ext cx="202450" cy="130700"/>
            </a:xfrm>
            <a:custGeom>
              <a:avLst/>
              <a:gdLst/>
              <a:ahLst/>
              <a:cxnLst/>
              <a:rect l="l" t="t" r="r" b="b"/>
              <a:pathLst>
                <a:path w="8098" h="5228" extrusionOk="0">
                  <a:moveTo>
                    <a:pt x="1" y="1"/>
                  </a:moveTo>
                  <a:lnTo>
                    <a:pt x="1" y="1"/>
                  </a:lnTo>
                  <a:cubicBezTo>
                    <a:pt x="37" y="48"/>
                    <a:pt x="84" y="120"/>
                    <a:pt x="84" y="191"/>
                  </a:cubicBezTo>
                  <a:cubicBezTo>
                    <a:pt x="84" y="263"/>
                    <a:pt x="72" y="322"/>
                    <a:pt x="25" y="382"/>
                  </a:cubicBezTo>
                  <a:lnTo>
                    <a:pt x="4263" y="2977"/>
                  </a:lnTo>
                  <a:cubicBezTo>
                    <a:pt x="4311" y="2918"/>
                    <a:pt x="4382" y="2870"/>
                    <a:pt x="4478" y="2870"/>
                  </a:cubicBezTo>
                  <a:cubicBezTo>
                    <a:pt x="4644" y="2870"/>
                    <a:pt x="4775" y="2977"/>
                    <a:pt x="4775" y="3144"/>
                  </a:cubicBezTo>
                  <a:cubicBezTo>
                    <a:pt x="4775" y="3180"/>
                    <a:pt x="4775" y="3227"/>
                    <a:pt x="4739" y="3275"/>
                  </a:cubicBezTo>
                  <a:lnTo>
                    <a:pt x="7942" y="5228"/>
                  </a:lnTo>
                  <a:cubicBezTo>
                    <a:pt x="7954" y="5120"/>
                    <a:pt x="8014" y="5025"/>
                    <a:pt x="8097" y="4954"/>
                  </a:cubicBezTo>
                  <a:lnTo>
                    <a:pt x="37" y="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17"/>
            <p:cNvSpPr/>
            <p:nvPr/>
          </p:nvSpPr>
          <p:spPr>
            <a:xfrm>
              <a:off x="5574500" y="3075800"/>
              <a:ext cx="354825" cy="22650"/>
            </a:xfrm>
            <a:custGeom>
              <a:avLst/>
              <a:gdLst/>
              <a:ahLst/>
              <a:cxnLst/>
              <a:rect l="l" t="t" r="r" b="b"/>
              <a:pathLst>
                <a:path w="14193" h="906" extrusionOk="0">
                  <a:moveTo>
                    <a:pt x="0" y="1"/>
                  </a:moveTo>
                  <a:lnTo>
                    <a:pt x="0" y="1"/>
                  </a:lnTo>
                  <a:cubicBezTo>
                    <a:pt x="12" y="36"/>
                    <a:pt x="24" y="84"/>
                    <a:pt x="24" y="132"/>
                  </a:cubicBezTo>
                  <a:cubicBezTo>
                    <a:pt x="36" y="203"/>
                    <a:pt x="24" y="263"/>
                    <a:pt x="12" y="322"/>
                  </a:cubicBezTo>
                  <a:lnTo>
                    <a:pt x="131" y="322"/>
                  </a:lnTo>
                  <a:lnTo>
                    <a:pt x="14181" y="906"/>
                  </a:lnTo>
                  <a:cubicBezTo>
                    <a:pt x="14181" y="870"/>
                    <a:pt x="14169" y="858"/>
                    <a:pt x="14169" y="834"/>
                  </a:cubicBezTo>
                  <a:cubicBezTo>
                    <a:pt x="14169" y="751"/>
                    <a:pt x="14169" y="667"/>
                    <a:pt x="14193" y="59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17"/>
            <p:cNvSpPr/>
            <p:nvPr/>
          </p:nvSpPr>
          <p:spPr>
            <a:xfrm>
              <a:off x="5569125" y="2643900"/>
              <a:ext cx="490575" cy="431025"/>
            </a:xfrm>
            <a:custGeom>
              <a:avLst/>
              <a:gdLst/>
              <a:ahLst/>
              <a:cxnLst/>
              <a:rect l="l" t="t" r="r" b="b"/>
              <a:pathLst>
                <a:path w="19623" h="17241" extrusionOk="0">
                  <a:moveTo>
                    <a:pt x="19622" y="1"/>
                  </a:moveTo>
                  <a:lnTo>
                    <a:pt x="1" y="17027"/>
                  </a:lnTo>
                  <a:cubicBezTo>
                    <a:pt x="96" y="17074"/>
                    <a:pt x="168" y="17158"/>
                    <a:pt x="215" y="17241"/>
                  </a:cubicBezTo>
                  <a:lnTo>
                    <a:pt x="19622" y="394"/>
                  </a:lnTo>
                  <a:lnTo>
                    <a:pt x="19622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17"/>
            <p:cNvSpPr/>
            <p:nvPr/>
          </p:nvSpPr>
          <p:spPr>
            <a:xfrm>
              <a:off x="5954000" y="2949300"/>
              <a:ext cx="105100" cy="136050"/>
            </a:xfrm>
            <a:custGeom>
              <a:avLst/>
              <a:gdLst/>
              <a:ahLst/>
              <a:cxnLst/>
              <a:rect l="l" t="t" r="r" b="b"/>
              <a:pathLst>
                <a:path w="4204" h="5442" extrusionOk="0">
                  <a:moveTo>
                    <a:pt x="4204" y="1"/>
                  </a:moveTo>
                  <a:lnTo>
                    <a:pt x="1" y="5239"/>
                  </a:lnTo>
                  <a:cubicBezTo>
                    <a:pt x="96" y="5299"/>
                    <a:pt x="179" y="5370"/>
                    <a:pt x="239" y="5442"/>
                  </a:cubicBezTo>
                  <a:lnTo>
                    <a:pt x="4204" y="489"/>
                  </a:lnTo>
                  <a:lnTo>
                    <a:pt x="420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17"/>
            <p:cNvSpPr/>
            <p:nvPr/>
          </p:nvSpPr>
          <p:spPr>
            <a:xfrm>
              <a:off x="6022475" y="3206175"/>
              <a:ext cx="37225" cy="143500"/>
            </a:xfrm>
            <a:custGeom>
              <a:avLst/>
              <a:gdLst/>
              <a:ahLst/>
              <a:cxnLst/>
              <a:rect l="l" t="t" r="r" b="b"/>
              <a:pathLst>
                <a:path w="1489" h="5740" extrusionOk="0">
                  <a:moveTo>
                    <a:pt x="1488" y="1"/>
                  </a:moveTo>
                  <a:lnTo>
                    <a:pt x="1191" y="1132"/>
                  </a:lnTo>
                  <a:lnTo>
                    <a:pt x="1084" y="1525"/>
                  </a:lnTo>
                  <a:lnTo>
                    <a:pt x="0" y="5692"/>
                  </a:lnTo>
                  <a:cubicBezTo>
                    <a:pt x="12" y="5692"/>
                    <a:pt x="24" y="5692"/>
                    <a:pt x="60" y="5680"/>
                  </a:cubicBezTo>
                  <a:cubicBezTo>
                    <a:pt x="143" y="5680"/>
                    <a:pt x="238" y="5692"/>
                    <a:pt x="310" y="5739"/>
                  </a:cubicBezTo>
                  <a:lnTo>
                    <a:pt x="1322" y="1834"/>
                  </a:lnTo>
                  <a:lnTo>
                    <a:pt x="1429" y="1453"/>
                  </a:lnTo>
                  <a:lnTo>
                    <a:pt x="1488" y="1227"/>
                  </a:lnTo>
                  <a:lnTo>
                    <a:pt x="148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17"/>
            <p:cNvSpPr/>
            <p:nvPr/>
          </p:nvSpPr>
          <p:spPr>
            <a:xfrm>
              <a:off x="5959075" y="3100225"/>
              <a:ext cx="100625" cy="64900"/>
            </a:xfrm>
            <a:custGeom>
              <a:avLst/>
              <a:gdLst/>
              <a:ahLst/>
              <a:cxnLst/>
              <a:rect l="l" t="t" r="r" b="b"/>
              <a:pathLst>
                <a:path w="4025" h="2596" extrusionOk="0">
                  <a:moveTo>
                    <a:pt x="155" y="0"/>
                  </a:moveTo>
                  <a:cubicBezTo>
                    <a:pt x="119" y="107"/>
                    <a:pt x="72" y="202"/>
                    <a:pt x="0" y="274"/>
                  </a:cubicBezTo>
                  <a:lnTo>
                    <a:pt x="60" y="298"/>
                  </a:lnTo>
                  <a:lnTo>
                    <a:pt x="4024" y="2596"/>
                  </a:lnTo>
                  <a:lnTo>
                    <a:pt x="4024" y="2238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17"/>
            <p:cNvSpPr/>
            <p:nvPr/>
          </p:nvSpPr>
          <p:spPr>
            <a:xfrm>
              <a:off x="4523175" y="3371975"/>
              <a:ext cx="36625" cy="35750"/>
            </a:xfrm>
            <a:custGeom>
              <a:avLst/>
              <a:gdLst/>
              <a:ahLst/>
              <a:cxnLst/>
              <a:rect l="l" t="t" r="r" b="b"/>
              <a:pathLst>
                <a:path w="1465" h="1430" extrusionOk="0">
                  <a:moveTo>
                    <a:pt x="691" y="0"/>
                  </a:moveTo>
                  <a:cubicBezTo>
                    <a:pt x="334" y="12"/>
                    <a:pt x="60" y="286"/>
                    <a:pt x="24" y="620"/>
                  </a:cubicBezTo>
                  <a:cubicBezTo>
                    <a:pt x="24" y="667"/>
                    <a:pt x="0" y="715"/>
                    <a:pt x="24" y="762"/>
                  </a:cubicBezTo>
                  <a:cubicBezTo>
                    <a:pt x="24" y="834"/>
                    <a:pt x="36" y="893"/>
                    <a:pt x="60" y="953"/>
                  </a:cubicBezTo>
                  <a:cubicBezTo>
                    <a:pt x="164" y="1242"/>
                    <a:pt x="436" y="1430"/>
                    <a:pt x="746" y="1430"/>
                  </a:cubicBezTo>
                  <a:cubicBezTo>
                    <a:pt x="755" y="1430"/>
                    <a:pt x="765" y="1430"/>
                    <a:pt x="774" y="1429"/>
                  </a:cubicBezTo>
                  <a:cubicBezTo>
                    <a:pt x="822" y="1429"/>
                    <a:pt x="870" y="1417"/>
                    <a:pt x="917" y="1417"/>
                  </a:cubicBezTo>
                  <a:cubicBezTo>
                    <a:pt x="1012" y="1382"/>
                    <a:pt x="1108" y="1334"/>
                    <a:pt x="1191" y="1274"/>
                  </a:cubicBezTo>
                  <a:cubicBezTo>
                    <a:pt x="1358" y="1120"/>
                    <a:pt x="1465" y="905"/>
                    <a:pt x="1453" y="667"/>
                  </a:cubicBezTo>
                  <a:cubicBezTo>
                    <a:pt x="1429" y="441"/>
                    <a:pt x="1334" y="262"/>
                    <a:pt x="1167" y="143"/>
                  </a:cubicBezTo>
                  <a:cubicBezTo>
                    <a:pt x="1096" y="84"/>
                    <a:pt x="989" y="48"/>
                    <a:pt x="881" y="12"/>
                  </a:cubicBezTo>
                  <a:cubicBezTo>
                    <a:pt x="822" y="0"/>
                    <a:pt x="762" y="0"/>
                    <a:pt x="69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17"/>
            <p:cNvSpPr/>
            <p:nvPr/>
          </p:nvSpPr>
          <p:spPr>
            <a:xfrm>
              <a:off x="4806850" y="3361225"/>
              <a:ext cx="35725" cy="35175"/>
            </a:xfrm>
            <a:custGeom>
              <a:avLst/>
              <a:gdLst/>
              <a:ahLst/>
              <a:cxnLst/>
              <a:rect l="l" t="t" r="r" b="b"/>
              <a:pathLst>
                <a:path w="1429" h="1407" extrusionOk="0">
                  <a:moveTo>
                    <a:pt x="724" y="0"/>
                  </a:moveTo>
                  <a:cubicBezTo>
                    <a:pt x="709" y="0"/>
                    <a:pt x="694" y="1"/>
                    <a:pt x="679" y="2"/>
                  </a:cubicBezTo>
                  <a:cubicBezTo>
                    <a:pt x="583" y="2"/>
                    <a:pt x="476" y="38"/>
                    <a:pt x="381" y="85"/>
                  </a:cubicBezTo>
                  <a:cubicBezTo>
                    <a:pt x="286" y="121"/>
                    <a:pt x="202" y="192"/>
                    <a:pt x="143" y="264"/>
                  </a:cubicBezTo>
                  <a:cubicBezTo>
                    <a:pt x="83" y="335"/>
                    <a:pt x="48" y="442"/>
                    <a:pt x="12" y="549"/>
                  </a:cubicBezTo>
                  <a:cubicBezTo>
                    <a:pt x="0" y="609"/>
                    <a:pt x="0" y="680"/>
                    <a:pt x="0" y="740"/>
                  </a:cubicBezTo>
                  <a:cubicBezTo>
                    <a:pt x="24" y="1133"/>
                    <a:pt x="345" y="1407"/>
                    <a:pt x="726" y="1407"/>
                  </a:cubicBezTo>
                  <a:lnTo>
                    <a:pt x="738" y="1407"/>
                  </a:lnTo>
                  <a:cubicBezTo>
                    <a:pt x="845" y="1407"/>
                    <a:pt x="941" y="1383"/>
                    <a:pt x="1024" y="1335"/>
                  </a:cubicBezTo>
                  <a:cubicBezTo>
                    <a:pt x="1131" y="1276"/>
                    <a:pt x="1214" y="1204"/>
                    <a:pt x="1298" y="1097"/>
                  </a:cubicBezTo>
                  <a:cubicBezTo>
                    <a:pt x="1357" y="1002"/>
                    <a:pt x="1393" y="919"/>
                    <a:pt x="1417" y="811"/>
                  </a:cubicBezTo>
                  <a:cubicBezTo>
                    <a:pt x="1429" y="776"/>
                    <a:pt x="1429" y="704"/>
                    <a:pt x="1429" y="669"/>
                  </a:cubicBezTo>
                  <a:cubicBezTo>
                    <a:pt x="1417" y="279"/>
                    <a:pt x="1098" y="0"/>
                    <a:pt x="724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17"/>
            <p:cNvSpPr/>
            <p:nvPr/>
          </p:nvSpPr>
          <p:spPr>
            <a:xfrm>
              <a:off x="4231475" y="3218375"/>
              <a:ext cx="12225" cy="12250"/>
            </a:xfrm>
            <a:custGeom>
              <a:avLst/>
              <a:gdLst/>
              <a:ahLst/>
              <a:cxnLst/>
              <a:rect l="l" t="t" r="r" b="b"/>
              <a:pathLst>
                <a:path w="489" h="490" extrusionOk="0">
                  <a:moveTo>
                    <a:pt x="238" y="1"/>
                  </a:moveTo>
                  <a:cubicBezTo>
                    <a:pt x="155" y="1"/>
                    <a:pt x="96" y="37"/>
                    <a:pt x="48" y="108"/>
                  </a:cubicBezTo>
                  <a:cubicBezTo>
                    <a:pt x="12" y="156"/>
                    <a:pt x="0" y="203"/>
                    <a:pt x="0" y="263"/>
                  </a:cubicBezTo>
                  <a:cubicBezTo>
                    <a:pt x="23" y="387"/>
                    <a:pt x="142" y="490"/>
                    <a:pt x="256" y="490"/>
                  </a:cubicBezTo>
                  <a:cubicBezTo>
                    <a:pt x="262" y="490"/>
                    <a:pt x="268" y="490"/>
                    <a:pt x="274" y="489"/>
                  </a:cubicBezTo>
                  <a:cubicBezTo>
                    <a:pt x="381" y="489"/>
                    <a:pt x="453" y="429"/>
                    <a:pt x="477" y="334"/>
                  </a:cubicBezTo>
                  <a:cubicBezTo>
                    <a:pt x="488" y="310"/>
                    <a:pt x="488" y="263"/>
                    <a:pt x="488" y="239"/>
                  </a:cubicBezTo>
                  <a:cubicBezTo>
                    <a:pt x="488" y="96"/>
                    <a:pt x="381" y="1"/>
                    <a:pt x="238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17"/>
            <p:cNvSpPr/>
            <p:nvPr/>
          </p:nvSpPr>
          <p:spPr>
            <a:xfrm>
              <a:off x="5155100" y="3058225"/>
              <a:ext cx="25325" cy="25050"/>
            </a:xfrm>
            <a:custGeom>
              <a:avLst/>
              <a:gdLst/>
              <a:ahLst/>
              <a:cxnLst/>
              <a:rect l="l" t="t" r="r" b="b"/>
              <a:pathLst>
                <a:path w="1013" h="1002" extrusionOk="0">
                  <a:moveTo>
                    <a:pt x="510" y="1"/>
                  </a:moveTo>
                  <a:cubicBezTo>
                    <a:pt x="503" y="1"/>
                    <a:pt x="496" y="1"/>
                    <a:pt x="489" y="1"/>
                  </a:cubicBezTo>
                  <a:cubicBezTo>
                    <a:pt x="203" y="13"/>
                    <a:pt x="0" y="239"/>
                    <a:pt x="12" y="525"/>
                  </a:cubicBezTo>
                  <a:cubicBezTo>
                    <a:pt x="24" y="763"/>
                    <a:pt x="203" y="954"/>
                    <a:pt x="441" y="989"/>
                  </a:cubicBezTo>
                  <a:cubicBezTo>
                    <a:pt x="489" y="1001"/>
                    <a:pt x="500" y="1001"/>
                    <a:pt x="536" y="1001"/>
                  </a:cubicBezTo>
                  <a:cubicBezTo>
                    <a:pt x="608" y="1001"/>
                    <a:pt x="679" y="966"/>
                    <a:pt x="762" y="942"/>
                  </a:cubicBezTo>
                  <a:cubicBezTo>
                    <a:pt x="917" y="847"/>
                    <a:pt x="1012" y="668"/>
                    <a:pt x="1012" y="478"/>
                  </a:cubicBezTo>
                  <a:cubicBezTo>
                    <a:pt x="1001" y="222"/>
                    <a:pt x="786" y="1"/>
                    <a:pt x="51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17"/>
            <p:cNvSpPr/>
            <p:nvPr/>
          </p:nvSpPr>
          <p:spPr>
            <a:xfrm>
              <a:off x="5929000" y="3079000"/>
              <a:ext cx="34850" cy="34325"/>
            </a:xfrm>
            <a:custGeom>
              <a:avLst/>
              <a:gdLst/>
              <a:ahLst/>
              <a:cxnLst/>
              <a:rect l="l" t="t" r="r" b="b"/>
              <a:pathLst>
                <a:path w="1394" h="1373" extrusionOk="0">
                  <a:moveTo>
                    <a:pt x="720" y="1"/>
                  </a:moveTo>
                  <a:cubicBezTo>
                    <a:pt x="699" y="1"/>
                    <a:pt x="677" y="2"/>
                    <a:pt x="655" y="4"/>
                  </a:cubicBezTo>
                  <a:cubicBezTo>
                    <a:pt x="358" y="16"/>
                    <a:pt x="96" y="230"/>
                    <a:pt x="24" y="492"/>
                  </a:cubicBezTo>
                  <a:cubicBezTo>
                    <a:pt x="13" y="575"/>
                    <a:pt x="1" y="647"/>
                    <a:pt x="1" y="730"/>
                  </a:cubicBezTo>
                  <a:lnTo>
                    <a:pt x="1" y="789"/>
                  </a:lnTo>
                  <a:cubicBezTo>
                    <a:pt x="13" y="885"/>
                    <a:pt x="48" y="968"/>
                    <a:pt x="108" y="1051"/>
                  </a:cubicBezTo>
                  <a:cubicBezTo>
                    <a:pt x="167" y="1135"/>
                    <a:pt x="239" y="1206"/>
                    <a:pt x="322" y="1266"/>
                  </a:cubicBezTo>
                  <a:cubicBezTo>
                    <a:pt x="441" y="1349"/>
                    <a:pt x="584" y="1373"/>
                    <a:pt x="727" y="1373"/>
                  </a:cubicBezTo>
                  <a:cubicBezTo>
                    <a:pt x="822" y="1373"/>
                    <a:pt x="917" y="1349"/>
                    <a:pt x="1001" y="1313"/>
                  </a:cubicBezTo>
                  <a:cubicBezTo>
                    <a:pt x="1084" y="1266"/>
                    <a:pt x="1156" y="1206"/>
                    <a:pt x="1215" y="1135"/>
                  </a:cubicBezTo>
                  <a:cubicBezTo>
                    <a:pt x="1275" y="1063"/>
                    <a:pt x="1334" y="968"/>
                    <a:pt x="1370" y="873"/>
                  </a:cubicBezTo>
                  <a:cubicBezTo>
                    <a:pt x="1382" y="789"/>
                    <a:pt x="1394" y="730"/>
                    <a:pt x="1382" y="659"/>
                  </a:cubicBezTo>
                  <a:cubicBezTo>
                    <a:pt x="1382" y="516"/>
                    <a:pt x="1322" y="397"/>
                    <a:pt x="1251" y="278"/>
                  </a:cubicBezTo>
                  <a:cubicBezTo>
                    <a:pt x="1191" y="182"/>
                    <a:pt x="1096" y="123"/>
                    <a:pt x="1013" y="75"/>
                  </a:cubicBezTo>
                  <a:cubicBezTo>
                    <a:pt x="923" y="26"/>
                    <a:pt x="826" y="1"/>
                    <a:pt x="72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17"/>
            <p:cNvSpPr/>
            <p:nvPr/>
          </p:nvSpPr>
          <p:spPr>
            <a:xfrm>
              <a:off x="6012050" y="3348375"/>
              <a:ext cx="25625" cy="24275"/>
            </a:xfrm>
            <a:custGeom>
              <a:avLst/>
              <a:gdLst/>
              <a:ahLst/>
              <a:cxnLst/>
              <a:rect l="l" t="t" r="r" b="b"/>
              <a:pathLst>
                <a:path w="1025" h="971" extrusionOk="0">
                  <a:moveTo>
                    <a:pt x="524" y="1"/>
                  </a:moveTo>
                  <a:cubicBezTo>
                    <a:pt x="508" y="1"/>
                    <a:pt x="492" y="2"/>
                    <a:pt x="477" y="4"/>
                  </a:cubicBezTo>
                  <a:cubicBezTo>
                    <a:pt x="453" y="4"/>
                    <a:pt x="441" y="4"/>
                    <a:pt x="417" y="16"/>
                  </a:cubicBezTo>
                  <a:cubicBezTo>
                    <a:pt x="310" y="40"/>
                    <a:pt x="215" y="75"/>
                    <a:pt x="155" y="135"/>
                  </a:cubicBezTo>
                  <a:cubicBezTo>
                    <a:pt x="84" y="218"/>
                    <a:pt x="24" y="301"/>
                    <a:pt x="12" y="409"/>
                  </a:cubicBezTo>
                  <a:cubicBezTo>
                    <a:pt x="12" y="432"/>
                    <a:pt x="0" y="480"/>
                    <a:pt x="12" y="516"/>
                  </a:cubicBezTo>
                  <a:cubicBezTo>
                    <a:pt x="24" y="764"/>
                    <a:pt x="239" y="970"/>
                    <a:pt x="495" y="970"/>
                  </a:cubicBezTo>
                  <a:cubicBezTo>
                    <a:pt x="508" y="970"/>
                    <a:pt x="522" y="969"/>
                    <a:pt x="536" y="968"/>
                  </a:cubicBezTo>
                  <a:cubicBezTo>
                    <a:pt x="798" y="956"/>
                    <a:pt x="1024" y="730"/>
                    <a:pt x="989" y="456"/>
                  </a:cubicBezTo>
                  <a:cubicBezTo>
                    <a:pt x="977" y="278"/>
                    <a:pt x="870" y="123"/>
                    <a:pt x="727" y="40"/>
                  </a:cubicBezTo>
                  <a:cubicBezTo>
                    <a:pt x="668" y="20"/>
                    <a:pt x="594" y="1"/>
                    <a:pt x="52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17"/>
            <p:cNvSpPr/>
            <p:nvPr/>
          </p:nvSpPr>
          <p:spPr>
            <a:xfrm>
              <a:off x="5550375" y="3068250"/>
              <a:ext cx="25025" cy="24250"/>
            </a:xfrm>
            <a:custGeom>
              <a:avLst/>
              <a:gdLst/>
              <a:ahLst/>
              <a:cxnLst/>
              <a:rect l="l" t="t" r="r" b="b"/>
              <a:pathLst>
                <a:path w="1001" h="970" extrusionOk="0">
                  <a:moveTo>
                    <a:pt x="542" y="0"/>
                  </a:moveTo>
                  <a:cubicBezTo>
                    <a:pt x="521" y="0"/>
                    <a:pt x="499" y="2"/>
                    <a:pt x="477" y="5"/>
                  </a:cubicBezTo>
                  <a:cubicBezTo>
                    <a:pt x="441" y="5"/>
                    <a:pt x="394" y="17"/>
                    <a:pt x="346" y="29"/>
                  </a:cubicBezTo>
                  <a:cubicBezTo>
                    <a:pt x="144" y="112"/>
                    <a:pt x="1" y="303"/>
                    <a:pt x="25" y="529"/>
                  </a:cubicBezTo>
                  <a:cubicBezTo>
                    <a:pt x="25" y="612"/>
                    <a:pt x="48" y="708"/>
                    <a:pt x="108" y="779"/>
                  </a:cubicBezTo>
                  <a:cubicBezTo>
                    <a:pt x="168" y="850"/>
                    <a:pt x="251" y="910"/>
                    <a:pt x="346" y="946"/>
                  </a:cubicBezTo>
                  <a:cubicBezTo>
                    <a:pt x="406" y="958"/>
                    <a:pt x="465" y="969"/>
                    <a:pt x="525" y="969"/>
                  </a:cubicBezTo>
                  <a:cubicBezTo>
                    <a:pt x="644" y="969"/>
                    <a:pt x="751" y="910"/>
                    <a:pt x="846" y="838"/>
                  </a:cubicBezTo>
                  <a:cubicBezTo>
                    <a:pt x="906" y="779"/>
                    <a:pt x="941" y="708"/>
                    <a:pt x="977" y="624"/>
                  </a:cubicBezTo>
                  <a:cubicBezTo>
                    <a:pt x="989" y="565"/>
                    <a:pt x="1001" y="529"/>
                    <a:pt x="989" y="469"/>
                  </a:cubicBezTo>
                  <a:cubicBezTo>
                    <a:pt x="989" y="422"/>
                    <a:pt x="977" y="374"/>
                    <a:pt x="953" y="327"/>
                  </a:cubicBezTo>
                  <a:cubicBezTo>
                    <a:pt x="953" y="315"/>
                    <a:pt x="941" y="303"/>
                    <a:pt x="941" y="291"/>
                  </a:cubicBezTo>
                  <a:cubicBezTo>
                    <a:pt x="906" y="184"/>
                    <a:pt x="822" y="112"/>
                    <a:pt x="739" y="65"/>
                  </a:cubicBezTo>
                  <a:cubicBezTo>
                    <a:pt x="727" y="53"/>
                    <a:pt x="703" y="53"/>
                    <a:pt x="691" y="29"/>
                  </a:cubicBezTo>
                  <a:cubicBezTo>
                    <a:pt x="648" y="11"/>
                    <a:pt x="598" y="0"/>
                    <a:pt x="54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17"/>
            <p:cNvSpPr/>
            <p:nvPr/>
          </p:nvSpPr>
          <p:spPr>
            <a:xfrm>
              <a:off x="5349175" y="3348750"/>
              <a:ext cx="25025" cy="24850"/>
            </a:xfrm>
            <a:custGeom>
              <a:avLst/>
              <a:gdLst/>
              <a:ahLst/>
              <a:cxnLst/>
              <a:rect l="l" t="t" r="r" b="b"/>
              <a:pathLst>
                <a:path w="1001" h="994" extrusionOk="0">
                  <a:moveTo>
                    <a:pt x="476" y="1"/>
                  </a:moveTo>
                  <a:cubicBezTo>
                    <a:pt x="334" y="1"/>
                    <a:pt x="203" y="96"/>
                    <a:pt x="107" y="203"/>
                  </a:cubicBezTo>
                  <a:cubicBezTo>
                    <a:pt x="48" y="286"/>
                    <a:pt x="0" y="382"/>
                    <a:pt x="24" y="501"/>
                  </a:cubicBezTo>
                  <a:lnTo>
                    <a:pt x="24" y="525"/>
                  </a:lnTo>
                  <a:cubicBezTo>
                    <a:pt x="36" y="632"/>
                    <a:pt x="60" y="715"/>
                    <a:pt x="119" y="798"/>
                  </a:cubicBezTo>
                  <a:cubicBezTo>
                    <a:pt x="179" y="882"/>
                    <a:pt x="274" y="941"/>
                    <a:pt x="381" y="977"/>
                  </a:cubicBezTo>
                  <a:cubicBezTo>
                    <a:pt x="406" y="985"/>
                    <a:pt x="444" y="994"/>
                    <a:pt x="484" y="994"/>
                  </a:cubicBezTo>
                  <a:cubicBezTo>
                    <a:pt x="501" y="994"/>
                    <a:pt x="519" y="992"/>
                    <a:pt x="536" y="989"/>
                  </a:cubicBezTo>
                  <a:cubicBezTo>
                    <a:pt x="762" y="977"/>
                    <a:pt x="941" y="822"/>
                    <a:pt x="988" y="620"/>
                  </a:cubicBezTo>
                  <a:cubicBezTo>
                    <a:pt x="1000" y="572"/>
                    <a:pt x="1000" y="525"/>
                    <a:pt x="1000" y="465"/>
                  </a:cubicBezTo>
                  <a:cubicBezTo>
                    <a:pt x="977" y="417"/>
                    <a:pt x="953" y="358"/>
                    <a:pt x="941" y="322"/>
                  </a:cubicBezTo>
                  <a:lnTo>
                    <a:pt x="893" y="227"/>
                  </a:lnTo>
                  <a:cubicBezTo>
                    <a:pt x="834" y="144"/>
                    <a:pt x="750" y="84"/>
                    <a:pt x="655" y="36"/>
                  </a:cubicBezTo>
                  <a:cubicBezTo>
                    <a:pt x="596" y="25"/>
                    <a:pt x="536" y="1"/>
                    <a:pt x="47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17"/>
            <p:cNvSpPr/>
            <p:nvPr/>
          </p:nvSpPr>
          <p:spPr>
            <a:xfrm>
              <a:off x="4288925" y="3245425"/>
              <a:ext cx="24725" cy="24575"/>
            </a:xfrm>
            <a:custGeom>
              <a:avLst/>
              <a:gdLst/>
              <a:ahLst/>
              <a:cxnLst/>
              <a:rect l="l" t="t" r="r" b="b"/>
              <a:pathLst>
                <a:path w="989" h="983" extrusionOk="0">
                  <a:moveTo>
                    <a:pt x="513" y="0"/>
                  </a:moveTo>
                  <a:cubicBezTo>
                    <a:pt x="497" y="0"/>
                    <a:pt x="481" y="1"/>
                    <a:pt x="465" y="2"/>
                  </a:cubicBezTo>
                  <a:cubicBezTo>
                    <a:pt x="262" y="14"/>
                    <a:pt x="84" y="133"/>
                    <a:pt x="24" y="312"/>
                  </a:cubicBezTo>
                  <a:cubicBezTo>
                    <a:pt x="0" y="371"/>
                    <a:pt x="0" y="443"/>
                    <a:pt x="0" y="526"/>
                  </a:cubicBezTo>
                  <a:cubicBezTo>
                    <a:pt x="0" y="586"/>
                    <a:pt x="12" y="621"/>
                    <a:pt x="24" y="669"/>
                  </a:cubicBezTo>
                  <a:cubicBezTo>
                    <a:pt x="36" y="729"/>
                    <a:pt x="72" y="776"/>
                    <a:pt x="119" y="824"/>
                  </a:cubicBezTo>
                  <a:cubicBezTo>
                    <a:pt x="193" y="908"/>
                    <a:pt x="322" y="983"/>
                    <a:pt x="450" y="983"/>
                  </a:cubicBezTo>
                  <a:cubicBezTo>
                    <a:pt x="467" y="983"/>
                    <a:pt x="483" y="981"/>
                    <a:pt x="500" y="979"/>
                  </a:cubicBezTo>
                  <a:cubicBezTo>
                    <a:pt x="512" y="979"/>
                    <a:pt x="536" y="979"/>
                    <a:pt x="560" y="967"/>
                  </a:cubicBezTo>
                  <a:cubicBezTo>
                    <a:pt x="703" y="955"/>
                    <a:pt x="798" y="883"/>
                    <a:pt x="869" y="788"/>
                  </a:cubicBezTo>
                  <a:cubicBezTo>
                    <a:pt x="953" y="705"/>
                    <a:pt x="988" y="586"/>
                    <a:pt x="976" y="455"/>
                  </a:cubicBezTo>
                  <a:cubicBezTo>
                    <a:pt x="976" y="431"/>
                    <a:pt x="976" y="419"/>
                    <a:pt x="965" y="383"/>
                  </a:cubicBezTo>
                  <a:cubicBezTo>
                    <a:pt x="953" y="276"/>
                    <a:pt x="893" y="193"/>
                    <a:pt x="822" y="121"/>
                  </a:cubicBezTo>
                  <a:cubicBezTo>
                    <a:pt x="738" y="38"/>
                    <a:pt x="627" y="0"/>
                    <a:pt x="513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17"/>
            <p:cNvSpPr/>
            <p:nvPr/>
          </p:nvSpPr>
          <p:spPr>
            <a:xfrm>
              <a:off x="4145150" y="3339825"/>
              <a:ext cx="26225" cy="24750"/>
            </a:xfrm>
            <a:custGeom>
              <a:avLst/>
              <a:gdLst/>
              <a:ahLst/>
              <a:cxnLst/>
              <a:rect l="l" t="t" r="r" b="b"/>
              <a:pathLst>
                <a:path w="1049" h="990" extrusionOk="0">
                  <a:moveTo>
                    <a:pt x="501" y="1"/>
                  </a:moveTo>
                  <a:cubicBezTo>
                    <a:pt x="227" y="24"/>
                    <a:pt x="0" y="239"/>
                    <a:pt x="36" y="524"/>
                  </a:cubicBezTo>
                  <a:cubicBezTo>
                    <a:pt x="48" y="791"/>
                    <a:pt x="262" y="989"/>
                    <a:pt x="536" y="989"/>
                  </a:cubicBezTo>
                  <a:cubicBezTo>
                    <a:pt x="544" y="989"/>
                    <a:pt x="552" y="989"/>
                    <a:pt x="560" y="989"/>
                  </a:cubicBezTo>
                  <a:cubicBezTo>
                    <a:pt x="822" y="977"/>
                    <a:pt x="1048" y="751"/>
                    <a:pt x="1012" y="465"/>
                  </a:cubicBezTo>
                  <a:cubicBezTo>
                    <a:pt x="1012" y="405"/>
                    <a:pt x="1001" y="358"/>
                    <a:pt x="989" y="322"/>
                  </a:cubicBezTo>
                  <a:cubicBezTo>
                    <a:pt x="929" y="215"/>
                    <a:pt x="870" y="143"/>
                    <a:pt x="774" y="84"/>
                  </a:cubicBezTo>
                  <a:cubicBezTo>
                    <a:pt x="703" y="36"/>
                    <a:pt x="631" y="1"/>
                    <a:pt x="53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17"/>
            <p:cNvSpPr/>
            <p:nvPr/>
          </p:nvSpPr>
          <p:spPr>
            <a:xfrm>
              <a:off x="4710100" y="2985275"/>
              <a:ext cx="25625" cy="24775"/>
            </a:xfrm>
            <a:custGeom>
              <a:avLst/>
              <a:gdLst/>
              <a:ahLst/>
              <a:cxnLst/>
              <a:rect l="l" t="t" r="r" b="b"/>
              <a:pathLst>
                <a:path w="1025" h="991" extrusionOk="0">
                  <a:moveTo>
                    <a:pt x="532" y="0"/>
                  </a:moveTo>
                  <a:cubicBezTo>
                    <a:pt x="518" y="0"/>
                    <a:pt x="503" y="1"/>
                    <a:pt x="489" y="2"/>
                  </a:cubicBezTo>
                  <a:cubicBezTo>
                    <a:pt x="227" y="14"/>
                    <a:pt x="1" y="240"/>
                    <a:pt x="24" y="526"/>
                  </a:cubicBezTo>
                  <a:cubicBezTo>
                    <a:pt x="48" y="657"/>
                    <a:pt x="108" y="776"/>
                    <a:pt x="191" y="859"/>
                  </a:cubicBezTo>
                  <a:cubicBezTo>
                    <a:pt x="262" y="943"/>
                    <a:pt x="370" y="979"/>
                    <a:pt x="477" y="979"/>
                  </a:cubicBezTo>
                  <a:lnTo>
                    <a:pt x="536" y="990"/>
                  </a:lnTo>
                  <a:cubicBezTo>
                    <a:pt x="655" y="990"/>
                    <a:pt x="739" y="943"/>
                    <a:pt x="834" y="883"/>
                  </a:cubicBezTo>
                  <a:cubicBezTo>
                    <a:pt x="953" y="788"/>
                    <a:pt x="1024" y="621"/>
                    <a:pt x="1013" y="467"/>
                  </a:cubicBezTo>
                  <a:cubicBezTo>
                    <a:pt x="1001" y="207"/>
                    <a:pt x="797" y="0"/>
                    <a:pt x="53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17"/>
            <p:cNvSpPr/>
            <p:nvPr/>
          </p:nvSpPr>
          <p:spPr>
            <a:xfrm>
              <a:off x="5801300" y="3226125"/>
              <a:ext cx="14625" cy="14600"/>
            </a:xfrm>
            <a:custGeom>
              <a:avLst/>
              <a:gdLst/>
              <a:ahLst/>
              <a:cxnLst/>
              <a:rect l="l" t="t" r="r" b="b"/>
              <a:pathLst>
                <a:path w="585" h="584" extrusionOk="0">
                  <a:moveTo>
                    <a:pt x="275" y="0"/>
                  </a:moveTo>
                  <a:cubicBezTo>
                    <a:pt x="168" y="0"/>
                    <a:pt x="72" y="72"/>
                    <a:pt x="37" y="167"/>
                  </a:cubicBezTo>
                  <a:lnTo>
                    <a:pt x="37" y="179"/>
                  </a:lnTo>
                  <a:cubicBezTo>
                    <a:pt x="13" y="227"/>
                    <a:pt x="1" y="262"/>
                    <a:pt x="1" y="310"/>
                  </a:cubicBezTo>
                  <a:cubicBezTo>
                    <a:pt x="1" y="405"/>
                    <a:pt x="48" y="477"/>
                    <a:pt x="120" y="524"/>
                  </a:cubicBezTo>
                  <a:cubicBezTo>
                    <a:pt x="179" y="560"/>
                    <a:pt x="239" y="584"/>
                    <a:pt x="310" y="584"/>
                  </a:cubicBezTo>
                  <a:cubicBezTo>
                    <a:pt x="406" y="584"/>
                    <a:pt x="477" y="536"/>
                    <a:pt x="525" y="465"/>
                  </a:cubicBezTo>
                  <a:cubicBezTo>
                    <a:pt x="572" y="417"/>
                    <a:pt x="584" y="346"/>
                    <a:pt x="584" y="262"/>
                  </a:cubicBezTo>
                  <a:cubicBezTo>
                    <a:pt x="584" y="191"/>
                    <a:pt x="549" y="119"/>
                    <a:pt x="489" y="72"/>
                  </a:cubicBezTo>
                  <a:cubicBezTo>
                    <a:pt x="465" y="36"/>
                    <a:pt x="429" y="24"/>
                    <a:pt x="394" y="12"/>
                  </a:cubicBezTo>
                  <a:cubicBezTo>
                    <a:pt x="358" y="0"/>
                    <a:pt x="310" y="0"/>
                    <a:pt x="275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17"/>
            <p:cNvSpPr/>
            <p:nvPr/>
          </p:nvSpPr>
          <p:spPr>
            <a:xfrm>
              <a:off x="5918575" y="3299625"/>
              <a:ext cx="14600" cy="14325"/>
            </a:xfrm>
            <a:custGeom>
              <a:avLst/>
              <a:gdLst/>
              <a:ahLst/>
              <a:cxnLst/>
              <a:rect l="l" t="t" r="r" b="b"/>
              <a:pathLst>
                <a:path w="584" h="573" extrusionOk="0">
                  <a:moveTo>
                    <a:pt x="308" y="0"/>
                  </a:moveTo>
                  <a:cubicBezTo>
                    <a:pt x="301" y="0"/>
                    <a:pt x="294" y="1"/>
                    <a:pt x="287" y="1"/>
                  </a:cubicBezTo>
                  <a:cubicBezTo>
                    <a:pt x="191" y="1"/>
                    <a:pt x="132" y="49"/>
                    <a:pt x="72" y="108"/>
                  </a:cubicBezTo>
                  <a:cubicBezTo>
                    <a:pt x="25" y="168"/>
                    <a:pt x="1" y="227"/>
                    <a:pt x="13" y="299"/>
                  </a:cubicBezTo>
                  <a:cubicBezTo>
                    <a:pt x="25" y="454"/>
                    <a:pt x="144" y="573"/>
                    <a:pt x="310" y="573"/>
                  </a:cubicBezTo>
                  <a:cubicBezTo>
                    <a:pt x="430" y="573"/>
                    <a:pt x="513" y="489"/>
                    <a:pt x="549" y="394"/>
                  </a:cubicBezTo>
                  <a:cubicBezTo>
                    <a:pt x="560" y="346"/>
                    <a:pt x="572" y="299"/>
                    <a:pt x="572" y="251"/>
                  </a:cubicBezTo>
                  <a:cubicBezTo>
                    <a:pt x="584" y="115"/>
                    <a:pt x="454" y="0"/>
                    <a:pt x="3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17"/>
            <p:cNvSpPr/>
            <p:nvPr/>
          </p:nvSpPr>
          <p:spPr>
            <a:xfrm>
              <a:off x="5332800" y="3319575"/>
              <a:ext cx="14300" cy="14025"/>
            </a:xfrm>
            <a:custGeom>
              <a:avLst/>
              <a:gdLst/>
              <a:ahLst/>
              <a:cxnLst/>
              <a:rect l="l" t="t" r="r" b="b"/>
              <a:pathLst>
                <a:path w="572" h="561" extrusionOk="0">
                  <a:moveTo>
                    <a:pt x="274" y="1"/>
                  </a:moveTo>
                  <a:cubicBezTo>
                    <a:pt x="108" y="1"/>
                    <a:pt x="0" y="132"/>
                    <a:pt x="0" y="299"/>
                  </a:cubicBezTo>
                  <a:cubicBezTo>
                    <a:pt x="0" y="453"/>
                    <a:pt x="143" y="561"/>
                    <a:pt x="298" y="561"/>
                  </a:cubicBezTo>
                  <a:cubicBezTo>
                    <a:pt x="465" y="561"/>
                    <a:pt x="572" y="430"/>
                    <a:pt x="572" y="263"/>
                  </a:cubicBezTo>
                  <a:cubicBezTo>
                    <a:pt x="572" y="96"/>
                    <a:pt x="441" y="1"/>
                    <a:pt x="27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17"/>
            <p:cNvSpPr/>
            <p:nvPr/>
          </p:nvSpPr>
          <p:spPr>
            <a:xfrm>
              <a:off x="4583900" y="3272550"/>
              <a:ext cx="14600" cy="14375"/>
            </a:xfrm>
            <a:custGeom>
              <a:avLst/>
              <a:gdLst/>
              <a:ahLst/>
              <a:cxnLst/>
              <a:rect l="l" t="t" r="r" b="b"/>
              <a:pathLst>
                <a:path w="584" h="575" extrusionOk="0">
                  <a:moveTo>
                    <a:pt x="286" y="1"/>
                  </a:moveTo>
                  <a:cubicBezTo>
                    <a:pt x="215" y="1"/>
                    <a:pt x="155" y="36"/>
                    <a:pt x="107" y="72"/>
                  </a:cubicBezTo>
                  <a:cubicBezTo>
                    <a:pt x="48" y="132"/>
                    <a:pt x="0" y="215"/>
                    <a:pt x="12" y="298"/>
                  </a:cubicBezTo>
                  <a:cubicBezTo>
                    <a:pt x="12" y="334"/>
                    <a:pt x="36" y="346"/>
                    <a:pt x="36" y="370"/>
                  </a:cubicBezTo>
                  <a:cubicBezTo>
                    <a:pt x="48" y="417"/>
                    <a:pt x="60" y="453"/>
                    <a:pt x="96" y="477"/>
                  </a:cubicBezTo>
                  <a:cubicBezTo>
                    <a:pt x="149" y="530"/>
                    <a:pt x="212" y="574"/>
                    <a:pt x="284" y="574"/>
                  </a:cubicBezTo>
                  <a:cubicBezTo>
                    <a:pt x="293" y="574"/>
                    <a:pt x="301" y="573"/>
                    <a:pt x="310" y="572"/>
                  </a:cubicBezTo>
                  <a:cubicBezTo>
                    <a:pt x="346" y="572"/>
                    <a:pt x="369" y="548"/>
                    <a:pt x="405" y="548"/>
                  </a:cubicBezTo>
                  <a:cubicBezTo>
                    <a:pt x="465" y="525"/>
                    <a:pt x="524" y="477"/>
                    <a:pt x="548" y="417"/>
                  </a:cubicBezTo>
                  <a:cubicBezTo>
                    <a:pt x="572" y="370"/>
                    <a:pt x="584" y="334"/>
                    <a:pt x="584" y="275"/>
                  </a:cubicBezTo>
                  <a:cubicBezTo>
                    <a:pt x="584" y="227"/>
                    <a:pt x="572" y="179"/>
                    <a:pt x="548" y="156"/>
                  </a:cubicBezTo>
                  <a:cubicBezTo>
                    <a:pt x="512" y="60"/>
                    <a:pt x="417" y="13"/>
                    <a:pt x="31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17"/>
            <p:cNvSpPr/>
            <p:nvPr/>
          </p:nvSpPr>
          <p:spPr>
            <a:xfrm>
              <a:off x="5421500" y="3251650"/>
              <a:ext cx="14900" cy="14400"/>
            </a:xfrm>
            <a:custGeom>
              <a:avLst/>
              <a:gdLst/>
              <a:ahLst/>
              <a:cxnLst/>
              <a:rect l="l" t="t" r="r" b="b"/>
              <a:pathLst>
                <a:path w="596" h="576" extrusionOk="0">
                  <a:moveTo>
                    <a:pt x="308" y="0"/>
                  </a:moveTo>
                  <a:cubicBezTo>
                    <a:pt x="293" y="0"/>
                    <a:pt x="278" y="1"/>
                    <a:pt x="262" y="3"/>
                  </a:cubicBezTo>
                  <a:cubicBezTo>
                    <a:pt x="108" y="3"/>
                    <a:pt x="0" y="134"/>
                    <a:pt x="0" y="301"/>
                  </a:cubicBezTo>
                  <a:lnTo>
                    <a:pt x="0" y="349"/>
                  </a:lnTo>
                  <a:cubicBezTo>
                    <a:pt x="23" y="473"/>
                    <a:pt x="131" y="576"/>
                    <a:pt x="275" y="576"/>
                  </a:cubicBezTo>
                  <a:cubicBezTo>
                    <a:pt x="282" y="576"/>
                    <a:pt x="290" y="575"/>
                    <a:pt x="298" y="575"/>
                  </a:cubicBezTo>
                  <a:lnTo>
                    <a:pt x="310" y="575"/>
                  </a:lnTo>
                  <a:cubicBezTo>
                    <a:pt x="477" y="551"/>
                    <a:pt x="596" y="420"/>
                    <a:pt x="584" y="277"/>
                  </a:cubicBezTo>
                  <a:cubicBezTo>
                    <a:pt x="584" y="194"/>
                    <a:pt x="548" y="134"/>
                    <a:pt x="489" y="75"/>
                  </a:cubicBezTo>
                  <a:cubicBezTo>
                    <a:pt x="439" y="25"/>
                    <a:pt x="381" y="0"/>
                    <a:pt x="3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17"/>
            <p:cNvSpPr/>
            <p:nvPr/>
          </p:nvSpPr>
          <p:spPr>
            <a:xfrm>
              <a:off x="5632525" y="3428525"/>
              <a:ext cx="14025" cy="7175"/>
            </a:xfrm>
            <a:custGeom>
              <a:avLst/>
              <a:gdLst/>
              <a:ahLst/>
              <a:cxnLst/>
              <a:rect l="l" t="t" r="r" b="b"/>
              <a:pathLst>
                <a:path w="561" h="287" extrusionOk="0">
                  <a:moveTo>
                    <a:pt x="263" y="1"/>
                  </a:moveTo>
                  <a:cubicBezTo>
                    <a:pt x="120" y="1"/>
                    <a:pt x="1" y="132"/>
                    <a:pt x="1" y="286"/>
                  </a:cubicBezTo>
                  <a:lnTo>
                    <a:pt x="561" y="286"/>
                  </a:lnTo>
                  <a:lnTo>
                    <a:pt x="561" y="263"/>
                  </a:lnTo>
                  <a:cubicBezTo>
                    <a:pt x="561" y="108"/>
                    <a:pt x="430" y="1"/>
                    <a:pt x="26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17"/>
            <p:cNvSpPr/>
            <p:nvPr/>
          </p:nvSpPr>
          <p:spPr>
            <a:xfrm>
              <a:off x="5338150" y="3193075"/>
              <a:ext cx="14025" cy="14050"/>
            </a:xfrm>
            <a:custGeom>
              <a:avLst/>
              <a:gdLst/>
              <a:ahLst/>
              <a:cxnLst/>
              <a:rect l="l" t="t" r="r" b="b"/>
              <a:pathLst>
                <a:path w="561" h="562" extrusionOk="0">
                  <a:moveTo>
                    <a:pt x="263" y="1"/>
                  </a:moveTo>
                  <a:cubicBezTo>
                    <a:pt x="120" y="1"/>
                    <a:pt x="13" y="120"/>
                    <a:pt x="1" y="263"/>
                  </a:cubicBezTo>
                  <a:lnTo>
                    <a:pt x="1" y="298"/>
                  </a:lnTo>
                  <a:cubicBezTo>
                    <a:pt x="1" y="446"/>
                    <a:pt x="131" y="561"/>
                    <a:pt x="277" y="561"/>
                  </a:cubicBezTo>
                  <a:cubicBezTo>
                    <a:pt x="284" y="561"/>
                    <a:pt x="291" y="561"/>
                    <a:pt x="298" y="560"/>
                  </a:cubicBezTo>
                  <a:cubicBezTo>
                    <a:pt x="322" y="560"/>
                    <a:pt x="358" y="548"/>
                    <a:pt x="382" y="548"/>
                  </a:cubicBezTo>
                  <a:cubicBezTo>
                    <a:pt x="489" y="501"/>
                    <a:pt x="560" y="394"/>
                    <a:pt x="560" y="263"/>
                  </a:cubicBezTo>
                  <a:cubicBezTo>
                    <a:pt x="560" y="96"/>
                    <a:pt x="429" y="1"/>
                    <a:pt x="26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78" name="Google Shape;2278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4" name="Google Shape;2484;p20"/>
          <p:cNvGrpSpPr/>
          <p:nvPr/>
        </p:nvGrpSpPr>
        <p:grpSpPr>
          <a:xfrm>
            <a:off x="4" y="16"/>
            <a:ext cx="1377452" cy="2398039"/>
            <a:chOff x="1083450" y="1318750"/>
            <a:chExt cx="624525" cy="1087250"/>
          </a:xfrm>
        </p:grpSpPr>
        <p:sp>
          <p:nvSpPr>
            <p:cNvPr id="2485" name="Google Shape;2485;p20"/>
            <p:cNvSpPr/>
            <p:nvPr/>
          </p:nvSpPr>
          <p:spPr>
            <a:xfrm>
              <a:off x="1083450" y="2340600"/>
              <a:ext cx="215525" cy="50325"/>
            </a:xfrm>
            <a:custGeom>
              <a:avLst/>
              <a:gdLst/>
              <a:ahLst/>
              <a:cxnLst/>
              <a:rect l="l" t="t" r="r" b="b"/>
              <a:pathLst>
                <a:path w="8621" h="2013" extrusionOk="0">
                  <a:moveTo>
                    <a:pt x="1" y="0"/>
                  </a:moveTo>
                  <a:lnTo>
                    <a:pt x="1" y="286"/>
                  </a:lnTo>
                  <a:lnTo>
                    <a:pt x="8561" y="2012"/>
                  </a:lnTo>
                  <a:cubicBezTo>
                    <a:pt x="8561" y="1917"/>
                    <a:pt x="8573" y="1834"/>
                    <a:pt x="8621" y="173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0"/>
            <p:cNvSpPr/>
            <p:nvPr/>
          </p:nvSpPr>
          <p:spPr>
            <a:xfrm>
              <a:off x="1083450" y="21304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0"/>
            <p:cNvSpPr/>
            <p:nvPr/>
          </p:nvSpPr>
          <p:spPr>
            <a:xfrm>
              <a:off x="1083450" y="1806900"/>
              <a:ext cx="20275" cy="7475"/>
            </a:xfrm>
            <a:custGeom>
              <a:avLst/>
              <a:gdLst/>
              <a:ahLst/>
              <a:cxnLst/>
              <a:rect l="l" t="t" r="r" b="b"/>
              <a:pathLst>
                <a:path w="811" h="299" extrusionOk="0">
                  <a:moveTo>
                    <a:pt x="703" y="0"/>
                  </a:moveTo>
                  <a:lnTo>
                    <a:pt x="1" y="24"/>
                  </a:lnTo>
                  <a:lnTo>
                    <a:pt x="1" y="298"/>
                  </a:lnTo>
                  <a:lnTo>
                    <a:pt x="810" y="274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0"/>
            <p:cNvSpPr/>
            <p:nvPr/>
          </p:nvSpPr>
          <p:spPr>
            <a:xfrm>
              <a:off x="1108150" y="1802425"/>
              <a:ext cx="180125" cy="11350"/>
            </a:xfrm>
            <a:custGeom>
              <a:avLst/>
              <a:gdLst/>
              <a:ahLst/>
              <a:cxnLst/>
              <a:rect l="l" t="t" r="r" b="b"/>
              <a:pathLst>
                <a:path w="7205" h="454" extrusionOk="0">
                  <a:moveTo>
                    <a:pt x="7204" y="1"/>
                  </a:moveTo>
                  <a:lnTo>
                    <a:pt x="1" y="179"/>
                  </a:lnTo>
                  <a:lnTo>
                    <a:pt x="96" y="453"/>
                  </a:lnTo>
                  <a:lnTo>
                    <a:pt x="7204" y="275"/>
                  </a:lnTo>
                  <a:cubicBezTo>
                    <a:pt x="7180" y="179"/>
                    <a:pt x="7180" y="96"/>
                    <a:pt x="720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20"/>
            <p:cNvSpPr/>
            <p:nvPr/>
          </p:nvSpPr>
          <p:spPr>
            <a:xfrm>
              <a:off x="1194475" y="2040550"/>
              <a:ext cx="2425" cy="3600"/>
            </a:xfrm>
            <a:custGeom>
              <a:avLst/>
              <a:gdLst/>
              <a:ahLst/>
              <a:cxnLst/>
              <a:rect l="l" t="t" r="r" b="b"/>
              <a:pathLst>
                <a:path w="97" h="144" extrusionOk="0">
                  <a:moveTo>
                    <a:pt x="84" y="1"/>
                  </a:moveTo>
                  <a:lnTo>
                    <a:pt x="1" y="48"/>
                  </a:lnTo>
                  <a:lnTo>
                    <a:pt x="25" y="144"/>
                  </a:lnTo>
                  <a:cubicBezTo>
                    <a:pt x="72" y="108"/>
                    <a:pt x="96" y="48"/>
                    <a:pt x="8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20"/>
            <p:cNvSpPr/>
            <p:nvPr/>
          </p:nvSpPr>
          <p:spPr>
            <a:xfrm>
              <a:off x="1083450" y="1741425"/>
              <a:ext cx="98250" cy="261650"/>
            </a:xfrm>
            <a:custGeom>
              <a:avLst/>
              <a:gdLst/>
              <a:ahLst/>
              <a:cxnLst/>
              <a:rect l="l" t="t" r="r" b="b"/>
              <a:pathLst>
                <a:path w="3930" h="10466" extrusionOk="0">
                  <a:moveTo>
                    <a:pt x="1" y="0"/>
                  </a:moveTo>
                  <a:lnTo>
                    <a:pt x="1" y="774"/>
                  </a:lnTo>
                  <a:lnTo>
                    <a:pt x="703" y="2619"/>
                  </a:lnTo>
                  <a:lnTo>
                    <a:pt x="810" y="2893"/>
                  </a:lnTo>
                  <a:lnTo>
                    <a:pt x="3668" y="10466"/>
                  </a:lnTo>
                  <a:cubicBezTo>
                    <a:pt x="3751" y="10418"/>
                    <a:pt x="3835" y="10394"/>
                    <a:pt x="3930" y="10394"/>
                  </a:cubicBezTo>
                  <a:lnTo>
                    <a:pt x="1084" y="2893"/>
                  </a:lnTo>
                  <a:lnTo>
                    <a:pt x="989" y="261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0"/>
            <p:cNvSpPr/>
            <p:nvPr/>
          </p:nvSpPr>
          <p:spPr>
            <a:xfrm>
              <a:off x="1113525" y="2178975"/>
              <a:ext cx="193200" cy="201825"/>
            </a:xfrm>
            <a:custGeom>
              <a:avLst/>
              <a:gdLst/>
              <a:ahLst/>
              <a:cxnLst/>
              <a:rect l="l" t="t" r="r" b="b"/>
              <a:pathLst>
                <a:path w="7728" h="8073" extrusionOk="0">
                  <a:moveTo>
                    <a:pt x="203" y="0"/>
                  </a:moveTo>
                  <a:cubicBezTo>
                    <a:pt x="143" y="84"/>
                    <a:pt x="84" y="131"/>
                    <a:pt x="0" y="179"/>
                  </a:cubicBezTo>
                  <a:lnTo>
                    <a:pt x="7501" y="8073"/>
                  </a:lnTo>
                  <a:cubicBezTo>
                    <a:pt x="7549" y="8013"/>
                    <a:pt x="7608" y="7954"/>
                    <a:pt x="7704" y="7918"/>
                  </a:cubicBezTo>
                  <a:cubicBezTo>
                    <a:pt x="7716" y="7918"/>
                    <a:pt x="7716" y="7918"/>
                    <a:pt x="7727" y="7906"/>
                  </a:cubicBezTo>
                  <a:lnTo>
                    <a:pt x="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0"/>
            <p:cNvSpPr/>
            <p:nvPr/>
          </p:nvSpPr>
          <p:spPr>
            <a:xfrm>
              <a:off x="1187625" y="2041750"/>
              <a:ext cx="121175" cy="334600"/>
            </a:xfrm>
            <a:custGeom>
              <a:avLst/>
              <a:gdLst/>
              <a:ahLst/>
              <a:cxnLst/>
              <a:rect l="l" t="t" r="r" b="b"/>
              <a:pathLst>
                <a:path w="4847" h="13384" extrusionOk="0">
                  <a:moveTo>
                    <a:pt x="275" y="0"/>
                  </a:moveTo>
                  <a:lnTo>
                    <a:pt x="275" y="0"/>
                  </a:lnTo>
                  <a:cubicBezTo>
                    <a:pt x="180" y="48"/>
                    <a:pt x="96" y="72"/>
                    <a:pt x="1" y="72"/>
                  </a:cubicBezTo>
                  <a:lnTo>
                    <a:pt x="4752" y="13383"/>
                  </a:lnTo>
                  <a:cubicBezTo>
                    <a:pt x="4775" y="13371"/>
                    <a:pt x="4823" y="13347"/>
                    <a:pt x="4847" y="13335"/>
                  </a:cubicBezTo>
                  <a:lnTo>
                    <a:pt x="4835" y="12847"/>
                  </a:lnTo>
                  <a:lnTo>
                    <a:pt x="263" y="72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0"/>
            <p:cNvSpPr/>
            <p:nvPr/>
          </p:nvSpPr>
          <p:spPr>
            <a:xfrm>
              <a:off x="1188525" y="1816725"/>
              <a:ext cx="109275" cy="186650"/>
            </a:xfrm>
            <a:custGeom>
              <a:avLst/>
              <a:gdLst/>
              <a:ahLst/>
              <a:cxnLst/>
              <a:rect l="l" t="t" r="r" b="b"/>
              <a:pathLst>
                <a:path w="4371" h="7466" extrusionOk="0">
                  <a:moveTo>
                    <a:pt x="4144" y="0"/>
                  </a:moveTo>
                  <a:lnTo>
                    <a:pt x="1" y="7382"/>
                  </a:lnTo>
                  <a:cubicBezTo>
                    <a:pt x="84" y="7394"/>
                    <a:pt x="179" y="7430"/>
                    <a:pt x="251" y="7466"/>
                  </a:cubicBezTo>
                  <a:lnTo>
                    <a:pt x="4370" y="143"/>
                  </a:lnTo>
                  <a:cubicBezTo>
                    <a:pt x="4287" y="119"/>
                    <a:pt x="4204" y="72"/>
                    <a:pt x="414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0"/>
            <p:cNvSpPr/>
            <p:nvPr/>
          </p:nvSpPr>
          <p:spPr>
            <a:xfrm>
              <a:off x="1113225" y="2036700"/>
              <a:ext cx="60750" cy="102100"/>
            </a:xfrm>
            <a:custGeom>
              <a:avLst/>
              <a:gdLst/>
              <a:ahLst/>
              <a:cxnLst/>
              <a:rect l="l" t="t" r="r" b="b"/>
              <a:pathLst>
                <a:path w="2430" h="4084" extrusionOk="0">
                  <a:moveTo>
                    <a:pt x="2215" y="0"/>
                  </a:moveTo>
                  <a:lnTo>
                    <a:pt x="0" y="3893"/>
                  </a:lnTo>
                  <a:cubicBezTo>
                    <a:pt x="72" y="3953"/>
                    <a:pt x="155" y="4012"/>
                    <a:pt x="215" y="4084"/>
                  </a:cubicBezTo>
                  <a:lnTo>
                    <a:pt x="2429" y="179"/>
                  </a:lnTo>
                  <a:cubicBezTo>
                    <a:pt x="2358" y="131"/>
                    <a:pt x="2274" y="72"/>
                    <a:pt x="221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20"/>
            <p:cNvSpPr/>
            <p:nvPr/>
          </p:nvSpPr>
          <p:spPr>
            <a:xfrm>
              <a:off x="1299250" y="1820900"/>
              <a:ext cx="16700" cy="554550"/>
            </a:xfrm>
            <a:custGeom>
              <a:avLst/>
              <a:gdLst/>
              <a:ahLst/>
              <a:cxnLst/>
              <a:rect l="l" t="t" r="r" b="b"/>
              <a:pathLst>
                <a:path w="668" h="22182" extrusionOk="0">
                  <a:moveTo>
                    <a:pt x="1" y="0"/>
                  </a:moveTo>
                  <a:lnTo>
                    <a:pt x="394" y="21693"/>
                  </a:lnTo>
                  <a:lnTo>
                    <a:pt x="406" y="22181"/>
                  </a:lnTo>
                  <a:cubicBezTo>
                    <a:pt x="447" y="22175"/>
                    <a:pt x="492" y="22172"/>
                    <a:pt x="537" y="22172"/>
                  </a:cubicBezTo>
                  <a:cubicBezTo>
                    <a:pt x="581" y="22172"/>
                    <a:pt x="626" y="22175"/>
                    <a:pt x="668" y="22181"/>
                  </a:cubicBezTo>
                  <a:lnTo>
                    <a:pt x="275" y="12"/>
                  </a:lnTo>
                  <a:cubicBezTo>
                    <a:pt x="235" y="17"/>
                    <a:pt x="198" y="20"/>
                    <a:pt x="161" y="20"/>
                  </a:cubicBezTo>
                  <a:cubicBezTo>
                    <a:pt x="108" y="20"/>
                    <a:pt x="57" y="14"/>
                    <a:pt x="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20"/>
            <p:cNvSpPr/>
            <p:nvPr/>
          </p:nvSpPr>
          <p:spPr>
            <a:xfrm>
              <a:off x="1293600" y="1501500"/>
              <a:ext cx="11925" cy="289650"/>
            </a:xfrm>
            <a:custGeom>
              <a:avLst/>
              <a:gdLst/>
              <a:ahLst/>
              <a:cxnLst/>
              <a:rect l="l" t="t" r="r" b="b"/>
              <a:pathLst>
                <a:path w="477" h="11586" extrusionOk="0">
                  <a:moveTo>
                    <a:pt x="1" y="1"/>
                  </a:moveTo>
                  <a:lnTo>
                    <a:pt x="215" y="11585"/>
                  </a:lnTo>
                  <a:cubicBezTo>
                    <a:pt x="268" y="11563"/>
                    <a:pt x="325" y="11555"/>
                    <a:pt x="382" y="11555"/>
                  </a:cubicBezTo>
                  <a:cubicBezTo>
                    <a:pt x="414" y="11555"/>
                    <a:pt x="446" y="11557"/>
                    <a:pt x="477" y="11562"/>
                  </a:cubicBezTo>
                  <a:lnTo>
                    <a:pt x="274" y="36"/>
                  </a:lnTo>
                  <a:cubicBezTo>
                    <a:pt x="239" y="36"/>
                    <a:pt x="215" y="48"/>
                    <a:pt x="179" y="48"/>
                  </a:cubicBezTo>
                  <a:cubicBezTo>
                    <a:pt x="120" y="36"/>
                    <a:pt x="60" y="36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0"/>
            <p:cNvSpPr/>
            <p:nvPr/>
          </p:nvSpPr>
          <p:spPr>
            <a:xfrm>
              <a:off x="1418325" y="1523825"/>
              <a:ext cx="47050" cy="166425"/>
            </a:xfrm>
            <a:custGeom>
              <a:avLst/>
              <a:gdLst/>
              <a:ahLst/>
              <a:cxnLst/>
              <a:rect l="l" t="t" r="r" b="b"/>
              <a:pathLst>
                <a:path w="1882" h="6657" extrusionOk="0">
                  <a:moveTo>
                    <a:pt x="250" y="1"/>
                  </a:moveTo>
                  <a:cubicBezTo>
                    <a:pt x="238" y="1"/>
                    <a:pt x="227" y="13"/>
                    <a:pt x="227" y="13"/>
                  </a:cubicBezTo>
                  <a:cubicBezTo>
                    <a:pt x="155" y="48"/>
                    <a:pt x="72" y="72"/>
                    <a:pt x="0" y="72"/>
                  </a:cubicBezTo>
                  <a:lnTo>
                    <a:pt x="1608" y="6656"/>
                  </a:lnTo>
                  <a:cubicBezTo>
                    <a:pt x="1703" y="6621"/>
                    <a:pt x="1786" y="6597"/>
                    <a:pt x="1881" y="6597"/>
                  </a:cubicBezTo>
                  <a:lnTo>
                    <a:pt x="25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0"/>
            <p:cNvSpPr/>
            <p:nvPr/>
          </p:nvSpPr>
          <p:spPr>
            <a:xfrm>
              <a:off x="1083450" y="1458350"/>
              <a:ext cx="203625" cy="33050"/>
            </a:xfrm>
            <a:custGeom>
              <a:avLst/>
              <a:gdLst/>
              <a:ahLst/>
              <a:cxnLst/>
              <a:rect l="l" t="t" r="r" b="b"/>
              <a:pathLst>
                <a:path w="8145" h="1322" extrusionOk="0">
                  <a:moveTo>
                    <a:pt x="1" y="0"/>
                  </a:moveTo>
                  <a:lnTo>
                    <a:pt x="1" y="286"/>
                  </a:lnTo>
                  <a:lnTo>
                    <a:pt x="8097" y="1322"/>
                  </a:lnTo>
                  <a:lnTo>
                    <a:pt x="8097" y="1298"/>
                  </a:lnTo>
                  <a:cubicBezTo>
                    <a:pt x="8085" y="1191"/>
                    <a:pt x="8109" y="1108"/>
                    <a:pt x="8145" y="104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20"/>
            <p:cNvSpPr/>
            <p:nvPr/>
          </p:nvSpPr>
          <p:spPr>
            <a:xfrm>
              <a:off x="1291825" y="1342550"/>
              <a:ext cx="8050" cy="136050"/>
            </a:xfrm>
            <a:custGeom>
              <a:avLst/>
              <a:gdLst/>
              <a:ahLst/>
              <a:cxnLst/>
              <a:rect l="l" t="t" r="r" b="b"/>
              <a:pathLst>
                <a:path w="322" h="5442" extrusionOk="0">
                  <a:moveTo>
                    <a:pt x="0" y="1"/>
                  </a:moveTo>
                  <a:lnTo>
                    <a:pt x="60" y="5442"/>
                  </a:lnTo>
                  <a:cubicBezTo>
                    <a:pt x="119" y="5406"/>
                    <a:pt x="179" y="5406"/>
                    <a:pt x="238" y="5406"/>
                  </a:cubicBezTo>
                  <a:cubicBezTo>
                    <a:pt x="274" y="5406"/>
                    <a:pt x="298" y="5406"/>
                    <a:pt x="322" y="5418"/>
                  </a:cubicBezTo>
                  <a:lnTo>
                    <a:pt x="274" y="96"/>
                  </a:lnTo>
                  <a:cubicBezTo>
                    <a:pt x="179" y="72"/>
                    <a:pt x="72" y="48"/>
                    <a:pt x="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20"/>
            <p:cNvSpPr/>
            <p:nvPr/>
          </p:nvSpPr>
          <p:spPr>
            <a:xfrm>
              <a:off x="1688000" y="1544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20"/>
            <p:cNvSpPr/>
            <p:nvPr/>
          </p:nvSpPr>
          <p:spPr>
            <a:xfrm>
              <a:off x="1309675" y="1487525"/>
              <a:ext cx="94675" cy="19650"/>
            </a:xfrm>
            <a:custGeom>
              <a:avLst/>
              <a:gdLst/>
              <a:ahLst/>
              <a:cxnLst/>
              <a:rect l="l" t="t" r="r" b="b"/>
              <a:pathLst>
                <a:path w="3787" h="786" extrusionOk="0">
                  <a:moveTo>
                    <a:pt x="12" y="0"/>
                  </a:moveTo>
                  <a:cubicBezTo>
                    <a:pt x="36" y="24"/>
                    <a:pt x="36" y="72"/>
                    <a:pt x="36" y="95"/>
                  </a:cubicBezTo>
                  <a:cubicBezTo>
                    <a:pt x="36" y="155"/>
                    <a:pt x="12" y="214"/>
                    <a:pt x="1" y="262"/>
                  </a:cubicBezTo>
                  <a:lnTo>
                    <a:pt x="3668" y="786"/>
                  </a:lnTo>
                  <a:cubicBezTo>
                    <a:pt x="3680" y="691"/>
                    <a:pt x="3727" y="607"/>
                    <a:pt x="3787" y="536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20"/>
            <p:cNvSpPr/>
            <p:nvPr/>
          </p:nvSpPr>
          <p:spPr>
            <a:xfrm>
              <a:off x="1687700" y="15458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20"/>
            <p:cNvSpPr/>
            <p:nvPr/>
          </p:nvSpPr>
          <p:spPr>
            <a:xfrm>
              <a:off x="1430825" y="1504475"/>
              <a:ext cx="247675" cy="41700"/>
            </a:xfrm>
            <a:custGeom>
              <a:avLst/>
              <a:gdLst/>
              <a:ahLst/>
              <a:cxnLst/>
              <a:rect l="l" t="t" r="r" b="b"/>
              <a:pathLst>
                <a:path w="9907" h="1668" extrusionOk="0">
                  <a:moveTo>
                    <a:pt x="0" y="1"/>
                  </a:moveTo>
                  <a:lnTo>
                    <a:pt x="0" y="1"/>
                  </a:lnTo>
                  <a:cubicBezTo>
                    <a:pt x="48" y="108"/>
                    <a:pt x="72" y="191"/>
                    <a:pt x="48" y="287"/>
                  </a:cubicBezTo>
                  <a:lnTo>
                    <a:pt x="9799" y="1668"/>
                  </a:lnTo>
                  <a:lnTo>
                    <a:pt x="9906" y="1596"/>
                  </a:lnTo>
                  <a:lnTo>
                    <a:pt x="9478" y="13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20"/>
            <p:cNvSpPr/>
            <p:nvPr/>
          </p:nvSpPr>
          <p:spPr>
            <a:xfrm>
              <a:off x="1687100" y="15464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1" y="24"/>
                  </a:moveTo>
                  <a:lnTo>
                    <a:pt x="1" y="24"/>
                  </a:lnTo>
                  <a:cubicBezTo>
                    <a:pt x="1" y="1"/>
                    <a:pt x="1" y="24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20"/>
            <p:cNvSpPr/>
            <p:nvPr/>
          </p:nvSpPr>
          <p:spPr>
            <a:xfrm>
              <a:off x="1687700" y="1545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20"/>
            <p:cNvSpPr/>
            <p:nvPr/>
          </p:nvSpPr>
          <p:spPr>
            <a:xfrm>
              <a:off x="1476075" y="1544675"/>
              <a:ext cx="211050" cy="154800"/>
            </a:xfrm>
            <a:custGeom>
              <a:avLst/>
              <a:gdLst/>
              <a:ahLst/>
              <a:cxnLst/>
              <a:rect l="l" t="t" r="r" b="b"/>
              <a:pathLst>
                <a:path w="8442" h="6192" extrusionOk="0">
                  <a:moveTo>
                    <a:pt x="8096" y="0"/>
                  </a:moveTo>
                  <a:lnTo>
                    <a:pt x="7989" y="72"/>
                  </a:lnTo>
                  <a:lnTo>
                    <a:pt x="0" y="5965"/>
                  </a:lnTo>
                  <a:cubicBezTo>
                    <a:pt x="60" y="6025"/>
                    <a:pt x="119" y="6084"/>
                    <a:pt x="143" y="6179"/>
                  </a:cubicBezTo>
                  <a:cubicBezTo>
                    <a:pt x="143" y="6179"/>
                    <a:pt x="143" y="6191"/>
                    <a:pt x="155" y="6191"/>
                  </a:cubicBezTo>
                  <a:lnTo>
                    <a:pt x="8442" y="95"/>
                  </a:lnTo>
                  <a:lnTo>
                    <a:pt x="8442" y="95"/>
                  </a:lnTo>
                  <a:cubicBezTo>
                    <a:pt x="8418" y="107"/>
                    <a:pt x="8418" y="107"/>
                    <a:pt x="8406" y="107"/>
                  </a:cubicBezTo>
                  <a:lnTo>
                    <a:pt x="8394" y="107"/>
                  </a:lnTo>
                  <a:cubicBezTo>
                    <a:pt x="8370" y="107"/>
                    <a:pt x="8358" y="119"/>
                    <a:pt x="8346" y="119"/>
                  </a:cubicBezTo>
                  <a:lnTo>
                    <a:pt x="8299" y="119"/>
                  </a:lnTo>
                  <a:cubicBezTo>
                    <a:pt x="8287" y="119"/>
                    <a:pt x="8287" y="119"/>
                    <a:pt x="8275" y="107"/>
                  </a:cubicBezTo>
                  <a:lnTo>
                    <a:pt x="809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20"/>
            <p:cNvSpPr/>
            <p:nvPr/>
          </p:nvSpPr>
          <p:spPr>
            <a:xfrm>
              <a:off x="1688000" y="15446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2"/>
                  </a:moveTo>
                  <a:cubicBezTo>
                    <a:pt x="0" y="12"/>
                    <a:pt x="0" y="0"/>
                    <a:pt x="0" y="12"/>
                  </a:cubicBezTo>
                  <a:cubicBezTo>
                    <a:pt x="0" y="0"/>
                    <a:pt x="0" y="0"/>
                    <a:pt x="0" y="12"/>
                  </a:cubicBezTo>
                  <a:cubicBezTo>
                    <a:pt x="0" y="0"/>
                    <a:pt x="0" y="0"/>
                    <a:pt x="0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20"/>
            <p:cNvSpPr/>
            <p:nvPr/>
          </p:nvSpPr>
          <p:spPr>
            <a:xfrm>
              <a:off x="1681750" y="1319350"/>
              <a:ext cx="26225" cy="225050"/>
            </a:xfrm>
            <a:custGeom>
              <a:avLst/>
              <a:gdLst/>
              <a:ahLst/>
              <a:cxnLst/>
              <a:rect l="l" t="t" r="r" b="b"/>
              <a:pathLst>
                <a:path w="1049" h="9002" extrusionOk="0">
                  <a:moveTo>
                    <a:pt x="750" y="0"/>
                  </a:moveTo>
                  <a:lnTo>
                    <a:pt x="0" y="8763"/>
                  </a:lnTo>
                  <a:lnTo>
                    <a:pt x="191" y="8870"/>
                  </a:lnTo>
                  <a:cubicBezTo>
                    <a:pt x="238" y="8894"/>
                    <a:pt x="274" y="8942"/>
                    <a:pt x="274" y="9001"/>
                  </a:cubicBezTo>
                  <a:lnTo>
                    <a:pt x="104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20"/>
            <p:cNvSpPr/>
            <p:nvPr/>
          </p:nvSpPr>
          <p:spPr>
            <a:xfrm>
              <a:off x="1687100" y="15464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1" y="24"/>
                  </a:moveTo>
                  <a:cubicBezTo>
                    <a:pt x="1" y="24"/>
                    <a:pt x="1" y="1"/>
                    <a:pt x="1" y="24"/>
                  </a:cubicBezTo>
                  <a:cubicBezTo>
                    <a:pt x="1" y="1"/>
                    <a:pt x="1" y="1"/>
                    <a:pt x="1" y="24"/>
                  </a:cubicBezTo>
                  <a:cubicBezTo>
                    <a:pt x="1" y="1"/>
                    <a:pt x="1" y="1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20"/>
            <p:cNvSpPr/>
            <p:nvPr/>
          </p:nvSpPr>
          <p:spPr>
            <a:xfrm>
              <a:off x="1684125" y="15476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lnTo>
                    <a:pt x="1" y="0"/>
                  </a:lnTo>
                  <a:lnTo>
                    <a:pt x="24" y="0"/>
                  </a:lnTo>
                  <a:cubicBezTo>
                    <a:pt x="12" y="0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20"/>
            <p:cNvSpPr/>
            <p:nvPr/>
          </p:nvSpPr>
          <p:spPr>
            <a:xfrm>
              <a:off x="1687700" y="15455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13"/>
                  </a:lnTo>
                  <a:lnTo>
                    <a:pt x="0" y="13"/>
                  </a:lnTo>
                  <a:cubicBezTo>
                    <a:pt x="0" y="1"/>
                    <a:pt x="0" y="1"/>
                    <a:pt x="0" y="13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20"/>
            <p:cNvSpPr/>
            <p:nvPr/>
          </p:nvSpPr>
          <p:spPr>
            <a:xfrm>
              <a:off x="1684725" y="15476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20"/>
            <p:cNvSpPr/>
            <p:nvPr/>
          </p:nvSpPr>
          <p:spPr>
            <a:xfrm>
              <a:off x="1323375" y="1333625"/>
              <a:ext cx="364650" cy="214350"/>
            </a:xfrm>
            <a:custGeom>
              <a:avLst/>
              <a:gdLst/>
              <a:ahLst/>
              <a:cxnLst/>
              <a:rect l="l" t="t" r="r" b="b"/>
              <a:pathLst>
                <a:path w="14586" h="8574" extrusionOk="0">
                  <a:moveTo>
                    <a:pt x="203" y="1"/>
                  </a:moveTo>
                  <a:cubicBezTo>
                    <a:pt x="143" y="84"/>
                    <a:pt x="84" y="155"/>
                    <a:pt x="0" y="215"/>
                  </a:cubicBezTo>
                  <a:lnTo>
                    <a:pt x="13752" y="8204"/>
                  </a:lnTo>
                  <a:lnTo>
                    <a:pt x="14192" y="8454"/>
                  </a:lnTo>
                  <a:lnTo>
                    <a:pt x="14371" y="8561"/>
                  </a:lnTo>
                  <a:cubicBezTo>
                    <a:pt x="14383" y="8561"/>
                    <a:pt x="14383" y="8573"/>
                    <a:pt x="14395" y="8573"/>
                  </a:cubicBezTo>
                  <a:lnTo>
                    <a:pt x="14442" y="8573"/>
                  </a:lnTo>
                  <a:cubicBezTo>
                    <a:pt x="14454" y="8573"/>
                    <a:pt x="14466" y="8573"/>
                    <a:pt x="14490" y="8561"/>
                  </a:cubicBezTo>
                  <a:lnTo>
                    <a:pt x="14502" y="8561"/>
                  </a:lnTo>
                  <a:cubicBezTo>
                    <a:pt x="14514" y="8561"/>
                    <a:pt x="14514" y="8549"/>
                    <a:pt x="14526" y="8549"/>
                  </a:cubicBezTo>
                  <a:cubicBezTo>
                    <a:pt x="14550" y="8537"/>
                    <a:pt x="14550" y="8537"/>
                    <a:pt x="14550" y="8514"/>
                  </a:cubicBezTo>
                  <a:lnTo>
                    <a:pt x="14550" y="8502"/>
                  </a:lnTo>
                  <a:lnTo>
                    <a:pt x="14550" y="8490"/>
                  </a:lnTo>
                  <a:lnTo>
                    <a:pt x="14550" y="8478"/>
                  </a:lnTo>
                  <a:cubicBezTo>
                    <a:pt x="14585" y="8383"/>
                    <a:pt x="14573" y="8335"/>
                    <a:pt x="14514" y="8311"/>
                  </a:cubicBezTo>
                  <a:lnTo>
                    <a:pt x="14323" y="820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20"/>
            <p:cNvSpPr/>
            <p:nvPr/>
          </p:nvSpPr>
          <p:spPr>
            <a:xfrm>
              <a:off x="1273950" y="1318750"/>
              <a:ext cx="60750" cy="26600"/>
            </a:xfrm>
            <a:custGeom>
              <a:avLst/>
              <a:gdLst/>
              <a:ahLst/>
              <a:cxnLst/>
              <a:rect l="l" t="t" r="r" b="b"/>
              <a:pathLst>
                <a:path w="2430" h="1064" extrusionOk="0">
                  <a:moveTo>
                    <a:pt x="1" y="0"/>
                  </a:moveTo>
                  <a:cubicBezTo>
                    <a:pt x="13" y="119"/>
                    <a:pt x="60" y="250"/>
                    <a:pt x="120" y="369"/>
                  </a:cubicBezTo>
                  <a:cubicBezTo>
                    <a:pt x="251" y="643"/>
                    <a:pt x="465" y="834"/>
                    <a:pt x="715" y="953"/>
                  </a:cubicBezTo>
                  <a:cubicBezTo>
                    <a:pt x="810" y="1000"/>
                    <a:pt x="894" y="1012"/>
                    <a:pt x="989" y="1048"/>
                  </a:cubicBezTo>
                  <a:cubicBezTo>
                    <a:pt x="1062" y="1058"/>
                    <a:pt x="1135" y="1063"/>
                    <a:pt x="1209" y="1063"/>
                  </a:cubicBezTo>
                  <a:cubicBezTo>
                    <a:pt x="1401" y="1063"/>
                    <a:pt x="1594" y="1027"/>
                    <a:pt x="1775" y="941"/>
                  </a:cubicBezTo>
                  <a:cubicBezTo>
                    <a:pt x="1858" y="893"/>
                    <a:pt x="1941" y="858"/>
                    <a:pt x="2001" y="786"/>
                  </a:cubicBezTo>
                  <a:cubicBezTo>
                    <a:pt x="2072" y="727"/>
                    <a:pt x="2132" y="655"/>
                    <a:pt x="2192" y="584"/>
                  </a:cubicBezTo>
                  <a:cubicBezTo>
                    <a:pt x="2322" y="417"/>
                    <a:pt x="2394" y="215"/>
                    <a:pt x="2430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20"/>
            <p:cNvSpPr/>
            <p:nvPr/>
          </p:nvSpPr>
          <p:spPr>
            <a:xfrm>
              <a:off x="1159350" y="2001350"/>
              <a:ext cx="50050" cy="42850"/>
            </a:xfrm>
            <a:custGeom>
              <a:avLst/>
              <a:gdLst/>
              <a:ahLst/>
              <a:cxnLst/>
              <a:rect l="l" t="t" r="r" b="b"/>
              <a:pathLst>
                <a:path w="2002" h="1714" extrusionOk="0">
                  <a:moveTo>
                    <a:pt x="1013" y="0"/>
                  </a:moveTo>
                  <a:cubicBezTo>
                    <a:pt x="968" y="0"/>
                    <a:pt x="924" y="3"/>
                    <a:pt x="882" y="9"/>
                  </a:cubicBezTo>
                  <a:cubicBezTo>
                    <a:pt x="787" y="21"/>
                    <a:pt x="703" y="57"/>
                    <a:pt x="608" y="81"/>
                  </a:cubicBezTo>
                  <a:cubicBezTo>
                    <a:pt x="179" y="295"/>
                    <a:pt x="1" y="807"/>
                    <a:pt x="227" y="1247"/>
                  </a:cubicBezTo>
                  <a:cubicBezTo>
                    <a:pt x="251" y="1307"/>
                    <a:pt x="299" y="1366"/>
                    <a:pt x="346" y="1426"/>
                  </a:cubicBezTo>
                  <a:cubicBezTo>
                    <a:pt x="406" y="1497"/>
                    <a:pt x="477" y="1557"/>
                    <a:pt x="549" y="1605"/>
                  </a:cubicBezTo>
                  <a:cubicBezTo>
                    <a:pt x="709" y="1669"/>
                    <a:pt x="898" y="1714"/>
                    <a:pt x="1072" y="1714"/>
                  </a:cubicBezTo>
                  <a:cubicBezTo>
                    <a:pt x="1092" y="1714"/>
                    <a:pt x="1112" y="1713"/>
                    <a:pt x="1132" y="1712"/>
                  </a:cubicBezTo>
                  <a:cubicBezTo>
                    <a:pt x="1227" y="1688"/>
                    <a:pt x="1311" y="1664"/>
                    <a:pt x="1406" y="1628"/>
                  </a:cubicBezTo>
                  <a:lnTo>
                    <a:pt x="1489" y="1593"/>
                  </a:lnTo>
                  <a:cubicBezTo>
                    <a:pt x="1846" y="1343"/>
                    <a:pt x="2001" y="878"/>
                    <a:pt x="1787" y="473"/>
                  </a:cubicBezTo>
                  <a:cubicBezTo>
                    <a:pt x="1703" y="307"/>
                    <a:pt x="1561" y="176"/>
                    <a:pt x="1418" y="104"/>
                  </a:cubicBezTo>
                  <a:cubicBezTo>
                    <a:pt x="1322" y="57"/>
                    <a:pt x="1239" y="21"/>
                    <a:pt x="1144" y="9"/>
                  </a:cubicBezTo>
                  <a:cubicBezTo>
                    <a:pt x="1102" y="3"/>
                    <a:pt x="1058" y="0"/>
                    <a:pt x="1013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20"/>
            <p:cNvSpPr/>
            <p:nvPr/>
          </p:nvSpPr>
          <p:spPr>
            <a:xfrm>
              <a:off x="1083450" y="2128475"/>
              <a:ext cx="44675" cy="61325"/>
            </a:xfrm>
            <a:custGeom>
              <a:avLst/>
              <a:gdLst/>
              <a:ahLst/>
              <a:cxnLst/>
              <a:rect l="l" t="t" r="r" b="b"/>
              <a:pathLst>
                <a:path w="1787" h="2453" extrusionOk="0">
                  <a:moveTo>
                    <a:pt x="465" y="1"/>
                  </a:moveTo>
                  <a:cubicBezTo>
                    <a:pt x="309" y="1"/>
                    <a:pt x="151" y="30"/>
                    <a:pt x="1" y="91"/>
                  </a:cubicBezTo>
                  <a:lnTo>
                    <a:pt x="1" y="2366"/>
                  </a:lnTo>
                  <a:cubicBezTo>
                    <a:pt x="148" y="2422"/>
                    <a:pt x="312" y="2452"/>
                    <a:pt x="479" y="2452"/>
                  </a:cubicBezTo>
                  <a:cubicBezTo>
                    <a:pt x="660" y="2452"/>
                    <a:pt x="845" y="2416"/>
                    <a:pt x="1013" y="2342"/>
                  </a:cubicBezTo>
                  <a:cubicBezTo>
                    <a:pt x="1072" y="2306"/>
                    <a:pt x="1144" y="2258"/>
                    <a:pt x="1203" y="2223"/>
                  </a:cubicBezTo>
                  <a:cubicBezTo>
                    <a:pt x="1263" y="2139"/>
                    <a:pt x="1346" y="2080"/>
                    <a:pt x="1406" y="2020"/>
                  </a:cubicBezTo>
                  <a:cubicBezTo>
                    <a:pt x="1715" y="1663"/>
                    <a:pt x="1787" y="1127"/>
                    <a:pt x="1560" y="687"/>
                  </a:cubicBezTo>
                  <a:cubicBezTo>
                    <a:pt x="1513" y="592"/>
                    <a:pt x="1465" y="508"/>
                    <a:pt x="1406" y="437"/>
                  </a:cubicBezTo>
                  <a:cubicBezTo>
                    <a:pt x="1346" y="353"/>
                    <a:pt x="1263" y="294"/>
                    <a:pt x="1191" y="234"/>
                  </a:cubicBezTo>
                  <a:cubicBezTo>
                    <a:pt x="989" y="84"/>
                    <a:pt x="730" y="1"/>
                    <a:pt x="46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20"/>
            <p:cNvSpPr/>
            <p:nvPr/>
          </p:nvSpPr>
          <p:spPr>
            <a:xfrm>
              <a:off x="1288250" y="1790575"/>
              <a:ext cx="32175" cy="31125"/>
            </a:xfrm>
            <a:custGeom>
              <a:avLst/>
              <a:gdLst/>
              <a:ahLst/>
              <a:cxnLst/>
              <a:rect l="l" t="t" r="r" b="b"/>
              <a:pathLst>
                <a:path w="1287" h="1245" extrusionOk="0">
                  <a:moveTo>
                    <a:pt x="577" y="1"/>
                  </a:moveTo>
                  <a:cubicBezTo>
                    <a:pt x="530" y="1"/>
                    <a:pt x="477" y="14"/>
                    <a:pt x="429" y="34"/>
                  </a:cubicBezTo>
                  <a:lnTo>
                    <a:pt x="334" y="82"/>
                  </a:lnTo>
                  <a:cubicBezTo>
                    <a:pt x="167" y="165"/>
                    <a:pt x="60" y="320"/>
                    <a:pt x="12" y="499"/>
                  </a:cubicBezTo>
                  <a:cubicBezTo>
                    <a:pt x="0" y="582"/>
                    <a:pt x="0" y="677"/>
                    <a:pt x="12" y="761"/>
                  </a:cubicBezTo>
                  <a:lnTo>
                    <a:pt x="60" y="892"/>
                  </a:lnTo>
                  <a:cubicBezTo>
                    <a:pt x="84" y="951"/>
                    <a:pt x="119" y="999"/>
                    <a:pt x="155" y="1058"/>
                  </a:cubicBezTo>
                  <a:cubicBezTo>
                    <a:pt x="215" y="1130"/>
                    <a:pt x="310" y="1177"/>
                    <a:pt x="381" y="1213"/>
                  </a:cubicBezTo>
                  <a:cubicBezTo>
                    <a:pt x="393" y="1213"/>
                    <a:pt x="417" y="1225"/>
                    <a:pt x="429" y="1225"/>
                  </a:cubicBezTo>
                  <a:cubicBezTo>
                    <a:pt x="478" y="1239"/>
                    <a:pt x="531" y="1245"/>
                    <a:pt x="583" y="1245"/>
                  </a:cubicBezTo>
                  <a:cubicBezTo>
                    <a:pt x="620" y="1245"/>
                    <a:pt x="656" y="1242"/>
                    <a:pt x="691" y="1237"/>
                  </a:cubicBezTo>
                  <a:cubicBezTo>
                    <a:pt x="750" y="1225"/>
                    <a:pt x="798" y="1213"/>
                    <a:pt x="858" y="1177"/>
                  </a:cubicBezTo>
                  <a:cubicBezTo>
                    <a:pt x="1167" y="1034"/>
                    <a:pt x="1286" y="653"/>
                    <a:pt x="1131" y="356"/>
                  </a:cubicBezTo>
                  <a:cubicBezTo>
                    <a:pt x="1036" y="165"/>
                    <a:pt x="858" y="46"/>
                    <a:pt x="667" y="22"/>
                  </a:cubicBezTo>
                  <a:cubicBezTo>
                    <a:pt x="642" y="7"/>
                    <a:pt x="611" y="1"/>
                    <a:pt x="57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20"/>
            <p:cNvSpPr/>
            <p:nvPr/>
          </p:nvSpPr>
          <p:spPr>
            <a:xfrm>
              <a:off x="1297475" y="2375200"/>
              <a:ext cx="32775" cy="30800"/>
            </a:xfrm>
            <a:custGeom>
              <a:avLst/>
              <a:gdLst/>
              <a:ahLst/>
              <a:cxnLst/>
              <a:rect l="l" t="t" r="r" b="b"/>
              <a:pathLst>
                <a:path w="1311" h="1232" extrusionOk="0">
                  <a:moveTo>
                    <a:pt x="608" y="0"/>
                  </a:moveTo>
                  <a:cubicBezTo>
                    <a:pt x="563" y="0"/>
                    <a:pt x="518" y="3"/>
                    <a:pt x="477" y="9"/>
                  </a:cubicBezTo>
                  <a:cubicBezTo>
                    <a:pt x="429" y="33"/>
                    <a:pt x="393" y="33"/>
                    <a:pt x="369" y="57"/>
                  </a:cubicBezTo>
                  <a:cubicBezTo>
                    <a:pt x="358" y="57"/>
                    <a:pt x="358" y="57"/>
                    <a:pt x="346" y="69"/>
                  </a:cubicBezTo>
                  <a:cubicBezTo>
                    <a:pt x="262" y="117"/>
                    <a:pt x="191" y="164"/>
                    <a:pt x="143" y="224"/>
                  </a:cubicBezTo>
                  <a:lnTo>
                    <a:pt x="60" y="355"/>
                  </a:lnTo>
                  <a:cubicBezTo>
                    <a:pt x="12" y="450"/>
                    <a:pt x="0" y="533"/>
                    <a:pt x="0" y="628"/>
                  </a:cubicBezTo>
                  <a:cubicBezTo>
                    <a:pt x="0" y="712"/>
                    <a:pt x="12" y="807"/>
                    <a:pt x="60" y="890"/>
                  </a:cubicBezTo>
                  <a:cubicBezTo>
                    <a:pt x="160" y="1108"/>
                    <a:pt x="373" y="1232"/>
                    <a:pt x="594" y="1232"/>
                  </a:cubicBezTo>
                  <a:cubicBezTo>
                    <a:pt x="687" y="1232"/>
                    <a:pt x="781" y="1210"/>
                    <a:pt x="870" y="1164"/>
                  </a:cubicBezTo>
                  <a:cubicBezTo>
                    <a:pt x="1191" y="1009"/>
                    <a:pt x="1310" y="640"/>
                    <a:pt x="1143" y="343"/>
                  </a:cubicBezTo>
                  <a:cubicBezTo>
                    <a:pt x="1048" y="164"/>
                    <a:pt x="905" y="57"/>
                    <a:pt x="739" y="9"/>
                  </a:cubicBezTo>
                  <a:cubicBezTo>
                    <a:pt x="697" y="3"/>
                    <a:pt x="652" y="0"/>
                    <a:pt x="6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20"/>
            <p:cNvSpPr/>
            <p:nvPr/>
          </p:nvSpPr>
          <p:spPr>
            <a:xfrm>
              <a:off x="1445100" y="1689025"/>
              <a:ext cx="39025" cy="34575"/>
            </a:xfrm>
            <a:custGeom>
              <a:avLst/>
              <a:gdLst/>
              <a:ahLst/>
              <a:cxnLst/>
              <a:rect l="l" t="t" r="r" b="b"/>
              <a:pathLst>
                <a:path w="1561" h="1383" extrusionOk="0">
                  <a:moveTo>
                    <a:pt x="787" y="1"/>
                  </a:moveTo>
                  <a:cubicBezTo>
                    <a:pt x="703" y="1"/>
                    <a:pt x="608" y="13"/>
                    <a:pt x="525" y="60"/>
                  </a:cubicBezTo>
                  <a:cubicBezTo>
                    <a:pt x="501" y="60"/>
                    <a:pt x="489" y="72"/>
                    <a:pt x="477" y="72"/>
                  </a:cubicBezTo>
                  <a:cubicBezTo>
                    <a:pt x="132" y="239"/>
                    <a:pt x="1" y="655"/>
                    <a:pt x="168" y="1001"/>
                  </a:cubicBezTo>
                  <a:cubicBezTo>
                    <a:pt x="277" y="1245"/>
                    <a:pt x="530" y="1382"/>
                    <a:pt x="782" y="1382"/>
                  </a:cubicBezTo>
                  <a:cubicBezTo>
                    <a:pt x="886" y="1382"/>
                    <a:pt x="990" y="1359"/>
                    <a:pt x="1084" y="1310"/>
                  </a:cubicBezTo>
                  <a:cubicBezTo>
                    <a:pt x="1430" y="1144"/>
                    <a:pt x="1561" y="727"/>
                    <a:pt x="1394" y="405"/>
                  </a:cubicBezTo>
                  <a:cubicBezTo>
                    <a:pt x="1394" y="405"/>
                    <a:pt x="1394" y="394"/>
                    <a:pt x="1382" y="394"/>
                  </a:cubicBezTo>
                  <a:cubicBezTo>
                    <a:pt x="1358" y="310"/>
                    <a:pt x="1311" y="239"/>
                    <a:pt x="1251" y="179"/>
                  </a:cubicBezTo>
                  <a:cubicBezTo>
                    <a:pt x="1132" y="60"/>
                    <a:pt x="953" y="1"/>
                    <a:pt x="78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20"/>
            <p:cNvSpPr/>
            <p:nvPr/>
          </p:nvSpPr>
          <p:spPr>
            <a:xfrm>
              <a:off x="1285875" y="1477700"/>
              <a:ext cx="24725" cy="24425"/>
            </a:xfrm>
            <a:custGeom>
              <a:avLst/>
              <a:gdLst/>
              <a:ahLst/>
              <a:cxnLst/>
              <a:rect l="l" t="t" r="r" b="b"/>
              <a:pathLst>
                <a:path w="989" h="977" extrusionOk="0">
                  <a:moveTo>
                    <a:pt x="488" y="0"/>
                  </a:moveTo>
                  <a:cubicBezTo>
                    <a:pt x="429" y="0"/>
                    <a:pt x="369" y="12"/>
                    <a:pt x="310" y="36"/>
                  </a:cubicBezTo>
                  <a:cubicBezTo>
                    <a:pt x="214" y="72"/>
                    <a:pt x="119" y="155"/>
                    <a:pt x="60" y="250"/>
                  </a:cubicBezTo>
                  <a:cubicBezTo>
                    <a:pt x="12" y="334"/>
                    <a:pt x="0" y="405"/>
                    <a:pt x="0" y="488"/>
                  </a:cubicBezTo>
                  <a:lnTo>
                    <a:pt x="0" y="524"/>
                  </a:lnTo>
                  <a:cubicBezTo>
                    <a:pt x="12" y="715"/>
                    <a:pt x="131" y="881"/>
                    <a:pt x="310" y="953"/>
                  </a:cubicBezTo>
                  <a:cubicBezTo>
                    <a:pt x="369" y="965"/>
                    <a:pt x="429" y="977"/>
                    <a:pt x="488" y="977"/>
                  </a:cubicBezTo>
                  <a:cubicBezTo>
                    <a:pt x="524" y="977"/>
                    <a:pt x="548" y="977"/>
                    <a:pt x="583" y="965"/>
                  </a:cubicBezTo>
                  <a:cubicBezTo>
                    <a:pt x="750" y="941"/>
                    <a:pt x="893" y="798"/>
                    <a:pt x="941" y="655"/>
                  </a:cubicBezTo>
                  <a:cubicBezTo>
                    <a:pt x="953" y="596"/>
                    <a:pt x="964" y="548"/>
                    <a:pt x="964" y="488"/>
                  </a:cubicBezTo>
                  <a:cubicBezTo>
                    <a:pt x="988" y="465"/>
                    <a:pt x="964" y="417"/>
                    <a:pt x="964" y="393"/>
                  </a:cubicBezTo>
                  <a:cubicBezTo>
                    <a:pt x="929" y="191"/>
                    <a:pt x="774" y="48"/>
                    <a:pt x="583" y="12"/>
                  </a:cubicBezTo>
                  <a:cubicBezTo>
                    <a:pt x="548" y="12"/>
                    <a:pt x="524" y="0"/>
                    <a:pt x="48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20"/>
            <p:cNvSpPr/>
            <p:nvPr/>
          </p:nvSpPr>
          <p:spPr>
            <a:xfrm>
              <a:off x="1400175" y="1494100"/>
              <a:ext cx="32750" cy="31300"/>
            </a:xfrm>
            <a:custGeom>
              <a:avLst/>
              <a:gdLst/>
              <a:ahLst/>
              <a:cxnLst/>
              <a:rect l="l" t="t" r="r" b="b"/>
              <a:pathLst>
                <a:path w="1310" h="1252" extrusionOk="0">
                  <a:moveTo>
                    <a:pt x="646" y="0"/>
                  </a:moveTo>
                  <a:cubicBezTo>
                    <a:pt x="553" y="0"/>
                    <a:pt x="458" y="22"/>
                    <a:pt x="369" y="70"/>
                  </a:cubicBezTo>
                  <a:cubicBezTo>
                    <a:pt x="286" y="118"/>
                    <a:pt x="202" y="178"/>
                    <a:pt x="143" y="249"/>
                  </a:cubicBezTo>
                  <a:cubicBezTo>
                    <a:pt x="83" y="321"/>
                    <a:pt x="48" y="416"/>
                    <a:pt x="24" y="499"/>
                  </a:cubicBezTo>
                  <a:cubicBezTo>
                    <a:pt x="0" y="642"/>
                    <a:pt x="12" y="773"/>
                    <a:pt x="83" y="904"/>
                  </a:cubicBezTo>
                  <a:cubicBezTo>
                    <a:pt x="193" y="1123"/>
                    <a:pt x="414" y="1252"/>
                    <a:pt x="644" y="1252"/>
                  </a:cubicBezTo>
                  <a:cubicBezTo>
                    <a:pt x="664" y="1252"/>
                    <a:pt x="683" y="1251"/>
                    <a:pt x="702" y="1249"/>
                  </a:cubicBezTo>
                  <a:cubicBezTo>
                    <a:pt x="774" y="1249"/>
                    <a:pt x="845" y="1213"/>
                    <a:pt x="917" y="1190"/>
                  </a:cubicBezTo>
                  <a:cubicBezTo>
                    <a:pt x="929" y="1194"/>
                    <a:pt x="938" y="1195"/>
                    <a:pt x="945" y="1195"/>
                  </a:cubicBezTo>
                  <a:cubicBezTo>
                    <a:pt x="960" y="1195"/>
                    <a:pt x="968" y="1190"/>
                    <a:pt x="976" y="1190"/>
                  </a:cubicBezTo>
                  <a:cubicBezTo>
                    <a:pt x="1155" y="1083"/>
                    <a:pt x="1274" y="904"/>
                    <a:pt x="1298" y="702"/>
                  </a:cubicBezTo>
                  <a:cubicBezTo>
                    <a:pt x="1310" y="606"/>
                    <a:pt x="1298" y="499"/>
                    <a:pt x="1250" y="416"/>
                  </a:cubicBezTo>
                  <a:cubicBezTo>
                    <a:pt x="1250" y="404"/>
                    <a:pt x="1226" y="392"/>
                    <a:pt x="1214" y="356"/>
                  </a:cubicBezTo>
                  <a:cubicBezTo>
                    <a:pt x="1096" y="136"/>
                    <a:pt x="875" y="0"/>
                    <a:pt x="64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2" name="Google Shape;2522;p20"/>
          <p:cNvGrpSpPr/>
          <p:nvPr/>
        </p:nvGrpSpPr>
        <p:grpSpPr>
          <a:xfrm flipH="1">
            <a:off x="7766704" y="16"/>
            <a:ext cx="1377452" cy="2398039"/>
            <a:chOff x="1083450" y="1318750"/>
            <a:chExt cx="624525" cy="1087250"/>
          </a:xfrm>
        </p:grpSpPr>
        <p:sp>
          <p:nvSpPr>
            <p:cNvPr id="2523" name="Google Shape;2523;p20"/>
            <p:cNvSpPr/>
            <p:nvPr/>
          </p:nvSpPr>
          <p:spPr>
            <a:xfrm>
              <a:off x="1083450" y="2340600"/>
              <a:ext cx="215525" cy="50325"/>
            </a:xfrm>
            <a:custGeom>
              <a:avLst/>
              <a:gdLst/>
              <a:ahLst/>
              <a:cxnLst/>
              <a:rect l="l" t="t" r="r" b="b"/>
              <a:pathLst>
                <a:path w="8621" h="2013" extrusionOk="0">
                  <a:moveTo>
                    <a:pt x="1" y="0"/>
                  </a:moveTo>
                  <a:lnTo>
                    <a:pt x="1" y="286"/>
                  </a:lnTo>
                  <a:lnTo>
                    <a:pt x="8561" y="2012"/>
                  </a:lnTo>
                  <a:cubicBezTo>
                    <a:pt x="8561" y="1917"/>
                    <a:pt x="8573" y="1834"/>
                    <a:pt x="8621" y="173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20"/>
            <p:cNvSpPr/>
            <p:nvPr/>
          </p:nvSpPr>
          <p:spPr>
            <a:xfrm>
              <a:off x="1083450" y="21304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20"/>
            <p:cNvSpPr/>
            <p:nvPr/>
          </p:nvSpPr>
          <p:spPr>
            <a:xfrm>
              <a:off x="1083450" y="1806900"/>
              <a:ext cx="20275" cy="7475"/>
            </a:xfrm>
            <a:custGeom>
              <a:avLst/>
              <a:gdLst/>
              <a:ahLst/>
              <a:cxnLst/>
              <a:rect l="l" t="t" r="r" b="b"/>
              <a:pathLst>
                <a:path w="811" h="299" extrusionOk="0">
                  <a:moveTo>
                    <a:pt x="703" y="0"/>
                  </a:moveTo>
                  <a:lnTo>
                    <a:pt x="1" y="24"/>
                  </a:lnTo>
                  <a:lnTo>
                    <a:pt x="1" y="298"/>
                  </a:lnTo>
                  <a:lnTo>
                    <a:pt x="810" y="274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20"/>
            <p:cNvSpPr/>
            <p:nvPr/>
          </p:nvSpPr>
          <p:spPr>
            <a:xfrm>
              <a:off x="1108150" y="1802425"/>
              <a:ext cx="180125" cy="11350"/>
            </a:xfrm>
            <a:custGeom>
              <a:avLst/>
              <a:gdLst/>
              <a:ahLst/>
              <a:cxnLst/>
              <a:rect l="l" t="t" r="r" b="b"/>
              <a:pathLst>
                <a:path w="7205" h="454" extrusionOk="0">
                  <a:moveTo>
                    <a:pt x="7204" y="1"/>
                  </a:moveTo>
                  <a:lnTo>
                    <a:pt x="1" y="179"/>
                  </a:lnTo>
                  <a:lnTo>
                    <a:pt x="96" y="453"/>
                  </a:lnTo>
                  <a:lnTo>
                    <a:pt x="7204" y="275"/>
                  </a:lnTo>
                  <a:cubicBezTo>
                    <a:pt x="7180" y="179"/>
                    <a:pt x="7180" y="96"/>
                    <a:pt x="720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0"/>
            <p:cNvSpPr/>
            <p:nvPr/>
          </p:nvSpPr>
          <p:spPr>
            <a:xfrm>
              <a:off x="1194475" y="2040550"/>
              <a:ext cx="2425" cy="3600"/>
            </a:xfrm>
            <a:custGeom>
              <a:avLst/>
              <a:gdLst/>
              <a:ahLst/>
              <a:cxnLst/>
              <a:rect l="l" t="t" r="r" b="b"/>
              <a:pathLst>
                <a:path w="97" h="144" extrusionOk="0">
                  <a:moveTo>
                    <a:pt x="84" y="1"/>
                  </a:moveTo>
                  <a:lnTo>
                    <a:pt x="1" y="48"/>
                  </a:lnTo>
                  <a:lnTo>
                    <a:pt x="25" y="144"/>
                  </a:lnTo>
                  <a:cubicBezTo>
                    <a:pt x="72" y="108"/>
                    <a:pt x="96" y="48"/>
                    <a:pt x="8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0"/>
            <p:cNvSpPr/>
            <p:nvPr/>
          </p:nvSpPr>
          <p:spPr>
            <a:xfrm>
              <a:off x="1083450" y="1741425"/>
              <a:ext cx="98250" cy="261650"/>
            </a:xfrm>
            <a:custGeom>
              <a:avLst/>
              <a:gdLst/>
              <a:ahLst/>
              <a:cxnLst/>
              <a:rect l="l" t="t" r="r" b="b"/>
              <a:pathLst>
                <a:path w="3930" h="10466" extrusionOk="0">
                  <a:moveTo>
                    <a:pt x="1" y="0"/>
                  </a:moveTo>
                  <a:lnTo>
                    <a:pt x="1" y="774"/>
                  </a:lnTo>
                  <a:lnTo>
                    <a:pt x="703" y="2619"/>
                  </a:lnTo>
                  <a:lnTo>
                    <a:pt x="810" y="2893"/>
                  </a:lnTo>
                  <a:lnTo>
                    <a:pt x="3668" y="10466"/>
                  </a:lnTo>
                  <a:cubicBezTo>
                    <a:pt x="3751" y="10418"/>
                    <a:pt x="3835" y="10394"/>
                    <a:pt x="3930" y="10394"/>
                  </a:cubicBezTo>
                  <a:lnTo>
                    <a:pt x="1084" y="2893"/>
                  </a:lnTo>
                  <a:lnTo>
                    <a:pt x="989" y="261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0"/>
            <p:cNvSpPr/>
            <p:nvPr/>
          </p:nvSpPr>
          <p:spPr>
            <a:xfrm>
              <a:off x="1113525" y="2178975"/>
              <a:ext cx="193200" cy="201825"/>
            </a:xfrm>
            <a:custGeom>
              <a:avLst/>
              <a:gdLst/>
              <a:ahLst/>
              <a:cxnLst/>
              <a:rect l="l" t="t" r="r" b="b"/>
              <a:pathLst>
                <a:path w="7728" h="8073" extrusionOk="0">
                  <a:moveTo>
                    <a:pt x="203" y="0"/>
                  </a:moveTo>
                  <a:cubicBezTo>
                    <a:pt x="143" y="84"/>
                    <a:pt x="84" y="131"/>
                    <a:pt x="0" y="179"/>
                  </a:cubicBezTo>
                  <a:lnTo>
                    <a:pt x="7501" y="8073"/>
                  </a:lnTo>
                  <a:cubicBezTo>
                    <a:pt x="7549" y="8013"/>
                    <a:pt x="7608" y="7954"/>
                    <a:pt x="7704" y="7918"/>
                  </a:cubicBezTo>
                  <a:cubicBezTo>
                    <a:pt x="7716" y="7918"/>
                    <a:pt x="7716" y="7918"/>
                    <a:pt x="7727" y="7906"/>
                  </a:cubicBezTo>
                  <a:lnTo>
                    <a:pt x="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20"/>
            <p:cNvSpPr/>
            <p:nvPr/>
          </p:nvSpPr>
          <p:spPr>
            <a:xfrm>
              <a:off x="1187625" y="2041750"/>
              <a:ext cx="121175" cy="334600"/>
            </a:xfrm>
            <a:custGeom>
              <a:avLst/>
              <a:gdLst/>
              <a:ahLst/>
              <a:cxnLst/>
              <a:rect l="l" t="t" r="r" b="b"/>
              <a:pathLst>
                <a:path w="4847" h="13384" extrusionOk="0">
                  <a:moveTo>
                    <a:pt x="275" y="0"/>
                  </a:moveTo>
                  <a:lnTo>
                    <a:pt x="275" y="0"/>
                  </a:lnTo>
                  <a:cubicBezTo>
                    <a:pt x="180" y="48"/>
                    <a:pt x="96" y="72"/>
                    <a:pt x="1" y="72"/>
                  </a:cubicBezTo>
                  <a:lnTo>
                    <a:pt x="4752" y="13383"/>
                  </a:lnTo>
                  <a:cubicBezTo>
                    <a:pt x="4775" y="13371"/>
                    <a:pt x="4823" y="13347"/>
                    <a:pt x="4847" y="13335"/>
                  </a:cubicBezTo>
                  <a:lnTo>
                    <a:pt x="4835" y="12847"/>
                  </a:lnTo>
                  <a:lnTo>
                    <a:pt x="263" y="72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20"/>
            <p:cNvSpPr/>
            <p:nvPr/>
          </p:nvSpPr>
          <p:spPr>
            <a:xfrm>
              <a:off x="1188525" y="1816725"/>
              <a:ext cx="109275" cy="186650"/>
            </a:xfrm>
            <a:custGeom>
              <a:avLst/>
              <a:gdLst/>
              <a:ahLst/>
              <a:cxnLst/>
              <a:rect l="l" t="t" r="r" b="b"/>
              <a:pathLst>
                <a:path w="4371" h="7466" extrusionOk="0">
                  <a:moveTo>
                    <a:pt x="4144" y="0"/>
                  </a:moveTo>
                  <a:lnTo>
                    <a:pt x="1" y="7382"/>
                  </a:lnTo>
                  <a:cubicBezTo>
                    <a:pt x="84" y="7394"/>
                    <a:pt x="179" y="7430"/>
                    <a:pt x="251" y="7466"/>
                  </a:cubicBezTo>
                  <a:lnTo>
                    <a:pt x="4370" y="143"/>
                  </a:lnTo>
                  <a:cubicBezTo>
                    <a:pt x="4287" y="119"/>
                    <a:pt x="4204" y="72"/>
                    <a:pt x="414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20"/>
            <p:cNvSpPr/>
            <p:nvPr/>
          </p:nvSpPr>
          <p:spPr>
            <a:xfrm>
              <a:off x="1113225" y="2036700"/>
              <a:ext cx="60750" cy="102100"/>
            </a:xfrm>
            <a:custGeom>
              <a:avLst/>
              <a:gdLst/>
              <a:ahLst/>
              <a:cxnLst/>
              <a:rect l="l" t="t" r="r" b="b"/>
              <a:pathLst>
                <a:path w="2430" h="4084" extrusionOk="0">
                  <a:moveTo>
                    <a:pt x="2215" y="0"/>
                  </a:moveTo>
                  <a:lnTo>
                    <a:pt x="0" y="3893"/>
                  </a:lnTo>
                  <a:cubicBezTo>
                    <a:pt x="72" y="3953"/>
                    <a:pt x="155" y="4012"/>
                    <a:pt x="215" y="4084"/>
                  </a:cubicBezTo>
                  <a:lnTo>
                    <a:pt x="2429" y="179"/>
                  </a:lnTo>
                  <a:cubicBezTo>
                    <a:pt x="2358" y="131"/>
                    <a:pt x="2274" y="72"/>
                    <a:pt x="221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20"/>
            <p:cNvSpPr/>
            <p:nvPr/>
          </p:nvSpPr>
          <p:spPr>
            <a:xfrm>
              <a:off x="1299250" y="1820900"/>
              <a:ext cx="16700" cy="554550"/>
            </a:xfrm>
            <a:custGeom>
              <a:avLst/>
              <a:gdLst/>
              <a:ahLst/>
              <a:cxnLst/>
              <a:rect l="l" t="t" r="r" b="b"/>
              <a:pathLst>
                <a:path w="668" h="22182" extrusionOk="0">
                  <a:moveTo>
                    <a:pt x="1" y="0"/>
                  </a:moveTo>
                  <a:lnTo>
                    <a:pt x="394" y="21693"/>
                  </a:lnTo>
                  <a:lnTo>
                    <a:pt x="406" y="22181"/>
                  </a:lnTo>
                  <a:cubicBezTo>
                    <a:pt x="447" y="22175"/>
                    <a:pt x="492" y="22172"/>
                    <a:pt x="537" y="22172"/>
                  </a:cubicBezTo>
                  <a:cubicBezTo>
                    <a:pt x="581" y="22172"/>
                    <a:pt x="626" y="22175"/>
                    <a:pt x="668" y="22181"/>
                  </a:cubicBezTo>
                  <a:lnTo>
                    <a:pt x="275" y="12"/>
                  </a:lnTo>
                  <a:cubicBezTo>
                    <a:pt x="235" y="17"/>
                    <a:pt x="198" y="20"/>
                    <a:pt x="161" y="20"/>
                  </a:cubicBezTo>
                  <a:cubicBezTo>
                    <a:pt x="108" y="20"/>
                    <a:pt x="57" y="14"/>
                    <a:pt x="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20"/>
            <p:cNvSpPr/>
            <p:nvPr/>
          </p:nvSpPr>
          <p:spPr>
            <a:xfrm>
              <a:off x="1293600" y="1501500"/>
              <a:ext cx="11925" cy="289650"/>
            </a:xfrm>
            <a:custGeom>
              <a:avLst/>
              <a:gdLst/>
              <a:ahLst/>
              <a:cxnLst/>
              <a:rect l="l" t="t" r="r" b="b"/>
              <a:pathLst>
                <a:path w="477" h="11586" extrusionOk="0">
                  <a:moveTo>
                    <a:pt x="1" y="1"/>
                  </a:moveTo>
                  <a:lnTo>
                    <a:pt x="215" y="11585"/>
                  </a:lnTo>
                  <a:cubicBezTo>
                    <a:pt x="268" y="11563"/>
                    <a:pt x="325" y="11555"/>
                    <a:pt x="382" y="11555"/>
                  </a:cubicBezTo>
                  <a:cubicBezTo>
                    <a:pt x="414" y="11555"/>
                    <a:pt x="446" y="11557"/>
                    <a:pt x="477" y="11562"/>
                  </a:cubicBezTo>
                  <a:lnTo>
                    <a:pt x="274" y="36"/>
                  </a:lnTo>
                  <a:cubicBezTo>
                    <a:pt x="239" y="36"/>
                    <a:pt x="215" y="48"/>
                    <a:pt x="179" y="48"/>
                  </a:cubicBezTo>
                  <a:cubicBezTo>
                    <a:pt x="120" y="36"/>
                    <a:pt x="60" y="36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20"/>
            <p:cNvSpPr/>
            <p:nvPr/>
          </p:nvSpPr>
          <p:spPr>
            <a:xfrm>
              <a:off x="1418325" y="1523825"/>
              <a:ext cx="47050" cy="166425"/>
            </a:xfrm>
            <a:custGeom>
              <a:avLst/>
              <a:gdLst/>
              <a:ahLst/>
              <a:cxnLst/>
              <a:rect l="l" t="t" r="r" b="b"/>
              <a:pathLst>
                <a:path w="1882" h="6657" extrusionOk="0">
                  <a:moveTo>
                    <a:pt x="250" y="1"/>
                  </a:moveTo>
                  <a:cubicBezTo>
                    <a:pt x="238" y="1"/>
                    <a:pt x="227" y="13"/>
                    <a:pt x="227" y="13"/>
                  </a:cubicBezTo>
                  <a:cubicBezTo>
                    <a:pt x="155" y="48"/>
                    <a:pt x="72" y="72"/>
                    <a:pt x="0" y="72"/>
                  </a:cubicBezTo>
                  <a:lnTo>
                    <a:pt x="1608" y="6656"/>
                  </a:lnTo>
                  <a:cubicBezTo>
                    <a:pt x="1703" y="6621"/>
                    <a:pt x="1786" y="6597"/>
                    <a:pt x="1881" y="6597"/>
                  </a:cubicBezTo>
                  <a:lnTo>
                    <a:pt x="25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20"/>
            <p:cNvSpPr/>
            <p:nvPr/>
          </p:nvSpPr>
          <p:spPr>
            <a:xfrm>
              <a:off x="1083450" y="1458350"/>
              <a:ext cx="203625" cy="33050"/>
            </a:xfrm>
            <a:custGeom>
              <a:avLst/>
              <a:gdLst/>
              <a:ahLst/>
              <a:cxnLst/>
              <a:rect l="l" t="t" r="r" b="b"/>
              <a:pathLst>
                <a:path w="8145" h="1322" extrusionOk="0">
                  <a:moveTo>
                    <a:pt x="1" y="0"/>
                  </a:moveTo>
                  <a:lnTo>
                    <a:pt x="1" y="286"/>
                  </a:lnTo>
                  <a:lnTo>
                    <a:pt x="8097" y="1322"/>
                  </a:lnTo>
                  <a:lnTo>
                    <a:pt x="8097" y="1298"/>
                  </a:lnTo>
                  <a:cubicBezTo>
                    <a:pt x="8085" y="1191"/>
                    <a:pt x="8109" y="1108"/>
                    <a:pt x="8145" y="104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0"/>
            <p:cNvSpPr/>
            <p:nvPr/>
          </p:nvSpPr>
          <p:spPr>
            <a:xfrm>
              <a:off x="1291825" y="1342550"/>
              <a:ext cx="8050" cy="136050"/>
            </a:xfrm>
            <a:custGeom>
              <a:avLst/>
              <a:gdLst/>
              <a:ahLst/>
              <a:cxnLst/>
              <a:rect l="l" t="t" r="r" b="b"/>
              <a:pathLst>
                <a:path w="322" h="5442" extrusionOk="0">
                  <a:moveTo>
                    <a:pt x="0" y="1"/>
                  </a:moveTo>
                  <a:lnTo>
                    <a:pt x="60" y="5442"/>
                  </a:lnTo>
                  <a:cubicBezTo>
                    <a:pt x="119" y="5406"/>
                    <a:pt x="179" y="5406"/>
                    <a:pt x="238" y="5406"/>
                  </a:cubicBezTo>
                  <a:cubicBezTo>
                    <a:pt x="274" y="5406"/>
                    <a:pt x="298" y="5406"/>
                    <a:pt x="322" y="5418"/>
                  </a:cubicBezTo>
                  <a:lnTo>
                    <a:pt x="274" y="96"/>
                  </a:lnTo>
                  <a:cubicBezTo>
                    <a:pt x="179" y="72"/>
                    <a:pt x="72" y="48"/>
                    <a:pt x="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0"/>
            <p:cNvSpPr/>
            <p:nvPr/>
          </p:nvSpPr>
          <p:spPr>
            <a:xfrm>
              <a:off x="1688000" y="1544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0"/>
            <p:cNvSpPr/>
            <p:nvPr/>
          </p:nvSpPr>
          <p:spPr>
            <a:xfrm>
              <a:off x="1309675" y="1487525"/>
              <a:ext cx="94675" cy="19650"/>
            </a:xfrm>
            <a:custGeom>
              <a:avLst/>
              <a:gdLst/>
              <a:ahLst/>
              <a:cxnLst/>
              <a:rect l="l" t="t" r="r" b="b"/>
              <a:pathLst>
                <a:path w="3787" h="786" extrusionOk="0">
                  <a:moveTo>
                    <a:pt x="12" y="0"/>
                  </a:moveTo>
                  <a:cubicBezTo>
                    <a:pt x="36" y="24"/>
                    <a:pt x="36" y="72"/>
                    <a:pt x="36" y="95"/>
                  </a:cubicBezTo>
                  <a:cubicBezTo>
                    <a:pt x="36" y="155"/>
                    <a:pt x="12" y="214"/>
                    <a:pt x="1" y="262"/>
                  </a:cubicBezTo>
                  <a:lnTo>
                    <a:pt x="3668" y="786"/>
                  </a:lnTo>
                  <a:cubicBezTo>
                    <a:pt x="3680" y="691"/>
                    <a:pt x="3727" y="607"/>
                    <a:pt x="3787" y="536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20"/>
            <p:cNvSpPr/>
            <p:nvPr/>
          </p:nvSpPr>
          <p:spPr>
            <a:xfrm>
              <a:off x="1687700" y="15458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20"/>
            <p:cNvSpPr/>
            <p:nvPr/>
          </p:nvSpPr>
          <p:spPr>
            <a:xfrm>
              <a:off x="1430825" y="1504475"/>
              <a:ext cx="247675" cy="41700"/>
            </a:xfrm>
            <a:custGeom>
              <a:avLst/>
              <a:gdLst/>
              <a:ahLst/>
              <a:cxnLst/>
              <a:rect l="l" t="t" r="r" b="b"/>
              <a:pathLst>
                <a:path w="9907" h="1668" extrusionOk="0">
                  <a:moveTo>
                    <a:pt x="0" y="1"/>
                  </a:moveTo>
                  <a:lnTo>
                    <a:pt x="0" y="1"/>
                  </a:lnTo>
                  <a:cubicBezTo>
                    <a:pt x="48" y="108"/>
                    <a:pt x="72" y="191"/>
                    <a:pt x="48" y="287"/>
                  </a:cubicBezTo>
                  <a:lnTo>
                    <a:pt x="9799" y="1668"/>
                  </a:lnTo>
                  <a:lnTo>
                    <a:pt x="9906" y="1596"/>
                  </a:lnTo>
                  <a:lnTo>
                    <a:pt x="9478" y="13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0"/>
            <p:cNvSpPr/>
            <p:nvPr/>
          </p:nvSpPr>
          <p:spPr>
            <a:xfrm>
              <a:off x="1687100" y="15464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1" y="24"/>
                  </a:moveTo>
                  <a:lnTo>
                    <a:pt x="1" y="24"/>
                  </a:lnTo>
                  <a:cubicBezTo>
                    <a:pt x="1" y="1"/>
                    <a:pt x="1" y="24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0"/>
            <p:cNvSpPr/>
            <p:nvPr/>
          </p:nvSpPr>
          <p:spPr>
            <a:xfrm>
              <a:off x="1687700" y="1545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0"/>
            <p:cNvSpPr/>
            <p:nvPr/>
          </p:nvSpPr>
          <p:spPr>
            <a:xfrm>
              <a:off x="1476075" y="1544675"/>
              <a:ext cx="211050" cy="154800"/>
            </a:xfrm>
            <a:custGeom>
              <a:avLst/>
              <a:gdLst/>
              <a:ahLst/>
              <a:cxnLst/>
              <a:rect l="l" t="t" r="r" b="b"/>
              <a:pathLst>
                <a:path w="8442" h="6192" extrusionOk="0">
                  <a:moveTo>
                    <a:pt x="8096" y="0"/>
                  </a:moveTo>
                  <a:lnTo>
                    <a:pt x="7989" y="72"/>
                  </a:lnTo>
                  <a:lnTo>
                    <a:pt x="0" y="5965"/>
                  </a:lnTo>
                  <a:cubicBezTo>
                    <a:pt x="60" y="6025"/>
                    <a:pt x="119" y="6084"/>
                    <a:pt x="143" y="6179"/>
                  </a:cubicBezTo>
                  <a:cubicBezTo>
                    <a:pt x="143" y="6179"/>
                    <a:pt x="143" y="6191"/>
                    <a:pt x="155" y="6191"/>
                  </a:cubicBezTo>
                  <a:lnTo>
                    <a:pt x="8442" y="95"/>
                  </a:lnTo>
                  <a:lnTo>
                    <a:pt x="8442" y="95"/>
                  </a:lnTo>
                  <a:cubicBezTo>
                    <a:pt x="8418" y="107"/>
                    <a:pt x="8418" y="107"/>
                    <a:pt x="8406" y="107"/>
                  </a:cubicBezTo>
                  <a:lnTo>
                    <a:pt x="8394" y="107"/>
                  </a:lnTo>
                  <a:cubicBezTo>
                    <a:pt x="8370" y="107"/>
                    <a:pt x="8358" y="119"/>
                    <a:pt x="8346" y="119"/>
                  </a:cubicBezTo>
                  <a:lnTo>
                    <a:pt x="8299" y="119"/>
                  </a:lnTo>
                  <a:cubicBezTo>
                    <a:pt x="8287" y="119"/>
                    <a:pt x="8287" y="119"/>
                    <a:pt x="8275" y="107"/>
                  </a:cubicBezTo>
                  <a:lnTo>
                    <a:pt x="809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0"/>
            <p:cNvSpPr/>
            <p:nvPr/>
          </p:nvSpPr>
          <p:spPr>
            <a:xfrm>
              <a:off x="1688000" y="15446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2"/>
                  </a:moveTo>
                  <a:cubicBezTo>
                    <a:pt x="0" y="12"/>
                    <a:pt x="0" y="0"/>
                    <a:pt x="0" y="12"/>
                  </a:cubicBezTo>
                  <a:cubicBezTo>
                    <a:pt x="0" y="0"/>
                    <a:pt x="0" y="0"/>
                    <a:pt x="0" y="12"/>
                  </a:cubicBezTo>
                  <a:cubicBezTo>
                    <a:pt x="0" y="0"/>
                    <a:pt x="0" y="0"/>
                    <a:pt x="0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0"/>
            <p:cNvSpPr/>
            <p:nvPr/>
          </p:nvSpPr>
          <p:spPr>
            <a:xfrm>
              <a:off x="1681750" y="1319350"/>
              <a:ext cx="26225" cy="225050"/>
            </a:xfrm>
            <a:custGeom>
              <a:avLst/>
              <a:gdLst/>
              <a:ahLst/>
              <a:cxnLst/>
              <a:rect l="l" t="t" r="r" b="b"/>
              <a:pathLst>
                <a:path w="1049" h="9002" extrusionOk="0">
                  <a:moveTo>
                    <a:pt x="750" y="0"/>
                  </a:moveTo>
                  <a:lnTo>
                    <a:pt x="0" y="8763"/>
                  </a:lnTo>
                  <a:lnTo>
                    <a:pt x="191" y="8870"/>
                  </a:lnTo>
                  <a:cubicBezTo>
                    <a:pt x="238" y="8894"/>
                    <a:pt x="274" y="8942"/>
                    <a:pt x="274" y="9001"/>
                  </a:cubicBezTo>
                  <a:lnTo>
                    <a:pt x="104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20"/>
            <p:cNvSpPr/>
            <p:nvPr/>
          </p:nvSpPr>
          <p:spPr>
            <a:xfrm>
              <a:off x="1687100" y="15464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1" y="24"/>
                  </a:moveTo>
                  <a:cubicBezTo>
                    <a:pt x="1" y="24"/>
                    <a:pt x="1" y="1"/>
                    <a:pt x="1" y="24"/>
                  </a:cubicBezTo>
                  <a:cubicBezTo>
                    <a:pt x="1" y="1"/>
                    <a:pt x="1" y="1"/>
                    <a:pt x="1" y="24"/>
                  </a:cubicBezTo>
                  <a:cubicBezTo>
                    <a:pt x="1" y="1"/>
                    <a:pt x="1" y="1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20"/>
            <p:cNvSpPr/>
            <p:nvPr/>
          </p:nvSpPr>
          <p:spPr>
            <a:xfrm>
              <a:off x="1684125" y="15476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lnTo>
                    <a:pt x="1" y="0"/>
                  </a:lnTo>
                  <a:lnTo>
                    <a:pt x="24" y="0"/>
                  </a:lnTo>
                  <a:cubicBezTo>
                    <a:pt x="12" y="0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20"/>
            <p:cNvSpPr/>
            <p:nvPr/>
          </p:nvSpPr>
          <p:spPr>
            <a:xfrm>
              <a:off x="1687700" y="15455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13"/>
                  </a:lnTo>
                  <a:lnTo>
                    <a:pt x="0" y="13"/>
                  </a:lnTo>
                  <a:cubicBezTo>
                    <a:pt x="0" y="1"/>
                    <a:pt x="0" y="1"/>
                    <a:pt x="0" y="13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0"/>
            <p:cNvSpPr/>
            <p:nvPr/>
          </p:nvSpPr>
          <p:spPr>
            <a:xfrm>
              <a:off x="1684725" y="15476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0"/>
            <p:cNvSpPr/>
            <p:nvPr/>
          </p:nvSpPr>
          <p:spPr>
            <a:xfrm>
              <a:off x="1323375" y="1333625"/>
              <a:ext cx="364650" cy="214350"/>
            </a:xfrm>
            <a:custGeom>
              <a:avLst/>
              <a:gdLst/>
              <a:ahLst/>
              <a:cxnLst/>
              <a:rect l="l" t="t" r="r" b="b"/>
              <a:pathLst>
                <a:path w="14586" h="8574" extrusionOk="0">
                  <a:moveTo>
                    <a:pt x="203" y="1"/>
                  </a:moveTo>
                  <a:cubicBezTo>
                    <a:pt x="143" y="84"/>
                    <a:pt x="84" y="155"/>
                    <a:pt x="0" y="215"/>
                  </a:cubicBezTo>
                  <a:lnTo>
                    <a:pt x="13752" y="8204"/>
                  </a:lnTo>
                  <a:lnTo>
                    <a:pt x="14192" y="8454"/>
                  </a:lnTo>
                  <a:lnTo>
                    <a:pt x="14371" y="8561"/>
                  </a:lnTo>
                  <a:cubicBezTo>
                    <a:pt x="14383" y="8561"/>
                    <a:pt x="14383" y="8573"/>
                    <a:pt x="14395" y="8573"/>
                  </a:cubicBezTo>
                  <a:lnTo>
                    <a:pt x="14442" y="8573"/>
                  </a:lnTo>
                  <a:cubicBezTo>
                    <a:pt x="14454" y="8573"/>
                    <a:pt x="14466" y="8573"/>
                    <a:pt x="14490" y="8561"/>
                  </a:cubicBezTo>
                  <a:lnTo>
                    <a:pt x="14502" y="8561"/>
                  </a:lnTo>
                  <a:cubicBezTo>
                    <a:pt x="14514" y="8561"/>
                    <a:pt x="14514" y="8549"/>
                    <a:pt x="14526" y="8549"/>
                  </a:cubicBezTo>
                  <a:cubicBezTo>
                    <a:pt x="14550" y="8537"/>
                    <a:pt x="14550" y="8537"/>
                    <a:pt x="14550" y="8514"/>
                  </a:cubicBezTo>
                  <a:lnTo>
                    <a:pt x="14550" y="8502"/>
                  </a:lnTo>
                  <a:lnTo>
                    <a:pt x="14550" y="8490"/>
                  </a:lnTo>
                  <a:lnTo>
                    <a:pt x="14550" y="8478"/>
                  </a:lnTo>
                  <a:cubicBezTo>
                    <a:pt x="14585" y="8383"/>
                    <a:pt x="14573" y="8335"/>
                    <a:pt x="14514" y="8311"/>
                  </a:cubicBezTo>
                  <a:lnTo>
                    <a:pt x="14323" y="820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0"/>
            <p:cNvSpPr/>
            <p:nvPr/>
          </p:nvSpPr>
          <p:spPr>
            <a:xfrm>
              <a:off x="1273950" y="1318750"/>
              <a:ext cx="60750" cy="26600"/>
            </a:xfrm>
            <a:custGeom>
              <a:avLst/>
              <a:gdLst/>
              <a:ahLst/>
              <a:cxnLst/>
              <a:rect l="l" t="t" r="r" b="b"/>
              <a:pathLst>
                <a:path w="2430" h="1064" extrusionOk="0">
                  <a:moveTo>
                    <a:pt x="1" y="0"/>
                  </a:moveTo>
                  <a:cubicBezTo>
                    <a:pt x="13" y="119"/>
                    <a:pt x="60" y="250"/>
                    <a:pt x="120" y="369"/>
                  </a:cubicBezTo>
                  <a:cubicBezTo>
                    <a:pt x="251" y="643"/>
                    <a:pt x="465" y="834"/>
                    <a:pt x="715" y="953"/>
                  </a:cubicBezTo>
                  <a:cubicBezTo>
                    <a:pt x="810" y="1000"/>
                    <a:pt x="894" y="1012"/>
                    <a:pt x="989" y="1048"/>
                  </a:cubicBezTo>
                  <a:cubicBezTo>
                    <a:pt x="1062" y="1058"/>
                    <a:pt x="1135" y="1063"/>
                    <a:pt x="1209" y="1063"/>
                  </a:cubicBezTo>
                  <a:cubicBezTo>
                    <a:pt x="1401" y="1063"/>
                    <a:pt x="1594" y="1027"/>
                    <a:pt x="1775" y="941"/>
                  </a:cubicBezTo>
                  <a:cubicBezTo>
                    <a:pt x="1858" y="893"/>
                    <a:pt x="1941" y="858"/>
                    <a:pt x="2001" y="786"/>
                  </a:cubicBezTo>
                  <a:cubicBezTo>
                    <a:pt x="2072" y="727"/>
                    <a:pt x="2132" y="655"/>
                    <a:pt x="2192" y="584"/>
                  </a:cubicBezTo>
                  <a:cubicBezTo>
                    <a:pt x="2322" y="417"/>
                    <a:pt x="2394" y="215"/>
                    <a:pt x="2430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0"/>
            <p:cNvSpPr/>
            <p:nvPr/>
          </p:nvSpPr>
          <p:spPr>
            <a:xfrm>
              <a:off x="1159350" y="2001350"/>
              <a:ext cx="50050" cy="42850"/>
            </a:xfrm>
            <a:custGeom>
              <a:avLst/>
              <a:gdLst/>
              <a:ahLst/>
              <a:cxnLst/>
              <a:rect l="l" t="t" r="r" b="b"/>
              <a:pathLst>
                <a:path w="2002" h="1714" extrusionOk="0">
                  <a:moveTo>
                    <a:pt x="1013" y="0"/>
                  </a:moveTo>
                  <a:cubicBezTo>
                    <a:pt x="968" y="0"/>
                    <a:pt x="924" y="3"/>
                    <a:pt x="882" y="9"/>
                  </a:cubicBezTo>
                  <a:cubicBezTo>
                    <a:pt x="787" y="21"/>
                    <a:pt x="703" y="57"/>
                    <a:pt x="608" y="81"/>
                  </a:cubicBezTo>
                  <a:cubicBezTo>
                    <a:pt x="179" y="295"/>
                    <a:pt x="1" y="807"/>
                    <a:pt x="227" y="1247"/>
                  </a:cubicBezTo>
                  <a:cubicBezTo>
                    <a:pt x="251" y="1307"/>
                    <a:pt x="299" y="1366"/>
                    <a:pt x="346" y="1426"/>
                  </a:cubicBezTo>
                  <a:cubicBezTo>
                    <a:pt x="406" y="1497"/>
                    <a:pt x="477" y="1557"/>
                    <a:pt x="549" y="1605"/>
                  </a:cubicBezTo>
                  <a:cubicBezTo>
                    <a:pt x="709" y="1669"/>
                    <a:pt x="898" y="1714"/>
                    <a:pt x="1072" y="1714"/>
                  </a:cubicBezTo>
                  <a:cubicBezTo>
                    <a:pt x="1092" y="1714"/>
                    <a:pt x="1112" y="1713"/>
                    <a:pt x="1132" y="1712"/>
                  </a:cubicBezTo>
                  <a:cubicBezTo>
                    <a:pt x="1227" y="1688"/>
                    <a:pt x="1311" y="1664"/>
                    <a:pt x="1406" y="1628"/>
                  </a:cubicBezTo>
                  <a:lnTo>
                    <a:pt x="1489" y="1593"/>
                  </a:lnTo>
                  <a:cubicBezTo>
                    <a:pt x="1846" y="1343"/>
                    <a:pt x="2001" y="878"/>
                    <a:pt x="1787" y="473"/>
                  </a:cubicBezTo>
                  <a:cubicBezTo>
                    <a:pt x="1703" y="307"/>
                    <a:pt x="1561" y="176"/>
                    <a:pt x="1418" y="104"/>
                  </a:cubicBezTo>
                  <a:cubicBezTo>
                    <a:pt x="1322" y="57"/>
                    <a:pt x="1239" y="21"/>
                    <a:pt x="1144" y="9"/>
                  </a:cubicBezTo>
                  <a:cubicBezTo>
                    <a:pt x="1102" y="3"/>
                    <a:pt x="1058" y="0"/>
                    <a:pt x="1013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0"/>
            <p:cNvSpPr/>
            <p:nvPr/>
          </p:nvSpPr>
          <p:spPr>
            <a:xfrm>
              <a:off x="1083450" y="2128475"/>
              <a:ext cx="44675" cy="61325"/>
            </a:xfrm>
            <a:custGeom>
              <a:avLst/>
              <a:gdLst/>
              <a:ahLst/>
              <a:cxnLst/>
              <a:rect l="l" t="t" r="r" b="b"/>
              <a:pathLst>
                <a:path w="1787" h="2453" extrusionOk="0">
                  <a:moveTo>
                    <a:pt x="465" y="1"/>
                  </a:moveTo>
                  <a:cubicBezTo>
                    <a:pt x="309" y="1"/>
                    <a:pt x="151" y="30"/>
                    <a:pt x="1" y="91"/>
                  </a:cubicBezTo>
                  <a:lnTo>
                    <a:pt x="1" y="2366"/>
                  </a:lnTo>
                  <a:cubicBezTo>
                    <a:pt x="148" y="2422"/>
                    <a:pt x="312" y="2452"/>
                    <a:pt x="479" y="2452"/>
                  </a:cubicBezTo>
                  <a:cubicBezTo>
                    <a:pt x="660" y="2452"/>
                    <a:pt x="845" y="2416"/>
                    <a:pt x="1013" y="2342"/>
                  </a:cubicBezTo>
                  <a:cubicBezTo>
                    <a:pt x="1072" y="2306"/>
                    <a:pt x="1144" y="2258"/>
                    <a:pt x="1203" y="2223"/>
                  </a:cubicBezTo>
                  <a:cubicBezTo>
                    <a:pt x="1263" y="2139"/>
                    <a:pt x="1346" y="2080"/>
                    <a:pt x="1406" y="2020"/>
                  </a:cubicBezTo>
                  <a:cubicBezTo>
                    <a:pt x="1715" y="1663"/>
                    <a:pt x="1787" y="1127"/>
                    <a:pt x="1560" y="687"/>
                  </a:cubicBezTo>
                  <a:cubicBezTo>
                    <a:pt x="1513" y="592"/>
                    <a:pt x="1465" y="508"/>
                    <a:pt x="1406" y="437"/>
                  </a:cubicBezTo>
                  <a:cubicBezTo>
                    <a:pt x="1346" y="353"/>
                    <a:pt x="1263" y="294"/>
                    <a:pt x="1191" y="234"/>
                  </a:cubicBezTo>
                  <a:cubicBezTo>
                    <a:pt x="989" y="84"/>
                    <a:pt x="730" y="1"/>
                    <a:pt x="46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0"/>
            <p:cNvSpPr/>
            <p:nvPr/>
          </p:nvSpPr>
          <p:spPr>
            <a:xfrm>
              <a:off x="1288250" y="1790575"/>
              <a:ext cx="32175" cy="31125"/>
            </a:xfrm>
            <a:custGeom>
              <a:avLst/>
              <a:gdLst/>
              <a:ahLst/>
              <a:cxnLst/>
              <a:rect l="l" t="t" r="r" b="b"/>
              <a:pathLst>
                <a:path w="1287" h="1245" extrusionOk="0">
                  <a:moveTo>
                    <a:pt x="577" y="1"/>
                  </a:moveTo>
                  <a:cubicBezTo>
                    <a:pt x="530" y="1"/>
                    <a:pt x="477" y="14"/>
                    <a:pt x="429" y="34"/>
                  </a:cubicBezTo>
                  <a:lnTo>
                    <a:pt x="334" y="82"/>
                  </a:lnTo>
                  <a:cubicBezTo>
                    <a:pt x="167" y="165"/>
                    <a:pt x="60" y="320"/>
                    <a:pt x="12" y="499"/>
                  </a:cubicBezTo>
                  <a:cubicBezTo>
                    <a:pt x="0" y="582"/>
                    <a:pt x="0" y="677"/>
                    <a:pt x="12" y="761"/>
                  </a:cubicBezTo>
                  <a:lnTo>
                    <a:pt x="60" y="892"/>
                  </a:lnTo>
                  <a:cubicBezTo>
                    <a:pt x="84" y="951"/>
                    <a:pt x="119" y="999"/>
                    <a:pt x="155" y="1058"/>
                  </a:cubicBezTo>
                  <a:cubicBezTo>
                    <a:pt x="215" y="1130"/>
                    <a:pt x="310" y="1177"/>
                    <a:pt x="381" y="1213"/>
                  </a:cubicBezTo>
                  <a:cubicBezTo>
                    <a:pt x="393" y="1213"/>
                    <a:pt x="417" y="1225"/>
                    <a:pt x="429" y="1225"/>
                  </a:cubicBezTo>
                  <a:cubicBezTo>
                    <a:pt x="478" y="1239"/>
                    <a:pt x="531" y="1245"/>
                    <a:pt x="583" y="1245"/>
                  </a:cubicBezTo>
                  <a:cubicBezTo>
                    <a:pt x="620" y="1245"/>
                    <a:pt x="656" y="1242"/>
                    <a:pt x="691" y="1237"/>
                  </a:cubicBezTo>
                  <a:cubicBezTo>
                    <a:pt x="750" y="1225"/>
                    <a:pt x="798" y="1213"/>
                    <a:pt x="858" y="1177"/>
                  </a:cubicBezTo>
                  <a:cubicBezTo>
                    <a:pt x="1167" y="1034"/>
                    <a:pt x="1286" y="653"/>
                    <a:pt x="1131" y="356"/>
                  </a:cubicBezTo>
                  <a:cubicBezTo>
                    <a:pt x="1036" y="165"/>
                    <a:pt x="858" y="46"/>
                    <a:pt x="667" y="22"/>
                  </a:cubicBezTo>
                  <a:cubicBezTo>
                    <a:pt x="642" y="7"/>
                    <a:pt x="611" y="1"/>
                    <a:pt x="57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0"/>
            <p:cNvSpPr/>
            <p:nvPr/>
          </p:nvSpPr>
          <p:spPr>
            <a:xfrm>
              <a:off x="1297475" y="2375200"/>
              <a:ext cx="32775" cy="30800"/>
            </a:xfrm>
            <a:custGeom>
              <a:avLst/>
              <a:gdLst/>
              <a:ahLst/>
              <a:cxnLst/>
              <a:rect l="l" t="t" r="r" b="b"/>
              <a:pathLst>
                <a:path w="1311" h="1232" extrusionOk="0">
                  <a:moveTo>
                    <a:pt x="608" y="0"/>
                  </a:moveTo>
                  <a:cubicBezTo>
                    <a:pt x="563" y="0"/>
                    <a:pt x="518" y="3"/>
                    <a:pt x="477" y="9"/>
                  </a:cubicBezTo>
                  <a:cubicBezTo>
                    <a:pt x="429" y="33"/>
                    <a:pt x="393" y="33"/>
                    <a:pt x="369" y="57"/>
                  </a:cubicBezTo>
                  <a:cubicBezTo>
                    <a:pt x="358" y="57"/>
                    <a:pt x="358" y="57"/>
                    <a:pt x="346" y="69"/>
                  </a:cubicBezTo>
                  <a:cubicBezTo>
                    <a:pt x="262" y="117"/>
                    <a:pt x="191" y="164"/>
                    <a:pt x="143" y="224"/>
                  </a:cubicBezTo>
                  <a:lnTo>
                    <a:pt x="60" y="355"/>
                  </a:lnTo>
                  <a:cubicBezTo>
                    <a:pt x="12" y="450"/>
                    <a:pt x="0" y="533"/>
                    <a:pt x="0" y="628"/>
                  </a:cubicBezTo>
                  <a:cubicBezTo>
                    <a:pt x="0" y="712"/>
                    <a:pt x="12" y="807"/>
                    <a:pt x="60" y="890"/>
                  </a:cubicBezTo>
                  <a:cubicBezTo>
                    <a:pt x="160" y="1108"/>
                    <a:pt x="373" y="1232"/>
                    <a:pt x="594" y="1232"/>
                  </a:cubicBezTo>
                  <a:cubicBezTo>
                    <a:pt x="687" y="1232"/>
                    <a:pt x="781" y="1210"/>
                    <a:pt x="870" y="1164"/>
                  </a:cubicBezTo>
                  <a:cubicBezTo>
                    <a:pt x="1191" y="1009"/>
                    <a:pt x="1310" y="640"/>
                    <a:pt x="1143" y="343"/>
                  </a:cubicBezTo>
                  <a:cubicBezTo>
                    <a:pt x="1048" y="164"/>
                    <a:pt x="905" y="57"/>
                    <a:pt x="739" y="9"/>
                  </a:cubicBezTo>
                  <a:cubicBezTo>
                    <a:pt x="697" y="3"/>
                    <a:pt x="652" y="0"/>
                    <a:pt x="6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0"/>
            <p:cNvSpPr/>
            <p:nvPr/>
          </p:nvSpPr>
          <p:spPr>
            <a:xfrm>
              <a:off x="1445100" y="1689025"/>
              <a:ext cx="39025" cy="34575"/>
            </a:xfrm>
            <a:custGeom>
              <a:avLst/>
              <a:gdLst/>
              <a:ahLst/>
              <a:cxnLst/>
              <a:rect l="l" t="t" r="r" b="b"/>
              <a:pathLst>
                <a:path w="1561" h="1383" extrusionOk="0">
                  <a:moveTo>
                    <a:pt x="787" y="1"/>
                  </a:moveTo>
                  <a:cubicBezTo>
                    <a:pt x="703" y="1"/>
                    <a:pt x="608" y="13"/>
                    <a:pt x="525" y="60"/>
                  </a:cubicBezTo>
                  <a:cubicBezTo>
                    <a:pt x="501" y="60"/>
                    <a:pt x="489" y="72"/>
                    <a:pt x="477" y="72"/>
                  </a:cubicBezTo>
                  <a:cubicBezTo>
                    <a:pt x="132" y="239"/>
                    <a:pt x="1" y="655"/>
                    <a:pt x="168" y="1001"/>
                  </a:cubicBezTo>
                  <a:cubicBezTo>
                    <a:pt x="277" y="1245"/>
                    <a:pt x="530" y="1382"/>
                    <a:pt x="782" y="1382"/>
                  </a:cubicBezTo>
                  <a:cubicBezTo>
                    <a:pt x="886" y="1382"/>
                    <a:pt x="990" y="1359"/>
                    <a:pt x="1084" y="1310"/>
                  </a:cubicBezTo>
                  <a:cubicBezTo>
                    <a:pt x="1430" y="1144"/>
                    <a:pt x="1561" y="727"/>
                    <a:pt x="1394" y="405"/>
                  </a:cubicBezTo>
                  <a:cubicBezTo>
                    <a:pt x="1394" y="405"/>
                    <a:pt x="1394" y="394"/>
                    <a:pt x="1382" y="394"/>
                  </a:cubicBezTo>
                  <a:cubicBezTo>
                    <a:pt x="1358" y="310"/>
                    <a:pt x="1311" y="239"/>
                    <a:pt x="1251" y="179"/>
                  </a:cubicBezTo>
                  <a:cubicBezTo>
                    <a:pt x="1132" y="60"/>
                    <a:pt x="953" y="1"/>
                    <a:pt x="78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0"/>
            <p:cNvSpPr/>
            <p:nvPr/>
          </p:nvSpPr>
          <p:spPr>
            <a:xfrm>
              <a:off x="1285875" y="1477700"/>
              <a:ext cx="24725" cy="24425"/>
            </a:xfrm>
            <a:custGeom>
              <a:avLst/>
              <a:gdLst/>
              <a:ahLst/>
              <a:cxnLst/>
              <a:rect l="l" t="t" r="r" b="b"/>
              <a:pathLst>
                <a:path w="989" h="977" extrusionOk="0">
                  <a:moveTo>
                    <a:pt x="488" y="0"/>
                  </a:moveTo>
                  <a:cubicBezTo>
                    <a:pt x="429" y="0"/>
                    <a:pt x="369" y="12"/>
                    <a:pt x="310" y="36"/>
                  </a:cubicBezTo>
                  <a:cubicBezTo>
                    <a:pt x="214" y="72"/>
                    <a:pt x="119" y="155"/>
                    <a:pt x="60" y="250"/>
                  </a:cubicBezTo>
                  <a:cubicBezTo>
                    <a:pt x="12" y="334"/>
                    <a:pt x="0" y="405"/>
                    <a:pt x="0" y="488"/>
                  </a:cubicBezTo>
                  <a:lnTo>
                    <a:pt x="0" y="524"/>
                  </a:lnTo>
                  <a:cubicBezTo>
                    <a:pt x="12" y="715"/>
                    <a:pt x="131" y="881"/>
                    <a:pt x="310" y="953"/>
                  </a:cubicBezTo>
                  <a:cubicBezTo>
                    <a:pt x="369" y="965"/>
                    <a:pt x="429" y="977"/>
                    <a:pt x="488" y="977"/>
                  </a:cubicBezTo>
                  <a:cubicBezTo>
                    <a:pt x="524" y="977"/>
                    <a:pt x="548" y="977"/>
                    <a:pt x="583" y="965"/>
                  </a:cubicBezTo>
                  <a:cubicBezTo>
                    <a:pt x="750" y="941"/>
                    <a:pt x="893" y="798"/>
                    <a:pt x="941" y="655"/>
                  </a:cubicBezTo>
                  <a:cubicBezTo>
                    <a:pt x="953" y="596"/>
                    <a:pt x="964" y="548"/>
                    <a:pt x="964" y="488"/>
                  </a:cubicBezTo>
                  <a:cubicBezTo>
                    <a:pt x="988" y="465"/>
                    <a:pt x="964" y="417"/>
                    <a:pt x="964" y="393"/>
                  </a:cubicBezTo>
                  <a:cubicBezTo>
                    <a:pt x="929" y="191"/>
                    <a:pt x="774" y="48"/>
                    <a:pt x="583" y="12"/>
                  </a:cubicBezTo>
                  <a:cubicBezTo>
                    <a:pt x="548" y="12"/>
                    <a:pt x="524" y="0"/>
                    <a:pt x="48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0"/>
            <p:cNvSpPr/>
            <p:nvPr/>
          </p:nvSpPr>
          <p:spPr>
            <a:xfrm>
              <a:off x="1400175" y="1494100"/>
              <a:ext cx="32750" cy="31300"/>
            </a:xfrm>
            <a:custGeom>
              <a:avLst/>
              <a:gdLst/>
              <a:ahLst/>
              <a:cxnLst/>
              <a:rect l="l" t="t" r="r" b="b"/>
              <a:pathLst>
                <a:path w="1310" h="1252" extrusionOk="0">
                  <a:moveTo>
                    <a:pt x="646" y="0"/>
                  </a:moveTo>
                  <a:cubicBezTo>
                    <a:pt x="553" y="0"/>
                    <a:pt x="458" y="22"/>
                    <a:pt x="369" y="70"/>
                  </a:cubicBezTo>
                  <a:cubicBezTo>
                    <a:pt x="286" y="118"/>
                    <a:pt x="202" y="178"/>
                    <a:pt x="143" y="249"/>
                  </a:cubicBezTo>
                  <a:cubicBezTo>
                    <a:pt x="83" y="321"/>
                    <a:pt x="48" y="416"/>
                    <a:pt x="24" y="499"/>
                  </a:cubicBezTo>
                  <a:cubicBezTo>
                    <a:pt x="0" y="642"/>
                    <a:pt x="12" y="773"/>
                    <a:pt x="83" y="904"/>
                  </a:cubicBezTo>
                  <a:cubicBezTo>
                    <a:pt x="193" y="1123"/>
                    <a:pt x="414" y="1252"/>
                    <a:pt x="644" y="1252"/>
                  </a:cubicBezTo>
                  <a:cubicBezTo>
                    <a:pt x="664" y="1252"/>
                    <a:pt x="683" y="1251"/>
                    <a:pt x="702" y="1249"/>
                  </a:cubicBezTo>
                  <a:cubicBezTo>
                    <a:pt x="774" y="1249"/>
                    <a:pt x="845" y="1213"/>
                    <a:pt x="917" y="1190"/>
                  </a:cubicBezTo>
                  <a:cubicBezTo>
                    <a:pt x="929" y="1194"/>
                    <a:pt x="938" y="1195"/>
                    <a:pt x="945" y="1195"/>
                  </a:cubicBezTo>
                  <a:cubicBezTo>
                    <a:pt x="960" y="1195"/>
                    <a:pt x="968" y="1190"/>
                    <a:pt x="976" y="1190"/>
                  </a:cubicBezTo>
                  <a:cubicBezTo>
                    <a:pt x="1155" y="1083"/>
                    <a:pt x="1274" y="904"/>
                    <a:pt x="1298" y="702"/>
                  </a:cubicBezTo>
                  <a:cubicBezTo>
                    <a:pt x="1310" y="606"/>
                    <a:pt x="1298" y="499"/>
                    <a:pt x="1250" y="416"/>
                  </a:cubicBezTo>
                  <a:cubicBezTo>
                    <a:pt x="1250" y="404"/>
                    <a:pt x="1226" y="392"/>
                    <a:pt x="1214" y="356"/>
                  </a:cubicBezTo>
                  <a:cubicBezTo>
                    <a:pt x="1096" y="136"/>
                    <a:pt x="875" y="0"/>
                    <a:pt x="64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60" name="Google Shape;2560;p20"/>
          <p:cNvGrpSpPr/>
          <p:nvPr/>
        </p:nvGrpSpPr>
        <p:grpSpPr>
          <a:xfrm>
            <a:off x="31" y="4274145"/>
            <a:ext cx="3353245" cy="869408"/>
            <a:chOff x="2582150" y="3714800"/>
            <a:chExt cx="2689050" cy="697200"/>
          </a:xfrm>
        </p:grpSpPr>
        <p:sp>
          <p:nvSpPr>
            <p:cNvPr id="2561" name="Google Shape;2561;p20"/>
            <p:cNvSpPr/>
            <p:nvPr/>
          </p:nvSpPr>
          <p:spPr>
            <a:xfrm>
              <a:off x="3636750" y="4402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0"/>
            <p:cNvSpPr/>
            <p:nvPr/>
          </p:nvSpPr>
          <p:spPr>
            <a:xfrm>
              <a:off x="3640625" y="4406925"/>
              <a:ext cx="19375" cy="4475"/>
            </a:xfrm>
            <a:custGeom>
              <a:avLst/>
              <a:gdLst/>
              <a:ahLst/>
              <a:cxnLst/>
              <a:rect l="l" t="t" r="r" b="b"/>
              <a:pathLst>
                <a:path w="775" h="179" extrusionOk="0">
                  <a:moveTo>
                    <a:pt x="393" y="0"/>
                  </a:moveTo>
                  <a:lnTo>
                    <a:pt x="36" y="108"/>
                  </a:lnTo>
                  <a:lnTo>
                    <a:pt x="0" y="179"/>
                  </a:lnTo>
                  <a:lnTo>
                    <a:pt x="774" y="179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0"/>
            <p:cNvSpPr/>
            <p:nvPr/>
          </p:nvSpPr>
          <p:spPr>
            <a:xfrm>
              <a:off x="3634075" y="44039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0" y="24"/>
                  </a:moveTo>
                  <a:lnTo>
                    <a:pt x="0" y="24"/>
                  </a:lnTo>
                  <a:lnTo>
                    <a:pt x="0" y="24"/>
                  </a:lnTo>
                  <a:cubicBezTo>
                    <a:pt x="0" y="0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0"/>
            <p:cNvSpPr/>
            <p:nvPr/>
          </p:nvSpPr>
          <p:spPr>
            <a:xfrm>
              <a:off x="3635275" y="4403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0"/>
            <p:cNvSpPr/>
            <p:nvPr/>
          </p:nvSpPr>
          <p:spPr>
            <a:xfrm>
              <a:off x="3746875" y="4334600"/>
              <a:ext cx="142325" cy="46150"/>
            </a:xfrm>
            <a:custGeom>
              <a:avLst/>
              <a:gdLst/>
              <a:ahLst/>
              <a:cxnLst/>
              <a:rect l="l" t="t" r="r" b="b"/>
              <a:pathLst>
                <a:path w="5693" h="1846" extrusionOk="0">
                  <a:moveTo>
                    <a:pt x="5418" y="0"/>
                  </a:moveTo>
                  <a:lnTo>
                    <a:pt x="1" y="1488"/>
                  </a:lnTo>
                  <a:lnTo>
                    <a:pt x="1" y="1846"/>
                  </a:lnTo>
                  <a:lnTo>
                    <a:pt x="5692" y="262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0"/>
            <p:cNvSpPr/>
            <p:nvPr/>
          </p:nvSpPr>
          <p:spPr>
            <a:xfrm>
              <a:off x="3891850" y="4256600"/>
              <a:ext cx="273575" cy="81875"/>
            </a:xfrm>
            <a:custGeom>
              <a:avLst/>
              <a:gdLst/>
              <a:ahLst/>
              <a:cxnLst/>
              <a:rect l="l" t="t" r="r" b="b"/>
              <a:pathLst>
                <a:path w="10943" h="3275" extrusionOk="0">
                  <a:moveTo>
                    <a:pt x="10883" y="1"/>
                  </a:moveTo>
                  <a:lnTo>
                    <a:pt x="0" y="3013"/>
                  </a:lnTo>
                  <a:lnTo>
                    <a:pt x="286" y="3275"/>
                  </a:lnTo>
                  <a:lnTo>
                    <a:pt x="10883" y="358"/>
                  </a:lnTo>
                  <a:lnTo>
                    <a:pt x="10942" y="298"/>
                  </a:lnTo>
                  <a:cubicBezTo>
                    <a:pt x="10894" y="215"/>
                    <a:pt x="10883" y="108"/>
                    <a:pt x="1088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0"/>
            <p:cNvSpPr/>
            <p:nvPr/>
          </p:nvSpPr>
          <p:spPr>
            <a:xfrm>
              <a:off x="3634375" y="4403350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12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0"/>
            <p:cNvSpPr/>
            <p:nvPr/>
          </p:nvSpPr>
          <p:spPr>
            <a:xfrm>
              <a:off x="3635275" y="4402450"/>
              <a:ext cx="300" cy="625"/>
            </a:xfrm>
            <a:custGeom>
              <a:avLst/>
              <a:gdLst/>
              <a:ahLst/>
              <a:cxnLst/>
              <a:rect l="l" t="t" r="r" b="b"/>
              <a:pathLst>
                <a:path w="12" h="25" extrusionOk="0">
                  <a:moveTo>
                    <a:pt x="12" y="1"/>
                  </a:moveTo>
                  <a:cubicBezTo>
                    <a:pt x="12" y="1"/>
                    <a:pt x="0" y="25"/>
                    <a:pt x="12" y="1"/>
                  </a:cubicBezTo>
                  <a:lnTo>
                    <a:pt x="0" y="25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0"/>
            <p:cNvSpPr/>
            <p:nvPr/>
          </p:nvSpPr>
          <p:spPr>
            <a:xfrm>
              <a:off x="3636750" y="4373575"/>
              <a:ext cx="101825" cy="35750"/>
            </a:xfrm>
            <a:custGeom>
              <a:avLst/>
              <a:gdLst/>
              <a:ahLst/>
              <a:cxnLst/>
              <a:rect l="l" t="t" r="r" b="b"/>
              <a:pathLst>
                <a:path w="4073" h="1430" extrusionOk="0">
                  <a:moveTo>
                    <a:pt x="4073" y="1"/>
                  </a:moveTo>
                  <a:lnTo>
                    <a:pt x="12" y="1120"/>
                  </a:lnTo>
                  <a:lnTo>
                    <a:pt x="1" y="1120"/>
                  </a:lnTo>
                  <a:cubicBezTo>
                    <a:pt x="24" y="1132"/>
                    <a:pt x="60" y="1132"/>
                    <a:pt x="96" y="1132"/>
                  </a:cubicBezTo>
                  <a:cubicBezTo>
                    <a:pt x="191" y="1156"/>
                    <a:pt x="251" y="1251"/>
                    <a:pt x="215" y="1334"/>
                  </a:cubicBezTo>
                  <a:lnTo>
                    <a:pt x="191" y="1430"/>
                  </a:lnTo>
                  <a:lnTo>
                    <a:pt x="548" y="1322"/>
                  </a:lnTo>
                  <a:lnTo>
                    <a:pt x="4061" y="358"/>
                  </a:lnTo>
                  <a:lnTo>
                    <a:pt x="407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0"/>
            <p:cNvSpPr/>
            <p:nvPr/>
          </p:nvSpPr>
          <p:spPr>
            <a:xfrm>
              <a:off x="3635850" y="4402150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37" y="1"/>
                  </a:moveTo>
                  <a:cubicBezTo>
                    <a:pt x="13" y="1"/>
                    <a:pt x="1" y="1"/>
                    <a:pt x="1" y="13"/>
                  </a:cubicBezTo>
                  <a:cubicBezTo>
                    <a:pt x="1" y="13"/>
                    <a:pt x="13" y="1"/>
                    <a:pt x="37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0"/>
            <p:cNvSpPr/>
            <p:nvPr/>
          </p:nvSpPr>
          <p:spPr>
            <a:xfrm>
              <a:off x="3634075" y="4403950"/>
              <a:ext cx="325" cy="925"/>
            </a:xfrm>
            <a:custGeom>
              <a:avLst/>
              <a:gdLst/>
              <a:ahLst/>
              <a:cxnLst/>
              <a:rect l="l" t="t" r="r" b="b"/>
              <a:pathLst>
                <a:path w="13" h="37" extrusionOk="0">
                  <a:moveTo>
                    <a:pt x="12" y="0"/>
                  </a:moveTo>
                  <a:lnTo>
                    <a:pt x="12" y="0"/>
                  </a:lnTo>
                  <a:cubicBezTo>
                    <a:pt x="6" y="14"/>
                    <a:pt x="3" y="19"/>
                    <a:pt x="1" y="24"/>
                  </a:cubicBezTo>
                  <a:lnTo>
                    <a:pt x="1" y="24"/>
                  </a:lnTo>
                  <a:cubicBezTo>
                    <a:pt x="12" y="24"/>
                    <a:pt x="12" y="23"/>
                    <a:pt x="12" y="0"/>
                  </a:cubicBezTo>
                  <a:close/>
                  <a:moveTo>
                    <a:pt x="1" y="24"/>
                  </a:moveTo>
                  <a:cubicBezTo>
                    <a:pt x="1" y="24"/>
                    <a:pt x="1" y="24"/>
                    <a:pt x="0" y="24"/>
                  </a:cubicBezTo>
                  <a:lnTo>
                    <a:pt x="0" y="36"/>
                  </a:lnTo>
                  <a:cubicBezTo>
                    <a:pt x="0" y="31"/>
                    <a:pt x="0" y="28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0"/>
            <p:cNvSpPr/>
            <p:nvPr/>
          </p:nvSpPr>
          <p:spPr>
            <a:xfrm>
              <a:off x="2599425" y="4199450"/>
              <a:ext cx="104800" cy="112250"/>
            </a:xfrm>
            <a:custGeom>
              <a:avLst/>
              <a:gdLst/>
              <a:ahLst/>
              <a:cxnLst/>
              <a:rect l="l" t="t" r="r" b="b"/>
              <a:pathLst>
                <a:path w="4192" h="4490" extrusionOk="0">
                  <a:moveTo>
                    <a:pt x="3929" y="1"/>
                  </a:moveTo>
                  <a:lnTo>
                    <a:pt x="0" y="4394"/>
                  </a:lnTo>
                  <a:cubicBezTo>
                    <a:pt x="84" y="4394"/>
                    <a:pt x="167" y="4430"/>
                    <a:pt x="250" y="4489"/>
                  </a:cubicBezTo>
                  <a:lnTo>
                    <a:pt x="417" y="4418"/>
                  </a:lnTo>
                  <a:lnTo>
                    <a:pt x="4191" y="203"/>
                  </a:lnTo>
                  <a:lnTo>
                    <a:pt x="392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0"/>
            <p:cNvSpPr/>
            <p:nvPr/>
          </p:nvSpPr>
          <p:spPr>
            <a:xfrm>
              <a:off x="2778900" y="4187850"/>
              <a:ext cx="124150" cy="53600"/>
            </a:xfrm>
            <a:custGeom>
              <a:avLst/>
              <a:gdLst/>
              <a:ahLst/>
              <a:cxnLst/>
              <a:rect l="l" t="t" r="r" b="b"/>
              <a:pathLst>
                <a:path w="4966" h="2144" extrusionOk="0">
                  <a:moveTo>
                    <a:pt x="4942" y="0"/>
                  </a:moveTo>
                  <a:cubicBezTo>
                    <a:pt x="4930" y="0"/>
                    <a:pt x="4918" y="0"/>
                    <a:pt x="4918" y="12"/>
                  </a:cubicBezTo>
                  <a:cubicBezTo>
                    <a:pt x="4930" y="12"/>
                    <a:pt x="4942" y="12"/>
                    <a:pt x="4942" y="0"/>
                  </a:cubicBezTo>
                  <a:close/>
                  <a:moveTo>
                    <a:pt x="4918" y="12"/>
                  </a:moveTo>
                  <a:lnTo>
                    <a:pt x="1" y="1834"/>
                  </a:lnTo>
                  <a:cubicBezTo>
                    <a:pt x="84" y="1917"/>
                    <a:pt x="120" y="2024"/>
                    <a:pt x="144" y="2143"/>
                  </a:cubicBezTo>
                  <a:lnTo>
                    <a:pt x="4966" y="358"/>
                  </a:lnTo>
                  <a:lnTo>
                    <a:pt x="4882" y="310"/>
                  </a:lnTo>
                  <a:cubicBezTo>
                    <a:pt x="4811" y="250"/>
                    <a:pt x="4799" y="155"/>
                    <a:pt x="4847" y="72"/>
                  </a:cubicBezTo>
                  <a:cubicBezTo>
                    <a:pt x="4859" y="48"/>
                    <a:pt x="4882" y="36"/>
                    <a:pt x="4918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0"/>
            <p:cNvSpPr/>
            <p:nvPr/>
          </p:nvSpPr>
          <p:spPr>
            <a:xfrm>
              <a:off x="2905125" y="4188150"/>
              <a:ext cx="900" cy="625"/>
            </a:xfrm>
            <a:custGeom>
              <a:avLst/>
              <a:gdLst/>
              <a:ahLst/>
              <a:cxnLst/>
              <a:rect l="l" t="t" r="r" b="b"/>
              <a:pathLst>
                <a:path w="36" h="25" extrusionOk="0">
                  <a:moveTo>
                    <a:pt x="0" y="0"/>
                  </a:moveTo>
                  <a:cubicBezTo>
                    <a:pt x="12" y="0"/>
                    <a:pt x="12" y="24"/>
                    <a:pt x="36" y="24"/>
                  </a:cubicBezTo>
                  <a:cubicBezTo>
                    <a:pt x="12" y="24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0"/>
            <p:cNvSpPr/>
            <p:nvPr/>
          </p:nvSpPr>
          <p:spPr>
            <a:xfrm>
              <a:off x="2903925" y="41878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0" y="0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0"/>
            <p:cNvSpPr/>
            <p:nvPr/>
          </p:nvSpPr>
          <p:spPr>
            <a:xfrm>
              <a:off x="2903325" y="41878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0"/>
            <p:cNvSpPr/>
            <p:nvPr/>
          </p:nvSpPr>
          <p:spPr>
            <a:xfrm>
              <a:off x="2906000" y="4188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0"/>
            <p:cNvSpPr/>
            <p:nvPr/>
          </p:nvSpPr>
          <p:spPr>
            <a:xfrm>
              <a:off x="2898575" y="4188150"/>
              <a:ext cx="179200" cy="127725"/>
            </a:xfrm>
            <a:custGeom>
              <a:avLst/>
              <a:gdLst/>
              <a:ahLst/>
              <a:cxnLst/>
              <a:rect l="l" t="t" r="r" b="b"/>
              <a:pathLst>
                <a:path w="7168" h="5109" extrusionOk="0">
                  <a:moveTo>
                    <a:pt x="155" y="0"/>
                  </a:moveTo>
                  <a:cubicBezTo>
                    <a:pt x="143" y="0"/>
                    <a:pt x="131" y="0"/>
                    <a:pt x="131" y="24"/>
                  </a:cubicBezTo>
                  <a:cubicBezTo>
                    <a:pt x="95" y="24"/>
                    <a:pt x="83" y="36"/>
                    <a:pt x="60" y="60"/>
                  </a:cubicBezTo>
                  <a:cubicBezTo>
                    <a:pt x="0" y="143"/>
                    <a:pt x="24" y="238"/>
                    <a:pt x="95" y="298"/>
                  </a:cubicBezTo>
                  <a:lnTo>
                    <a:pt x="179" y="346"/>
                  </a:lnTo>
                  <a:lnTo>
                    <a:pt x="7049" y="5108"/>
                  </a:lnTo>
                  <a:cubicBezTo>
                    <a:pt x="7049" y="5084"/>
                    <a:pt x="7037" y="5049"/>
                    <a:pt x="7037" y="5025"/>
                  </a:cubicBezTo>
                  <a:cubicBezTo>
                    <a:pt x="7049" y="4918"/>
                    <a:pt x="7096" y="4834"/>
                    <a:pt x="7168" y="4787"/>
                  </a:cubicBezTo>
                  <a:lnTo>
                    <a:pt x="298" y="24"/>
                  </a:lnTo>
                  <a:cubicBezTo>
                    <a:pt x="274" y="24"/>
                    <a:pt x="274" y="0"/>
                    <a:pt x="26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0"/>
            <p:cNvSpPr/>
            <p:nvPr/>
          </p:nvSpPr>
          <p:spPr>
            <a:xfrm>
              <a:off x="2605375" y="4242625"/>
              <a:ext cx="151825" cy="76225"/>
            </a:xfrm>
            <a:custGeom>
              <a:avLst/>
              <a:gdLst/>
              <a:ahLst/>
              <a:cxnLst/>
              <a:rect l="l" t="t" r="r" b="b"/>
              <a:pathLst>
                <a:path w="6073" h="3049" extrusionOk="0">
                  <a:moveTo>
                    <a:pt x="5870" y="0"/>
                  </a:moveTo>
                  <a:lnTo>
                    <a:pt x="155" y="2679"/>
                  </a:lnTo>
                  <a:lnTo>
                    <a:pt x="0" y="2750"/>
                  </a:lnTo>
                  <a:cubicBezTo>
                    <a:pt x="84" y="2822"/>
                    <a:pt x="143" y="2929"/>
                    <a:pt x="155" y="3048"/>
                  </a:cubicBezTo>
                  <a:lnTo>
                    <a:pt x="6073" y="286"/>
                  </a:lnTo>
                  <a:cubicBezTo>
                    <a:pt x="6037" y="226"/>
                    <a:pt x="6013" y="167"/>
                    <a:pt x="5989" y="107"/>
                  </a:cubicBezTo>
                  <a:lnTo>
                    <a:pt x="587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0"/>
            <p:cNvSpPr/>
            <p:nvPr/>
          </p:nvSpPr>
          <p:spPr>
            <a:xfrm>
              <a:off x="2768500" y="4252150"/>
              <a:ext cx="210450" cy="159250"/>
            </a:xfrm>
            <a:custGeom>
              <a:avLst/>
              <a:gdLst/>
              <a:ahLst/>
              <a:cxnLst/>
              <a:rect l="l" t="t" r="r" b="b"/>
              <a:pathLst>
                <a:path w="8418" h="6370" extrusionOk="0">
                  <a:moveTo>
                    <a:pt x="381" y="0"/>
                  </a:moveTo>
                  <a:cubicBezTo>
                    <a:pt x="286" y="95"/>
                    <a:pt x="155" y="155"/>
                    <a:pt x="0" y="155"/>
                  </a:cubicBezTo>
                  <a:lnTo>
                    <a:pt x="7858" y="6370"/>
                  </a:lnTo>
                  <a:lnTo>
                    <a:pt x="8418" y="637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0"/>
            <p:cNvSpPr/>
            <p:nvPr/>
          </p:nvSpPr>
          <p:spPr>
            <a:xfrm>
              <a:off x="2694975" y="4191125"/>
              <a:ext cx="62225" cy="54200"/>
            </a:xfrm>
            <a:custGeom>
              <a:avLst/>
              <a:gdLst/>
              <a:ahLst/>
              <a:cxnLst/>
              <a:rect l="l" t="t" r="r" b="b"/>
              <a:pathLst>
                <a:path w="2489" h="2168" extrusionOk="0">
                  <a:moveTo>
                    <a:pt x="131" y="0"/>
                  </a:moveTo>
                  <a:cubicBezTo>
                    <a:pt x="95" y="24"/>
                    <a:pt x="72" y="36"/>
                    <a:pt x="60" y="60"/>
                  </a:cubicBezTo>
                  <a:cubicBezTo>
                    <a:pt x="0" y="143"/>
                    <a:pt x="12" y="238"/>
                    <a:pt x="84" y="298"/>
                  </a:cubicBezTo>
                  <a:lnTo>
                    <a:pt x="107" y="322"/>
                  </a:lnTo>
                  <a:lnTo>
                    <a:pt x="369" y="524"/>
                  </a:lnTo>
                  <a:lnTo>
                    <a:pt x="2286" y="2060"/>
                  </a:lnTo>
                  <a:lnTo>
                    <a:pt x="2429" y="2167"/>
                  </a:lnTo>
                  <a:cubicBezTo>
                    <a:pt x="2405" y="2108"/>
                    <a:pt x="2405" y="2060"/>
                    <a:pt x="2405" y="2001"/>
                  </a:cubicBezTo>
                  <a:cubicBezTo>
                    <a:pt x="2405" y="1929"/>
                    <a:pt x="2441" y="1846"/>
                    <a:pt x="2489" y="1774"/>
                  </a:cubicBezTo>
                  <a:lnTo>
                    <a:pt x="655" y="322"/>
                  </a:lnTo>
                  <a:cubicBezTo>
                    <a:pt x="596" y="405"/>
                    <a:pt x="500" y="453"/>
                    <a:pt x="405" y="453"/>
                  </a:cubicBezTo>
                  <a:cubicBezTo>
                    <a:pt x="250" y="453"/>
                    <a:pt x="143" y="298"/>
                    <a:pt x="167" y="155"/>
                  </a:cubicBezTo>
                  <a:cubicBezTo>
                    <a:pt x="167" y="96"/>
                    <a:pt x="191" y="48"/>
                    <a:pt x="22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0"/>
            <p:cNvSpPr/>
            <p:nvPr/>
          </p:nvSpPr>
          <p:spPr>
            <a:xfrm>
              <a:off x="3016725" y="4319125"/>
              <a:ext cx="67000" cy="92275"/>
            </a:xfrm>
            <a:custGeom>
              <a:avLst/>
              <a:gdLst/>
              <a:ahLst/>
              <a:cxnLst/>
              <a:rect l="l" t="t" r="r" b="b"/>
              <a:pathLst>
                <a:path w="2680" h="3691" extrusionOk="0">
                  <a:moveTo>
                    <a:pt x="2680" y="119"/>
                  </a:moveTo>
                  <a:lnTo>
                    <a:pt x="2675" y="126"/>
                  </a:lnTo>
                  <a:lnTo>
                    <a:pt x="2675" y="126"/>
                  </a:lnTo>
                  <a:cubicBezTo>
                    <a:pt x="2677" y="124"/>
                    <a:pt x="2679" y="122"/>
                    <a:pt x="2680" y="119"/>
                  </a:cubicBezTo>
                  <a:close/>
                  <a:moveTo>
                    <a:pt x="2370" y="0"/>
                  </a:moveTo>
                  <a:lnTo>
                    <a:pt x="1" y="3560"/>
                  </a:lnTo>
                  <a:cubicBezTo>
                    <a:pt x="96" y="3596"/>
                    <a:pt x="168" y="3631"/>
                    <a:pt x="227" y="3691"/>
                  </a:cubicBezTo>
                  <a:lnTo>
                    <a:pt x="310" y="3691"/>
                  </a:lnTo>
                  <a:lnTo>
                    <a:pt x="2675" y="126"/>
                  </a:lnTo>
                  <a:lnTo>
                    <a:pt x="2675" y="126"/>
                  </a:lnTo>
                  <a:cubicBezTo>
                    <a:pt x="2661" y="143"/>
                    <a:pt x="2628" y="143"/>
                    <a:pt x="2596" y="143"/>
                  </a:cubicBezTo>
                  <a:cubicBezTo>
                    <a:pt x="2501" y="143"/>
                    <a:pt x="2418" y="83"/>
                    <a:pt x="237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0"/>
            <p:cNvSpPr/>
            <p:nvPr/>
          </p:nvSpPr>
          <p:spPr>
            <a:xfrm>
              <a:off x="3084000" y="4036650"/>
              <a:ext cx="186075" cy="275050"/>
            </a:xfrm>
            <a:custGeom>
              <a:avLst/>
              <a:gdLst/>
              <a:ahLst/>
              <a:cxnLst/>
              <a:rect l="l" t="t" r="r" b="b"/>
              <a:pathLst>
                <a:path w="7443" h="11002" extrusionOk="0">
                  <a:moveTo>
                    <a:pt x="7168" y="0"/>
                  </a:moveTo>
                  <a:lnTo>
                    <a:pt x="1" y="10811"/>
                  </a:lnTo>
                  <a:cubicBezTo>
                    <a:pt x="108" y="10847"/>
                    <a:pt x="203" y="10918"/>
                    <a:pt x="227" y="11001"/>
                  </a:cubicBezTo>
                  <a:cubicBezTo>
                    <a:pt x="239" y="11001"/>
                    <a:pt x="263" y="10989"/>
                    <a:pt x="286" y="10989"/>
                  </a:cubicBezTo>
                  <a:lnTo>
                    <a:pt x="7442" y="179"/>
                  </a:lnTo>
                  <a:cubicBezTo>
                    <a:pt x="7323" y="155"/>
                    <a:pt x="7240" y="95"/>
                    <a:pt x="716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0"/>
            <p:cNvSpPr/>
            <p:nvPr/>
          </p:nvSpPr>
          <p:spPr>
            <a:xfrm>
              <a:off x="3088475" y="4311375"/>
              <a:ext cx="161950" cy="100025"/>
            </a:xfrm>
            <a:custGeom>
              <a:avLst/>
              <a:gdLst/>
              <a:ahLst/>
              <a:cxnLst/>
              <a:rect l="l" t="t" r="r" b="b"/>
              <a:pathLst>
                <a:path w="6478" h="4001" extrusionOk="0">
                  <a:moveTo>
                    <a:pt x="107" y="0"/>
                  </a:moveTo>
                  <a:cubicBezTo>
                    <a:pt x="96" y="0"/>
                    <a:pt x="72" y="0"/>
                    <a:pt x="48" y="12"/>
                  </a:cubicBezTo>
                  <a:cubicBezTo>
                    <a:pt x="60" y="60"/>
                    <a:pt x="84" y="108"/>
                    <a:pt x="60" y="155"/>
                  </a:cubicBezTo>
                  <a:cubicBezTo>
                    <a:pt x="60" y="215"/>
                    <a:pt x="36" y="250"/>
                    <a:pt x="0" y="298"/>
                  </a:cubicBezTo>
                  <a:lnTo>
                    <a:pt x="24" y="310"/>
                  </a:lnTo>
                  <a:lnTo>
                    <a:pt x="5834" y="4001"/>
                  </a:lnTo>
                  <a:lnTo>
                    <a:pt x="6477" y="4001"/>
                  </a:lnTo>
                  <a:lnTo>
                    <a:pt x="203" y="36"/>
                  </a:lnTo>
                  <a:cubicBezTo>
                    <a:pt x="167" y="12"/>
                    <a:pt x="143" y="0"/>
                    <a:pt x="10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0"/>
            <p:cNvSpPr/>
            <p:nvPr/>
          </p:nvSpPr>
          <p:spPr>
            <a:xfrm>
              <a:off x="3271525" y="4040200"/>
              <a:ext cx="47350" cy="371200"/>
            </a:xfrm>
            <a:custGeom>
              <a:avLst/>
              <a:gdLst/>
              <a:ahLst/>
              <a:cxnLst/>
              <a:rect l="l" t="t" r="r" b="b"/>
              <a:pathLst>
                <a:path w="1894" h="14848" extrusionOk="0">
                  <a:moveTo>
                    <a:pt x="334" y="1"/>
                  </a:moveTo>
                  <a:cubicBezTo>
                    <a:pt x="255" y="51"/>
                    <a:pt x="159" y="75"/>
                    <a:pt x="60" y="75"/>
                  </a:cubicBezTo>
                  <a:cubicBezTo>
                    <a:pt x="40" y="75"/>
                    <a:pt x="20" y="74"/>
                    <a:pt x="1" y="72"/>
                  </a:cubicBezTo>
                  <a:lnTo>
                    <a:pt x="1" y="72"/>
                  </a:lnTo>
                  <a:lnTo>
                    <a:pt x="1548" y="14848"/>
                  </a:lnTo>
                  <a:lnTo>
                    <a:pt x="1894" y="14848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0"/>
            <p:cNvSpPr/>
            <p:nvPr/>
          </p:nvSpPr>
          <p:spPr>
            <a:xfrm>
              <a:off x="3632275" y="4401925"/>
              <a:ext cx="10750" cy="9475"/>
            </a:xfrm>
            <a:custGeom>
              <a:avLst/>
              <a:gdLst/>
              <a:ahLst/>
              <a:cxnLst/>
              <a:rect l="l" t="t" r="r" b="b"/>
              <a:pathLst>
                <a:path w="430" h="379" extrusionOk="0">
                  <a:moveTo>
                    <a:pt x="227" y="1"/>
                  </a:moveTo>
                  <a:cubicBezTo>
                    <a:pt x="209" y="1"/>
                    <a:pt x="191" y="4"/>
                    <a:pt x="180" y="10"/>
                  </a:cubicBezTo>
                  <a:cubicBezTo>
                    <a:pt x="156" y="10"/>
                    <a:pt x="156" y="22"/>
                    <a:pt x="144" y="22"/>
                  </a:cubicBezTo>
                  <a:lnTo>
                    <a:pt x="132" y="22"/>
                  </a:lnTo>
                  <a:lnTo>
                    <a:pt x="120" y="46"/>
                  </a:lnTo>
                  <a:lnTo>
                    <a:pt x="96" y="57"/>
                  </a:lnTo>
                  <a:lnTo>
                    <a:pt x="84" y="69"/>
                  </a:lnTo>
                  <a:lnTo>
                    <a:pt x="84" y="81"/>
                  </a:lnTo>
                  <a:cubicBezTo>
                    <a:pt x="84" y="105"/>
                    <a:pt x="72" y="105"/>
                    <a:pt x="72" y="117"/>
                  </a:cubicBezTo>
                  <a:lnTo>
                    <a:pt x="1" y="379"/>
                  </a:lnTo>
                  <a:lnTo>
                    <a:pt x="334" y="379"/>
                  </a:lnTo>
                  <a:lnTo>
                    <a:pt x="370" y="308"/>
                  </a:lnTo>
                  <a:lnTo>
                    <a:pt x="394" y="224"/>
                  </a:lnTo>
                  <a:cubicBezTo>
                    <a:pt x="430" y="129"/>
                    <a:pt x="370" y="46"/>
                    <a:pt x="275" y="10"/>
                  </a:cubicBezTo>
                  <a:cubicBezTo>
                    <a:pt x="263" y="4"/>
                    <a:pt x="245" y="1"/>
                    <a:pt x="227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20"/>
            <p:cNvSpPr/>
            <p:nvPr/>
          </p:nvSpPr>
          <p:spPr>
            <a:xfrm>
              <a:off x="3737350" y="4195300"/>
              <a:ext cx="14325" cy="216100"/>
            </a:xfrm>
            <a:custGeom>
              <a:avLst/>
              <a:gdLst/>
              <a:ahLst/>
              <a:cxnLst/>
              <a:rect l="l" t="t" r="r" b="b"/>
              <a:pathLst>
                <a:path w="573" h="8644" extrusionOk="0">
                  <a:moveTo>
                    <a:pt x="227" y="0"/>
                  </a:moveTo>
                  <a:lnTo>
                    <a:pt x="37" y="7156"/>
                  </a:lnTo>
                  <a:lnTo>
                    <a:pt x="25" y="7513"/>
                  </a:lnTo>
                  <a:lnTo>
                    <a:pt x="1" y="8644"/>
                  </a:lnTo>
                  <a:lnTo>
                    <a:pt x="346" y="8644"/>
                  </a:lnTo>
                  <a:lnTo>
                    <a:pt x="382" y="7418"/>
                  </a:lnTo>
                  <a:lnTo>
                    <a:pt x="394" y="7060"/>
                  </a:lnTo>
                  <a:lnTo>
                    <a:pt x="572" y="429"/>
                  </a:lnTo>
                  <a:lnTo>
                    <a:pt x="287" y="167"/>
                  </a:lnTo>
                  <a:cubicBezTo>
                    <a:pt x="239" y="119"/>
                    <a:pt x="227" y="60"/>
                    <a:pt x="239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20"/>
            <p:cNvSpPr/>
            <p:nvPr/>
          </p:nvSpPr>
          <p:spPr>
            <a:xfrm>
              <a:off x="4021625" y="4264050"/>
              <a:ext cx="149750" cy="147350"/>
            </a:xfrm>
            <a:custGeom>
              <a:avLst/>
              <a:gdLst/>
              <a:ahLst/>
              <a:cxnLst/>
              <a:rect l="l" t="t" r="r" b="b"/>
              <a:pathLst>
                <a:path w="5990" h="5894" extrusionOk="0">
                  <a:moveTo>
                    <a:pt x="5751" y="0"/>
                  </a:moveTo>
                  <a:lnTo>
                    <a:pt x="5692" y="60"/>
                  </a:lnTo>
                  <a:lnTo>
                    <a:pt x="0" y="5894"/>
                  </a:lnTo>
                  <a:lnTo>
                    <a:pt x="477" y="5894"/>
                  </a:lnTo>
                  <a:lnTo>
                    <a:pt x="5989" y="238"/>
                  </a:lnTo>
                  <a:cubicBezTo>
                    <a:pt x="5882" y="179"/>
                    <a:pt x="5799" y="108"/>
                    <a:pt x="575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0"/>
            <p:cNvSpPr/>
            <p:nvPr/>
          </p:nvSpPr>
          <p:spPr>
            <a:xfrm>
              <a:off x="4484475" y="4346500"/>
              <a:ext cx="96475" cy="64900"/>
            </a:xfrm>
            <a:custGeom>
              <a:avLst/>
              <a:gdLst/>
              <a:ahLst/>
              <a:cxnLst/>
              <a:rect l="l" t="t" r="r" b="b"/>
              <a:pathLst>
                <a:path w="3859" h="2596" extrusionOk="0">
                  <a:moveTo>
                    <a:pt x="3668" y="0"/>
                  </a:moveTo>
                  <a:lnTo>
                    <a:pt x="1" y="2596"/>
                  </a:lnTo>
                  <a:lnTo>
                    <a:pt x="584" y="2596"/>
                  </a:lnTo>
                  <a:lnTo>
                    <a:pt x="3858" y="262"/>
                  </a:lnTo>
                  <a:cubicBezTo>
                    <a:pt x="3787" y="191"/>
                    <a:pt x="3715" y="96"/>
                    <a:pt x="366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0"/>
            <p:cNvSpPr/>
            <p:nvPr/>
          </p:nvSpPr>
          <p:spPr>
            <a:xfrm>
              <a:off x="3743025" y="4194700"/>
              <a:ext cx="230700" cy="216425"/>
            </a:xfrm>
            <a:custGeom>
              <a:avLst/>
              <a:gdLst/>
              <a:ahLst/>
              <a:cxnLst/>
              <a:rect l="l" t="t" r="r" b="b"/>
              <a:pathLst>
                <a:path w="9228" h="8657" extrusionOk="0">
                  <a:moveTo>
                    <a:pt x="369" y="0"/>
                  </a:moveTo>
                  <a:cubicBezTo>
                    <a:pt x="309" y="26"/>
                    <a:pt x="243" y="46"/>
                    <a:pt x="179" y="46"/>
                  </a:cubicBezTo>
                  <a:cubicBezTo>
                    <a:pt x="155" y="46"/>
                    <a:pt x="131" y="43"/>
                    <a:pt x="107" y="36"/>
                  </a:cubicBezTo>
                  <a:cubicBezTo>
                    <a:pt x="72" y="36"/>
                    <a:pt x="48" y="24"/>
                    <a:pt x="12" y="24"/>
                  </a:cubicBezTo>
                  <a:cubicBezTo>
                    <a:pt x="0" y="84"/>
                    <a:pt x="12" y="143"/>
                    <a:pt x="60" y="191"/>
                  </a:cubicBezTo>
                  <a:lnTo>
                    <a:pt x="345" y="453"/>
                  </a:lnTo>
                  <a:lnTo>
                    <a:pt x="5584" y="5572"/>
                  </a:lnTo>
                  <a:lnTo>
                    <a:pt x="5870" y="5846"/>
                  </a:lnTo>
                  <a:lnTo>
                    <a:pt x="8739" y="8656"/>
                  </a:lnTo>
                  <a:lnTo>
                    <a:pt x="9227" y="8656"/>
                  </a:lnTo>
                  <a:lnTo>
                    <a:pt x="7144" y="6620"/>
                  </a:lnTo>
                  <a:cubicBezTo>
                    <a:pt x="7120" y="6620"/>
                    <a:pt x="7102" y="6625"/>
                    <a:pt x="7078" y="6625"/>
                  </a:cubicBezTo>
                  <a:cubicBezTo>
                    <a:pt x="7066" y="6625"/>
                    <a:pt x="7053" y="6624"/>
                    <a:pt x="7037" y="6620"/>
                  </a:cubicBezTo>
                  <a:cubicBezTo>
                    <a:pt x="6858" y="6596"/>
                    <a:pt x="6739" y="6453"/>
                    <a:pt x="6751" y="6275"/>
                  </a:cubicBezTo>
                  <a:lnTo>
                    <a:pt x="6751" y="6239"/>
                  </a:lnTo>
                  <a:lnTo>
                    <a:pt x="6239" y="5739"/>
                  </a:lnTo>
                  <a:lnTo>
                    <a:pt x="5953" y="5465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0"/>
            <p:cNvSpPr/>
            <p:nvPr/>
          </p:nvSpPr>
          <p:spPr>
            <a:xfrm>
              <a:off x="4185325" y="4269100"/>
              <a:ext cx="69975" cy="142300"/>
            </a:xfrm>
            <a:custGeom>
              <a:avLst/>
              <a:gdLst/>
              <a:ahLst/>
              <a:cxnLst/>
              <a:rect l="l" t="t" r="r" b="b"/>
              <a:pathLst>
                <a:path w="2799" h="5692" extrusionOk="0">
                  <a:moveTo>
                    <a:pt x="1" y="1"/>
                  </a:moveTo>
                  <a:lnTo>
                    <a:pt x="2430" y="5692"/>
                  </a:lnTo>
                  <a:lnTo>
                    <a:pt x="2799" y="5692"/>
                  </a:lnTo>
                  <a:lnTo>
                    <a:pt x="572" y="4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20"/>
            <p:cNvSpPr/>
            <p:nvPr/>
          </p:nvSpPr>
          <p:spPr>
            <a:xfrm>
              <a:off x="4174625" y="4240475"/>
              <a:ext cx="9550" cy="5725"/>
            </a:xfrm>
            <a:custGeom>
              <a:avLst/>
              <a:gdLst/>
              <a:ahLst/>
              <a:cxnLst/>
              <a:rect l="l" t="t" r="r" b="b"/>
              <a:pathLst>
                <a:path w="382" h="229" extrusionOk="0">
                  <a:moveTo>
                    <a:pt x="180" y="1"/>
                  </a:moveTo>
                  <a:cubicBezTo>
                    <a:pt x="159" y="1"/>
                    <a:pt x="138" y="5"/>
                    <a:pt x="119" y="15"/>
                  </a:cubicBezTo>
                  <a:lnTo>
                    <a:pt x="107" y="15"/>
                  </a:lnTo>
                  <a:cubicBezTo>
                    <a:pt x="48" y="38"/>
                    <a:pt x="0" y="98"/>
                    <a:pt x="0" y="169"/>
                  </a:cubicBezTo>
                  <a:cubicBezTo>
                    <a:pt x="60" y="158"/>
                    <a:pt x="119" y="158"/>
                    <a:pt x="167" y="158"/>
                  </a:cubicBezTo>
                  <a:cubicBezTo>
                    <a:pt x="250" y="158"/>
                    <a:pt x="322" y="193"/>
                    <a:pt x="381" y="229"/>
                  </a:cubicBezTo>
                  <a:lnTo>
                    <a:pt x="322" y="98"/>
                  </a:lnTo>
                  <a:cubicBezTo>
                    <a:pt x="304" y="36"/>
                    <a:pt x="241" y="1"/>
                    <a:pt x="18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20"/>
            <p:cNvSpPr/>
            <p:nvPr/>
          </p:nvSpPr>
          <p:spPr>
            <a:xfrm>
              <a:off x="4599075" y="4353050"/>
              <a:ext cx="37825" cy="58350"/>
            </a:xfrm>
            <a:custGeom>
              <a:avLst/>
              <a:gdLst/>
              <a:ahLst/>
              <a:cxnLst/>
              <a:rect l="l" t="t" r="r" b="b"/>
              <a:pathLst>
                <a:path w="1513" h="2334" extrusionOk="0">
                  <a:moveTo>
                    <a:pt x="274" y="0"/>
                  </a:moveTo>
                  <a:cubicBezTo>
                    <a:pt x="203" y="72"/>
                    <a:pt x="96" y="119"/>
                    <a:pt x="0" y="155"/>
                  </a:cubicBezTo>
                  <a:lnTo>
                    <a:pt x="1120" y="2334"/>
                  </a:lnTo>
                  <a:lnTo>
                    <a:pt x="1513" y="2334"/>
                  </a:lnTo>
                  <a:lnTo>
                    <a:pt x="334" y="48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20"/>
            <p:cNvSpPr/>
            <p:nvPr/>
          </p:nvSpPr>
          <p:spPr>
            <a:xfrm>
              <a:off x="4185025" y="4263750"/>
              <a:ext cx="182500" cy="147650"/>
            </a:xfrm>
            <a:custGeom>
              <a:avLst/>
              <a:gdLst/>
              <a:ahLst/>
              <a:cxnLst/>
              <a:rect l="l" t="t" r="r" b="b"/>
              <a:pathLst>
                <a:path w="7300" h="5906" extrusionOk="0">
                  <a:moveTo>
                    <a:pt x="179" y="0"/>
                  </a:moveTo>
                  <a:cubicBezTo>
                    <a:pt x="132" y="96"/>
                    <a:pt x="72" y="155"/>
                    <a:pt x="1" y="215"/>
                  </a:cubicBezTo>
                  <a:lnTo>
                    <a:pt x="549" y="691"/>
                  </a:lnTo>
                  <a:lnTo>
                    <a:pt x="6776" y="5906"/>
                  </a:lnTo>
                  <a:lnTo>
                    <a:pt x="7299" y="5906"/>
                  </a:lnTo>
                  <a:lnTo>
                    <a:pt x="299" y="36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0"/>
            <p:cNvSpPr/>
            <p:nvPr/>
          </p:nvSpPr>
          <p:spPr>
            <a:xfrm>
              <a:off x="4189800" y="4255125"/>
              <a:ext cx="386375" cy="83950"/>
            </a:xfrm>
            <a:custGeom>
              <a:avLst/>
              <a:gdLst/>
              <a:ahLst/>
              <a:cxnLst/>
              <a:rect l="l" t="t" r="r" b="b"/>
              <a:pathLst>
                <a:path w="15455" h="3358" extrusionOk="0">
                  <a:moveTo>
                    <a:pt x="36" y="0"/>
                  </a:moveTo>
                  <a:lnTo>
                    <a:pt x="36" y="0"/>
                  </a:lnTo>
                  <a:cubicBezTo>
                    <a:pt x="48" y="48"/>
                    <a:pt x="48" y="107"/>
                    <a:pt x="48" y="155"/>
                  </a:cubicBezTo>
                  <a:cubicBezTo>
                    <a:pt x="48" y="214"/>
                    <a:pt x="24" y="286"/>
                    <a:pt x="0" y="334"/>
                  </a:cubicBezTo>
                  <a:lnTo>
                    <a:pt x="143" y="381"/>
                  </a:lnTo>
                  <a:lnTo>
                    <a:pt x="15395" y="3358"/>
                  </a:lnTo>
                  <a:lnTo>
                    <a:pt x="15395" y="3262"/>
                  </a:lnTo>
                  <a:cubicBezTo>
                    <a:pt x="15407" y="3179"/>
                    <a:pt x="15419" y="3084"/>
                    <a:pt x="15455" y="3012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20"/>
            <p:cNvSpPr/>
            <p:nvPr/>
          </p:nvSpPr>
          <p:spPr>
            <a:xfrm>
              <a:off x="4185925" y="3740775"/>
              <a:ext cx="804900" cy="513475"/>
            </a:xfrm>
            <a:custGeom>
              <a:avLst/>
              <a:gdLst/>
              <a:ahLst/>
              <a:cxnLst/>
              <a:rect l="l" t="t" r="r" b="b"/>
              <a:pathLst>
                <a:path w="32196" h="20539" extrusionOk="0">
                  <a:moveTo>
                    <a:pt x="32017" y="0"/>
                  </a:moveTo>
                  <a:lnTo>
                    <a:pt x="1" y="20265"/>
                  </a:lnTo>
                  <a:cubicBezTo>
                    <a:pt x="84" y="20324"/>
                    <a:pt x="155" y="20431"/>
                    <a:pt x="191" y="20538"/>
                  </a:cubicBezTo>
                  <a:lnTo>
                    <a:pt x="32195" y="274"/>
                  </a:lnTo>
                  <a:cubicBezTo>
                    <a:pt x="32124" y="203"/>
                    <a:pt x="32052" y="95"/>
                    <a:pt x="3201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20"/>
            <p:cNvSpPr/>
            <p:nvPr/>
          </p:nvSpPr>
          <p:spPr>
            <a:xfrm>
              <a:off x="4604725" y="4122375"/>
              <a:ext cx="224450" cy="207175"/>
            </a:xfrm>
            <a:custGeom>
              <a:avLst/>
              <a:gdLst/>
              <a:ahLst/>
              <a:cxnLst/>
              <a:rect l="l" t="t" r="r" b="b"/>
              <a:pathLst>
                <a:path w="8978" h="8287" extrusionOk="0">
                  <a:moveTo>
                    <a:pt x="8752" y="0"/>
                  </a:moveTo>
                  <a:lnTo>
                    <a:pt x="1" y="8037"/>
                  </a:lnTo>
                  <a:cubicBezTo>
                    <a:pt x="96" y="8108"/>
                    <a:pt x="167" y="8191"/>
                    <a:pt x="227" y="8287"/>
                  </a:cubicBezTo>
                  <a:lnTo>
                    <a:pt x="8978" y="250"/>
                  </a:lnTo>
                  <a:cubicBezTo>
                    <a:pt x="8907" y="167"/>
                    <a:pt x="8811" y="95"/>
                    <a:pt x="875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0"/>
            <p:cNvSpPr/>
            <p:nvPr/>
          </p:nvSpPr>
          <p:spPr>
            <a:xfrm>
              <a:off x="4727950" y="4136950"/>
              <a:ext cx="125650" cy="274450"/>
            </a:xfrm>
            <a:custGeom>
              <a:avLst/>
              <a:gdLst/>
              <a:ahLst/>
              <a:cxnLst/>
              <a:rect l="l" t="t" r="r" b="b"/>
              <a:pathLst>
                <a:path w="5026" h="10978" extrusionOk="0">
                  <a:moveTo>
                    <a:pt x="4704" y="0"/>
                  </a:moveTo>
                  <a:lnTo>
                    <a:pt x="1" y="10978"/>
                  </a:lnTo>
                  <a:lnTo>
                    <a:pt x="370" y="10978"/>
                  </a:lnTo>
                  <a:lnTo>
                    <a:pt x="5025" y="119"/>
                  </a:lnTo>
                  <a:lnTo>
                    <a:pt x="5025" y="48"/>
                  </a:lnTo>
                  <a:lnTo>
                    <a:pt x="4906" y="48"/>
                  </a:lnTo>
                  <a:cubicBezTo>
                    <a:pt x="4835" y="24"/>
                    <a:pt x="4763" y="24"/>
                    <a:pt x="470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0"/>
            <p:cNvSpPr/>
            <p:nvPr/>
          </p:nvSpPr>
          <p:spPr>
            <a:xfrm>
              <a:off x="4605925" y="4346200"/>
              <a:ext cx="86650" cy="65200"/>
            </a:xfrm>
            <a:custGeom>
              <a:avLst/>
              <a:gdLst/>
              <a:ahLst/>
              <a:cxnLst/>
              <a:rect l="l" t="t" r="r" b="b"/>
              <a:pathLst>
                <a:path w="3466" h="2608" extrusionOk="0">
                  <a:moveTo>
                    <a:pt x="203" y="0"/>
                  </a:moveTo>
                  <a:cubicBezTo>
                    <a:pt x="167" y="108"/>
                    <a:pt x="84" y="203"/>
                    <a:pt x="0" y="274"/>
                  </a:cubicBezTo>
                  <a:lnTo>
                    <a:pt x="60" y="322"/>
                  </a:lnTo>
                  <a:lnTo>
                    <a:pt x="2917" y="2608"/>
                  </a:lnTo>
                  <a:lnTo>
                    <a:pt x="3465" y="2608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20"/>
            <p:cNvSpPr/>
            <p:nvPr/>
          </p:nvSpPr>
          <p:spPr>
            <a:xfrm>
              <a:off x="5016400" y="4244400"/>
              <a:ext cx="9250" cy="167000"/>
            </a:xfrm>
            <a:custGeom>
              <a:avLst/>
              <a:gdLst/>
              <a:ahLst/>
              <a:cxnLst/>
              <a:rect l="l" t="t" r="r" b="b"/>
              <a:pathLst>
                <a:path w="370" h="6680" extrusionOk="0">
                  <a:moveTo>
                    <a:pt x="333" y="1"/>
                  </a:moveTo>
                  <a:cubicBezTo>
                    <a:pt x="262" y="27"/>
                    <a:pt x="177" y="41"/>
                    <a:pt x="89" y="41"/>
                  </a:cubicBezTo>
                  <a:cubicBezTo>
                    <a:pt x="60" y="41"/>
                    <a:pt x="30" y="39"/>
                    <a:pt x="0" y="36"/>
                  </a:cubicBezTo>
                  <a:lnTo>
                    <a:pt x="0" y="36"/>
                  </a:lnTo>
                  <a:lnTo>
                    <a:pt x="24" y="6680"/>
                  </a:lnTo>
                  <a:lnTo>
                    <a:pt x="369" y="6680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20"/>
            <p:cNvSpPr/>
            <p:nvPr/>
          </p:nvSpPr>
          <p:spPr>
            <a:xfrm>
              <a:off x="5021450" y="4188150"/>
              <a:ext cx="3300" cy="3900"/>
            </a:xfrm>
            <a:custGeom>
              <a:avLst/>
              <a:gdLst/>
              <a:ahLst/>
              <a:cxnLst/>
              <a:rect l="l" t="t" r="r" b="b"/>
              <a:pathLst>
                <a:path w="132" h="156" extrusionOk="0">
                  <a:moveTo>
                    <a:pt x="0" y="0"/>
                  </a:moveTo>
                  <a:lnTo>
                    <a:pt x="0" y="119"/>
                  </a:lnTo>
                  <a:lnTo>
                    <a:pt x="12" y="119"/>
                  </a:lnTo>
                  <a:cubicBezTo>
                    <a:pt x="48" y="143"/>
                    <a:pt x="96" y="155"/>
                    <a:pt x="131" y="155"/>
                  </a:cubicBezTo>
                  <a:cubicBezTo>
                    <a:pt x="120" y="84"/>
                    <a:pt x="72" y="24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20"/>
            <p:cNvSpPr/>
            <p:nvPr/>
          </p:nvSpPr>
          <p:spPr>
            <a:xfrm>
              <a:off x="4864275" y="3750900"/>
              <a:ext cx="138450" cy="315225"/>
            </a:xfrm>
            <a:custGeom>
              <a:avLst/>
              <a:gdLst/>
              <a:ahLst/>
              <a:cxnLst/>
              <a:rect l="l" t="t" r="r" b="b"/>
              <a:pathLst>
                <a:path w="5538" h="12609" extrusionOk="0">
                  <a:moveTo>
                    <a:pt x="5216" y="0"/>
                  </a:moveTo>
                  <a:lnTo>
                    <a:pt x="1" y="12490"/>
                  </a:lnTo>
                  <a:cubicBezTo>
                    <a:pt x="132" y="12513"/>
                    <a:pt x="227" y="12549"/>
                    <a:pt x="322" y="12609"/>
                  </a:cubicBezTo>
                  <a:lnTo>
                    <a:pt x="5537" y="95"/>
                  </a:lnTo>
                  <a:lnTo>
                    <a:pt x="5514" y="95"/>
                  </a:lnTo>
                  <a:cubicBezTo>
                    <a:pt x="5406" y="83"/>
                    <a:pt x="5299" y="48"/>
                    <a:pt x="521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20"/>
            <p:cNvSpPr/>
            <p:nvPr/>
          </p:nvSpPr>
          <p:spPr>
            <a:xfrm>
              <a:off x="5003300" y="3753275"/>
              <a:ext cx="18175" cy="439050"/>
            </a:xfrm>
            <a:custGeom>
              <a:avLst/>
              <a:gdLst/>
              <a:ahLst/>
              <a:cxnLst/>
              <a:rect l="l" t="t" r="r" b="b"/>
              <a:pathLst>
                <a:path w="727" h="17562" extrusionOk="0">
                  <a:moveTo>
                    <a:pt x="143" y="0"/>
                  </a:moveTo>
                  <a:cubicBezTo>
                    <a:pt x="111" y="0"/>
                    <a:pt x="74" y="6"/>
                    <a:pt x="42" y="6"/>
                  </a:cubicBezTo>
                  <a:cubicBezTo>
                    <a:pt x="27" y="6"/>
                    <a:pt x="12" y="4"/>
                    <a:pt x="0" y="0"/>
                  </a:cubicBezTo>
                  <a:lnTo>
                    <a:pt x="0" y="0"/>
                  </a:lnTo>
                  <a:lnTo>
                    <a:pt x="381" y="17562"/>
                  </a:lnTo>
                  <a:cubicBezTo>
                    <a:pt x="457" y="17545"/>
                    <a:pt x="539" y="17528"/>
                    <a:pt x="622" y="17528"/>
                  </a:cubicBezTo>
                  <a:cubicBezTo>
                    <a:pt x="657" y="17528"/>
                    <a:pt x="692" y="17531"/>
                    <a:pt x="726" y="17538"/>
                  </a:cubicBezTo>
                  <a:lnTo>
                    <a:pt x="726" y="17419"/>
                  </a:lnTo>
                  <a:lnTo>
                    <a:pt x="357" y="572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0"/>
            <p:cNvSpPr/>
            <p:nvPr/>
          </p:nvSpPr>
          <p:spPr>
            <a:xfrm>
              <a:off x="4886325" y="4112250"/>
              <a:ext cx="111625" cy="96750"/>
            </a:xfrm>
            <a:custGeom>
              <a:avLst/>
              <a:gdLst/>
              <a:ahLst/>
              <a:cxnLst/>
              <a:rect l="l" t="t" r="r" b="b"/>
              <a:pathLst>
                <a:path w="4465" h="3870" extrusionOk="0">
                  <a:moveTo>
                    <a:pt x="155" y="0"/>
                  </a:moveTo>
                  <a:cubicBezTo>
                    <a:pt x="107" y="107"/>
                    <a:pt x="60" y="226"/>
                    <a:pt x="0" y="322"/>
                  </a:cubicBezTo>
                  <a:lnTo>
                    <a:pt x="4310" y="3870"/>
                  </a:lnTo>
                  <a:cubicBezTo>
                    <a:pt x="4346" y="3774"/>
                    <a:pt x="4393" y="3667"/>
                    <a:pt x="4465" y="3572"/>
                  </a:cubicBezTo>
                  <a:lnTo>
                    <a:pt x="15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0"/>
            <p:cNvSpPr/>
            <p:nvPr/>
          </p:nvSpPr>
          <p:spPr>
            <a:xfrm>
              <a:off x="5032450" y="4235775"/>
              <a:ext cx="207800" cy="173550"/>
            </a:xfrm>
            <a:custGeom>
              <a:avLst/>
              <a:gdLst/>
              <a:ahLst/>
              <a:cxnLst/>
              <a:rect l="l" t="t" r="r" b="b"/>
              <a:pathLst>
                <a:path w="8312" h="6942" extrusionOk="0">
                  <a:moveTo>
                    <a:pt x="275" y="0"/>
                  </a:moveTo>
                  <a:cubicBezTo>
                    <a:pt x="191" y="96"/>
                    <a:pt x="96" y="167"/>
                    <a:pt x="1" y="226"/>
                  </a:cubicBezTo>
                  <a:lnTo>
                    <a:pt x="8121" y="6942"/>
                  </a:lnTo>
                  <a:cubicBezTo>
                    <a:pt x="8169" y="6834"/>
                    <a:pt x="8240" y="6751"/>
                    <a:pt x="8312" y="6668"/>
                  </a:cubicBez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0"/>
            <p:cNvSpPr/>
            <p:nvPr/>
          </p:nvSpPr>
          <p:spPr>
            <a:xfrm>
              <a:off x="5006875" y="3750000"/>
              <a:ext cx="242600" cy="651600"/>
            </a:xfrm>
            <a:custGeom>
              <a:avLst/>
              <a:gdLst/>
              <a:ahLst/>
              <a:cxnLst/>
              <a:rect l="l" t="t" r="r" b="b"/>
              <a:pathLst>
                <a:path w="9704" h="26064" extrusionOk="0">
                  <a:moveTo>
                    <a:pt x="333" y="0"/>
                  </a:moveTo>
                  <a:cubicBezTo>
                    <a:pt x="226" y="60"/>
                    <a:pt x="107" y="107"/>
                    <a:pt x="0" y="119"/>
                  </a:cubicBezTo>
                  <a:lnTo>
                    <a:pt x="214" y="679"/>
                  </a:lnTo>
                  <a:lnTo>
                    <a:pt x="9394" y="26063"/>
                  </a:lnTo>
                  <a:cubicBezTo>
                    <a:pt x="9489" y="26004"/>
                    <a:pt x="9585" y="25944"/>
                    <a:pt x="9704" y="25920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0"/>
            <p:cNvSpPr/>
            <p:nvPr/>
          </p:nvSpPr>
          <p:spPr>
            <a:xfrm>
              <a:off x="4991100" y="4191000"/>
              <a:ext cx="56575" cy="53975"/>
            </a:xfrm>
            <a:custGeom>
              <a:avLst/>
              <a:gdLst/>
              <a:ahLst/>
              <a:cxnLst/>
              <a:rect l="l" t="t" r="r" b="b"/>
              <a:pathLst>
                <a:path w="2263" h="2159" extrusionOk="0">
                  <a:moveTo>
                    <a:pt x="1125" y="1"/>
                  </a:moveTo>
                  <a:cubicBezTo>
                    <a:pt x="1037" y="1"/>
                    <a:pt x="950" y="14"/>
                    <a:pt x="869" y="41"/>
                  </a:cubicBezTo>
                  <a:cubicBezTo>
                    <a:pt x="631" y="101"/>
                    <a:pt x="429" y="232"/>
                    <a:pt x="274" y="422"/>
                  </a:cubicBezTo>
                  <a:cubicBezTo>
                    <a:pt x="202" y="517"/>
                    <a:pt x="143" y="624"/>
                    <a:pt x="119" y="720"/>
                  </a:cubicBezTo>
                  <a:cubicBezTo>
                    <a:pt x="83" y="803"/>
                    <a:pt x="71" y="886"/>
                    <a:pt x="60" y="982"/>
                  </a:cubicBezTo>
                  <a:cubicBezTo>
                    <a:pt x="0" y="1577"/>
                    <a:pt x="441" y="2113"/>
                    <a:pt x="1024" y="2148"/>
                  </a:cubicBezTo>
                  <a:cubicBezTo>
                    <a:pt x="1061" y="2156"/>
                    <a:pt x="1098" y="2159"/>
                    <a:pt x="1134" y="2159"/>
                  </a:cubicBezTo>
                  <a:cubicBezTo>
                    <a:pt x="1216" y="2159"/>
                    <a:pt x="1295" y="2145"/>
                    <a:pt x="1369" y="2137"/>
                  </a:cubicBezTo>
                  <a:cubicBezTo>
                    <a:pt x="1464" y="2113"/>
                    <a:pt x="1572" y="2077"/>
                    <a:pt x="1679" y="2017"/>
                  </a:cubicBezTo>
                  <a:cubicBezTo>
                    <a:pt x="1750" y="1958"/>
                    <a:pt x="1845" y="1887"/>
                    <a:pt x="1929" y="1791"/>
                  </a:cubicBezTo>
                  <a:cubicBezTo>
                    <a:pt x="2084" y="1636"/>
                    <a:pt x="2167" y="1422"/>
                    <a:pt x="2203" y="1184"/>
                  </a:cubicBezTo>
                  <a:cubicBezTo>
                    <a:pt x="2262" y="636"/>
                    <a:pt x="1881" y="148"/>
                    <a:pt x="1345" y="29"/>
                  </a:cubicBezTo>
                  <a:cubicBezTo>
                    <a:pt x="1310" y="5"/>
                    <a:pt x="1274" y="5"/>
                    <a:pt x="1226" y="5"/>
                  </a:cubicBezTo>
                  <a:lnTo>
                    <a:pt x="1214" y="5"/>
                  </a:lnTo>
                  <a:cubicBezTo>
                    <a:pt x="1185" y="2"/>
                    <a:pt x="1155" y="1"/>
                    <a:pt x="112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0"/>
            <p:cNvSpPr/>
            <p:nvPr/>
          </p:nvSpPr>
          <p:spPr>
            <a:xfrm>
              <a:off x="4815775" y="4062050"/>
              <a:ext cx="78000" cy="76425"/>
            </a:xfrm>
            <a:custGeom>
              <a:avLst/>
              <a:gdLst/>
              <a:ahLst/>
              <a:cxnLst/>
              <a:rect l="l" t="t" r="r" b="b"/>
              <a:pathLst>
                <a:path w="3120" h="3057" extrusionOk="0">
                  <a:moveTo>
                    <a:pt x="1541" y="0"/>
                  </a:moveTo>
                  <a:cubicBezTo>
                    <a:pt x="769" y="0"/>
                    <a:pt x="102" y="595"/>
                    <a:pt x="24" y="1389"/>
                  </a:cubicBezTo>
                  <a:cubicBezTo>
                    <a:pt x="0" y="1770"/>
                    <a:pt x="107" y="2151"/>
                    <a:pt x="322" y="2425"/>
                  </a:cubicBezTo>
                  <a:cubicBezTo>
                    <a:pt x="405" y="2520"/>
                    <a:pt x="476" y="2604"/>
                    <a:pt x="548" y="2687"/>
                  </a:cubicBezTo>
                  <a:cubicBezTo>
                    <a:pt x="727" y="2842"/>
                    <a:pt x="953" y="2949"/>
                    <a:pt x="1191" y="3008"/>
                  </a:cubicBezTo>
                  <a:cubicBezTo>
                    <a:pt x="1262" y="3020"/>
                    <a:pt x="1322" y="3044"/>
                    <a:pt x="1393" y="3056"/>
                  </a:cubicBezTo>
                  <a:lnTo>
                    <a:pt x="1512" y="3056"/>
                  </a:lnTo>
                  <a:cubicBezTo>
                    <a:pt x="1523" y="3056"/>
                    <a:pt x="1534" y="3056"/>
                    <a:pt x="1545" y="3056"/>
                  </a:cubicBezTo>
                  <a:cubicBezTo>
                    <a:pt x="2068" y="3056"/>
                    <a:pt x="2554" y="2773"/>
                    <a:pt x="2822" y="2353"/>
                  </a:cubicBezTo>
                  <a:cubicBezTo>
                    <a:pt x="2882" y="2246"/>
                    <a:pt x="2941" y="2151"/>
                    <a:pt x="2977" y="2044"/>
                  </a:cubicBezTo>
                  <a:cubicBezTo>
                    <a:pt x="3013" y="1913"/>
                    <a:pt x="3048" y="1770"/>
                    <a:pt x="3060" y="1651"/>
                  </a:cubicBezTo>
                  <a:cubicBezTo>
                    <a:pt x="3120" y="1032"/>
                    <a:pt x="2798" y="448"/>
                    <a:pt x="2274" y="163"/>
                  </a:cubicBezTo>
                  <a:cubicBezTo>
                    <a:pt x="2167" y="103"/>
                    <a:pt x="2072" y="79"/>
                    <a:pt x="1965" y="44"/>
                  </a:cubicBezTo>
                  <a:cubicBezTo>
                    <a:pt x="1870" y="20"/>
                    <a:pt x="1786" y="8"/>
                    <a:pt x="1691" y="8"/>
                  </a:cubicBezTo>
                  <a:cubicBezTo>
                    <a:pt x="1640" y="3"/>
                    <a:pt x="1590" y="0"/>
                    <a:pt x="154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20"/>
            <p:cNvSpPr/>
            <p:nvPr/>
          </p:nvSpPr>
          <p:spPr>
            <a:xfrm>
              <a:off x="2997100" y="4406875"/>
              <a:ext cx="25600" cy="5125"/>
            </a:xfrm>
            <a:custGeom>
              <a:avLst/>
              <a:gdLst/>
              <a:ahLst/>
              <a:cxnLst/>
              <a:rect l="l" t="t" r="r" b="b"/>
              <a:pathLst>
                <a:path w="1024" h="205" extrusionOk="0">
                  <a:moveTo>
                    <a:pt x="540" y="1"/>
                  </a:moveTo>
                  <a:cubicBezTo>
                    <a:pt x="336" y="1"/>
                    <a:pt x="153" y="63"/>
                    <a:pt x="0" y="205"/>
                  </a:cubicBezTo>
                  <a:lnTo>
                    <a:pt x="1024" y="205"/>
                  </a:lnTo>
                  <a:cubicBezTo>
                    <a:pt x="964" y="145"/>
                    <a:pt x="881" y="98"/>
                    <a:pt x="798" y="62"/>
                  </a:cubicBezTo>
                  <a:cubicBezTo>
                    <a:pt x="726" y="26"/>
                    <a:pt x="655" y="2"/>
                    <a:pt x="595" y="2"/>
                  </a:cubicBezTo>
                  <a:cubicBezTo>
                    <a:pt x="577" y="1"/>
                    <a:pt x="558" y="1"/>
                    <a:pt x="54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20"/>
            <p:cNvSpPr/>
            <p:nvPr/>
          </p:nvSpPr>
          <p:spPr>
            <a:xfrm>
              <a:off x="2698250" y="4188575"/>
              <a:ext cx="14300" cy="13925"/>
            </a:xfrm>
            <a:custGeom>
              <a:avLst/>
              <a:gdLst/>
              <a:ahLst/>
              <a:cxnLst/>
              <a:rect l="l" t="t" r="r" b="b"/>
              <a:pathLst>
                <a:path w="572" h="557" extrusionOk="0">
                  <a:moveTo>
                    <a:pt x="264" y="1"/>
                  </a:moveTo>
                  <a:cubicBezTo>
                    <a:pt x="193" y="1"/>
                    <a:pt x="120" y="42"/>
                    <a:pt x="72" y="90"/>
                  </a:cubicBezTo>
                  <a:cubicBezTo>
                    <a:pt x="48" y="138"/>
                    <a:pt x="12" y="186"/>
                    <a:pt x="12" y="245"/>
                  </a:cubicBezTo>
                  <a:cubicBezTo>
                    <a:pt x="0" y="400"/>
                    <a:pt x="107" y="555"/>
                    <a:pt x="250" y="555"/>
                  </a:cubicBezTo>
                  <a:cubicBezTo>
                    <a:pt x="259" y="556"/>
                    <a:pt x="269" y="556"/>
                    <a:pt x="278" y="556"/>
                  </a:cubicBezTo>
                  <a:cubicBezTo>
                    <a:pt x="375" y="556"/>
                    <a:pt x="469" y="500"/>
                    <a:pt x="512" y="424"/>
                  </a:cubicBezTo>
                  <a:cubicBezTo>
                    <a:pt x="524" y="388"/>
                    <a:pt x="536" y="340"/>
                    <a:pt x="548" y="305"/>
                  </a:cubicBezTo>
                  <a:cubicBezTo>
                    <a:pt x="572" y="150"/>
                    <a:pt x="465" y="19"/>
                    <a:pt x="310" y="7"/>
                  </a:cubicBezTo>
                  <a:cubicBezTo>
                    <a:pt x="295" y="3"/>
                    <a:pt x="279" y="1"/>
                    <a:pt x="26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20"/>
            <p:cNvSpPr/>
            <p:nvPr/>
          </p:nvSpPr>
          <p:spPr>
            <a:xfrm>
              <a:off x="3732600" y="4168050"/>
              <a:ext cx="29200" cy="27800"/>
            </a:xfrm>
            <a:custGeom>
              <a:avLst/>
              <a:gdLst/>
              <a:ahLst/>
              <a:cxnLst/>
              <a:rect l="l" t="t" r="r" b="b"/>
              <a:pathLst>
                <a:path w="1168" h="1112" extrusionOk="0">
                  <a:moveTo>
                    <a:pt x="567" y="0"/>
                  </a:moveTo>
                  <a:cubicBezTo>
                    <a:pt x="300" y="0"/>
                    <a:pt x="69" y="223"/>
                    <a:pt x="36" y="495"/>
                  </a:cubicBezTo>
                  <a:cubicBezTo>
                    <a:pt x="0" y="757"/>
                    <a:pt x="179" y="995"/>
                    <a:pt x="417" y="1078"/>
                  </a:cubicBezTo>
                  <a:lnTo>
                    <a:pt x="429" y="1078"/>
                  </a:lnTo>
                  <a:cubicBezTo>
                    <a:pt x="465" y="1090"/>
                    <a:pt x="489" y="1102"/>
                    <a:pt x="524" y="1102"/>
                  </a:cubicBezTo>
                  <a:cubicBezTo>
                    <a:pt x="549" y="1109"/>
                    <a:pt x="574" y="1112"/>
                    <a:pt x="600" y="1112"/>
                  </a:cubicBezTo>
                  <a:cubicBezTo>
                    <a:pt x="661" y="1112"/>
                    <a:pt x="724" y="1095"/>
                    <a:pt x="774" y="1078"/>
                  </a:cubicBezTo>
                  <a:cubicBezTo>
                    <a:pt x="965" y="1007"/>
                    <a:pt x="1108" y="840"/>
                    <a:pt x="1131" y="614"/>
                  </a:cubicBezTo>
                  <a:cubicBezTo>
                    <a:pt x="1167" y="316"/>
                    <a:pt x="941" y="54"/>
                    <a:pt x="643" y="7"/>
                  </a:cubicBezTo>
                  <a:cubicBezTo>
                    <a:pt x="618" y="2"/>
                    <a:pt x="592" y="0"/>
                    <a:pt x="56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20"/>
            <p:cNvSpPr/>
            <p:nvPr/>
          </p:nvSpPr>
          <p:spPr>
            <a:xfrm>
              <a:off x="4574675" y="4319825"/>
              <a:ext cx="37825" cy="38250"/>
            </a:xfrm>
            <a:custGeom>
              <a:avLst/>
              <a:gdLst/>
              <a:ahLst/>
              <a:cxnLst/>
              <a:rect l="l" t="t" r="r" b="b"/>
              <a:pathLst>
                <a:path w="1513" h="1530" extrusionOk="0">
                  <a:moveTo>
                    <a:pt x="731" y="0"/>
                  </a:moveTo>
                  <a:cubicBezTo>
                    <a:pt x="438" y="0"/>
                    <a:pt x="177" y="180"/>
                    <a:pt x="60" y="436"/>
                  </a:cubicBezTo>
                  <a:cubicBezTo>
                    <a:pt x="24" y="508"/>
                    <a:pt x="0" y="603"/>
                    <a:pt x="0" y="686"/>
                  </a:cubicBezTo>
                  <a:lnTo>
                    <a:pt x="0" y="782"/>
                  </a:lnTo>
                  <a:cubicBezTo>
                    <a:pt x="0" y="889"/>
                    <a:pt x="24" y="984"/>
                    <a:pt x="60" y="1079"/>
                  </a:cubicBezTo>
                  <a:cubicBezTo>
                    <a:pt x="95" y="1186"/>
                    <a:pt x="179" y="1270"/>
                    <a:pt x="262" y="1341"/>
                  </a:cubicBezTo>
                  <a:cubicBezTo>
                    <a:pt x="381" y="1448"/>
                    <a:pt x="524" y="1508"/>
                    <a:pt x="679" y="1520"/>
                  </a:cubicBezTo>
                  <a:cubicBezTo>
                    <a:pt x="710" y="1527"/>
                    <a:pt x="742" y="1530"/>
                    <a:pt x="772" y="1530"/>
                  </a:cubicBezTo>
                  <a:cubicBezTo>
                    <a:pt x="847" y="1530"/>
                    <a:pt x="918" y="1513"/>
                    <a:pt x="976" y="1496"/>
                  </a:cubicBezTo>
                  <a:cubicBezTo>
                    <a:pt x="1084" y="1460"/>
                    <a:pt x="1167" y="1401"/>
                    <a:pt x="1250" y="1341"/>
                  </a:cubicBezTo>
                  <a:cubicBezTo>
                    <a:pt x="1334" y="1270"/>
                    <a:pt x="1393" y="1186"/>
                    <a:pt x="1441" y="1079"/>
                  </a:cubicBezTo>
                  <a:cubicBezTo>
                    <a:pt x="1465" y="1008"/>
                    <a:pt x="1488" y="925"/>
                    <a:pt x="1500" y="853"/>
                  </a:cubicBezTo>
                  <a:cubicBezTo>
                    <a:pt x="1512" y="686"/>
                    <a:pt x="1488" y="544"/>
                    <a:pt x="1417" y="424"/>
                  </a:cubicBezTo>
                  <a:cubicBezTo>
                    <a:pt x="1369" y="293"/>
                    <a:pt x="1298" y="198"/>
                    <a:pt x="1203" y="139"/>
                  </a:cubicBezTo>
                  <a:cubicBezTo>
                    <a:pt x="1096" y="67"/>
                    <a:pt x="965" y="8"/>
                    <a:pt x="834" y="8"/>
                  </a:cubicBezTo>
                  <a:cubicBezTo>
                    <a:pt x="799" y="3"/>
                    <a:pt x="765" y="0"/>
                    <a:pt x="73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0"/>
            <p:cNvSpPr/>
            <p:nvPr/>
          </p:nvSpPr>
          <p:spPr>
            <a:xfrm>
              <a:off x="4163600" y="4245300"/>
              <a:ext cx="27400" cy="26400"/>
            </a:xfrm>
            <a:custGeom>
              <a:avLst/>
              <a:gdLst/>
              <a:ahLst/>
              <a:cxnLst/>
              <a:rect l="l" t="t" r="r" b="b"/>
              <a:pathLst>
                <a:path w="1096" h="1056" extrusionOk="0">
                  <a:moveTo>
                    <a:pt x="608" y="0"/>
                  </a:moveTo>
                  <a:cubicBezTo>
                    <a:pt x="548" y="0"/>
                    <a:pt x="501" y="0"/>
                    <a:pt x="453" y="12"/>
                  </a:cubicBezTo>
                  <a:cubicBezTo>
                    <a:pt x="215" y="60"/>
                    <a:pt x="36" y="250"/>
                    <a:pt x="24" y="488"/>
                  </a:cubicBezTo>
                  <a:cubicBezTo>
                    <a:pt x="1" y="560"/>
                    <a:pt x="24" y="667"/>
                    <a:pt x="72" y="750"/>
                  </a:cubicBezTo>
                  <a:cubicBezTo>
                    <a:pt x="120" y="858"/>
                    <a:pt x="203" y="953"/>
                    <a:pt x="310" y="988"/>
                  </a:cubicBezTo>
                  <a:cubicBezTo>
                    <a:pt x="370" y="1024"/>
                    <a:pt x="429" y="1036"/>
                    <a:pt x="501" y="1048"/>
                  </a:cubicBezTo>
                  <a:cubicBezTo>
                    <a:pt x="528" y="1053"/>
                    <a:pt x="555" y="1055"/>
                    <a:pt x="581" y="1055"/>
                  </a:cubicBezTo>
                  <a:cubicBezTo>
                    <a:pt x="681" y="1055"/>
                    <a:pt x="773" y="1021"/>
                    <a:pt x="858" y="965"/>
                  </a:cubicBezTo>
                  <a:lnTo>
                    <a:pt x="870" y="965"/>
                  </a:lnTo>
                  <a:cubicBezTo>
                    <a:pt x="941" y="905"/>
                    <a:pt x="1013" y="846"/>
                    <a:pt x="1048" y="750"/>
                  </a:cubicBezTo>
                  <a:cubicBezTo>
                    <a:pt x="1084" y="691"/>
                    <a:pt x="1096" y="631"/>
                    <a:pt x="1096" y="572"/>
                  </a:cubicBezTo>
                  <a:cubicBezTo>
                    <a:pt x="1096" y="512"/>
                    <a:pt x="1096" y="465"/>
                    <a:pt x="1084" y="429"/>
                  </a:cubicBezTo>
                  <a:cubicBezTo>
                    <a:pt x="1084" y="417"/>
                    <a:pt x="1084" y="393"/>
                    <a:pt x="1072" y="381"/>
                  </a:cubicBezTo>
                  <a:cubicBezTo>
                    <a:pt x="1036" y="262"/>
                    <a:pt x="965" y="179"/>
                    <a:pt x="870" y="96"/>
                  </a:cubicBezTo>
                  <a:cubicBezTo>
                    <a:pt x="858" y="84"/>
                    <a:pt x="846" y="72"/>
                    <a:pt x="834" y="72"/>
                  </a:cubicBezTo>
                  <a:cubicBezTo>
                    <a:pt x="751" y="24"/>
                    <a:pt x="679" y="0"/>
                    <a:pt x="6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0"/>
            <p:cNvSpPr/>
            <p:nvPr/>
          </p:nvSpPr>
          <p:spPr>
            <a:xfrm>
              <a:off x="2754800" y="4228775"/>
              <a:ext cx="27100" cy="27250"/>
            </a:xfrm>
            <a:custGeom>
              <a:avLst/>
              <a:gdLst/>
              <a:ahLst/>
              <a:cxnLst/>
              <a:rect l="l" t="t" r="r" b="b"/>
              <a:pathLst>
                <a:path w="1084" h="1090" extrusionOk="0">
                  <a:moveTo>
                    <a:pt x="516" y="0"/>
                  </a:moveTo>
                  <a:cubicBezTo>
                    <a:pt x="325" y="0"/>
                    <a:pt x="166" y="111"/>
                    <a:pt x="72" y="268"/>
                  </a:cubicBezTo>
                  <a:cubicBezTo>
                    <a:pt x="36" y="328"/>
                    <a:pt x="12" y="399"/>
                    <a:pt x="0" y="495"/>
                  </a:cubicBezTo>
                  <a:cubicBezTo>
                    <a:pt x="0" y="554"/>
                    <a:pt x="0" y="614"/>
                    <a:pt x="12" y="661"/>
                  </a:cubicBezTo>
                  <a:cubicBezTo>
                    <a:pt x="36" y="721"/>
                    <a:pt x="60" y="780"/>
                    <a:pt x="96" y="840"/>
                  </a:cubicBezTo>
                  <a:cubicBezTo>
                    <a:pt x="179" y="971"/>
                    <a:pt x="310" y="1054"/>
                    <a:pt x="489" y="1090"/>
                  </a:cubicBezTo>
                  <a:lnTo>
                    <a:pt x="548" y="1090"/>
                  </a:lnTo>
                  <a:cubicBezTo>
                    <a:pt x="703" y="1090"/>
                    <a:pt x="834" y="1030"/>
                    <a:pt x="929" y="935"/>
                  </a:cubicBezTo>
                  <a:cubicBezTo>
                    <a:pt x="1012" y="852"/>
                    <a:pt x="1084" y="733"/>
                    <a:pt x="1084" y="602"/>
                  </a:cubicBezTo>
                  <a:lnTo>
                    <a:pt x="1084" y="506"/>
                  </a:lnTo>
                  <a:cubicBezTo>
                    <a:pt x="1084" y="387"/>
                    <a:pt x="1048" y="280"/>
                    <a:pt x="965" y="197"/>
                  </a:cubicBezTo>
                  <a:cubicBezTo>
                    <a:pt x="881" y="90"/>
                    <a:pt x="750" y="18"/>
                    <a:pt x="596" y="6"/>
                  </a:cubicBezTo>
                  <a:cubicBezTo>
                    <a:pt x="569" y="2"/>
                    <a:pt x="542" y="0"/>
                    <a:pt x="51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20"/>
            <p:cNvSpPr/>
            <p:nvPr/>
          </p:nvSpPr>
          <p:spPr>
            <a:xfrm>
              <a:off x="2582150" y="4308350"/>
              <a:ext cx="28000" cy="27250"/>
            </a:xfrm>
            <a:custGeom>
              <a:avLst/>
              <a:gdLst/>
              <a:ahLst/>
              <a:cxnLst/>
              <a:rect l="l" t="t" r="r" b="b"/>
              <a:pathLst>
                <a:path w="1120" h="1090" extrusionOk="0">
                  <a:moveTo>
                    <a:pt x="575" y="1"/>
                  </a:moveTo>
                  <a:cubicBezTo>
                    <a:pt x="296" y="1"/>
                    <a:pt x="58" y="208"/>
                    <a:pt x="25" y="491"/>
                  </a:cubicBezTo>
                  <a:cubicBezTo>
                    <a:pt x="1" y="788"/>
                    <a:pt x="215" y="1062"/>
                    <a:pt x="525" y="1086"/>
                  </a:cubicBezTo>
                  <a:cubicBezTo>
                    <a:pt x="545" y="1088"/>
                    <a:pt x="566" y="1090"/>
                    <a:pt x="586" y="1090"/>
                  </a:cubicBezTo>
                  <a:cubicBezTo>
                    <a:pt x="858" y="1090"/>
                    <a:pt x="1087" y="875"/>
                    <a:pt x="1120" y="598"/>
                  </a:cubicBezTo>
                  <a:cubicBezTo>
                    <a:pt x="1120" y="538"/>
                    <a:pt x="1120" y="479"/>
                    <a:pt x="1096" y="431"/>
                  </a:cubicBezTo>
                  <a:cubicBezTo>
                    <a:pt x="1072" y="312"/>
                    <a:pt x="1013" y="217"/>
                    <a:pt x="941" y="133"/>
                  </a:cubicBezTo>
                  <a:cubicBezTo>
                    <a:pt x="858" y="74"/>
                    <a:pt x="775" y="26"/>
                    <a:pt x="679" y="14"/>
                  </a:cubicBezTo>
                  <a:cubicBezTo>
                    <a:pt x="667" y="14"/>
                    <a:pt x="656" y="2"/>
                    <a:pt x="620" y="2"/>
                  </a:cubicBezTo>
                  <a:cubicBezTo>
                    <a:pt x="605" y="1"/>
                    <a:pt x="590" y="1"/>
                    <a:pt x="57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20"/>
            <p:cNvSpPr/>
            <p:nvPr/>
          </p:nvSpPr>
          <p:spPr>
            <a:xfrm>
              <a:off x="3259325" y="4015150"/>
              <a:ext cx="28300" cy="26950"/>
            </a:xfrm>
            <a:custGeom>
              <a:avLst/>
              <a:gdLst/>
              <a:ahLst/>
              <a:cxnLst/>
              <a:rect l="l" t="t" r="r" b="b"/>
              <a:pathLst>
                <a:path w="1132" h="1078" extrusionOk="0">
                  <a:moveTo>
                    <a:pt x="563" y="1"/>
                  </a:moveTo>
                  <a:cubicBezTo>
                    <a:pt x="284" y="1"/>
                    <a:pt x="46" y="208"/>
                    <a:pt x="12" y="491"/>
                  </a:cubicBezTo>
                  <a:cubicBezTo>
                    <a:pt x="0" y="646"/>
                    <a:pt x="48" y="777"/>
                    <a:pt x="155" y="896"/>
                  </a:cubicBezTo>
                  <a:cubicBezTo>
                    <a:pt x="215" y="967"/>
                    <a:pt x="310" y="1027"/>
                    <a:pt x="429" y="1062"/>
                  </a:cubicBezTo>
                  <a:cubicBezTo>
                    <a:pt x="453" y="1062"/>
                    <a:pt x="477" y="1074"/>
                    <a:pt x="489" y="1074"/>
                  </a:cubicBezTo>
                  <a:lnTo>
                    <a:pt x="512" y="1074"/>
                  </a:lnTo>
                  <a:cubicBezTo>
                    <a:pt x="533" y="1076"/>
                    <a:pt x="553" y="1077"/>
                    <a:pt x="572" y="1077"/>
                  </a:cubicBezTo>
                  <a:cubicBezTo>
                    <a:pt x="665" y="1077"/>
                    <a:pt x="745" y="1054"/>
                    <a:pt x="834" y="1015"/>
                  </a:cubicBezTo>
                  <a:cubicBezTo>
                    <a:pt x="989" y="931"/>
                    <a:pt x="1084" y="777"/>
                    <a:pt x="1108" y="598"/>
                  </a:cubicBezTo>
                  <a:cubicBezTo>
                    <a:pt x="1132" y="300"/>
                    <a:pt x="905" y="38"/>
                    <a:pt x="608" y="3"/>
                  </a:cubicBezTo>
                  <a:cubicBezTo>
                    <a:pt x="593" y="2"/>
                    <a:pt x="577" y="1"/>
                    <a:pt x="56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20"/>
            <p:cNvSpPr/>
            <p:nvPr/>
          </p:nvSpPr>
          <p:spPr>
            <a:xfrm>
              <a:off x="5234575" y="4397850"/>
              <a:ext cx="36625" cy="13550"/>
            </a:xfrm>
            <a:custGeom>
              <a:avLst/>
              <a:gdLst/>
              <a:ahLst/>
              <a:cxnLst/>
              <a:rect l="l" t="t" r="r" b="b"/>
              <a:pathLst>
                <a:path w="1465" h="542" extrusionOk="0">
                  <a:moveTo>
                    <a:pt x="736" y="1"/>
                  </a:moveTo>
                  <a:cubicBezTo>
                    <a:pt x="686" y="1"/>
                    <a:pt x="635" y="6"/>
                    <a:pt x="596" y="6"/>
                  </a:cubicBezTo>
                  <a:cubicBezTo>
                    <a:pt x="477" y="30"/>
                    <a:pt x="381" y="66"/>
                    <a:pt x="286" y="149"/>
                  </a:cubicBezTo>
                  <a:cubicBezTo>
                    <a:pt x="262" y="161"/>
                    <a:pt x="238" y="173"/>
                    <a:pt x="227" y="185"/>
                  </a:cubicBezTo>
                  <a:cubicBezTo>
                    <a:pt x="143" y="268"/>
                    <a:pt x="84" y="351"/>
                    <a:pt x="36" y="459"/>
                  </a:cubicBezTo>
                  <a:cubicBezTo>
                    <a:pt x="24" y="482"/>
                    <a:pt x="24" y="518"/>
                    <a:pt x="0" y="542"/>
                  </a:cubicBezTo>
                  <a:lnTo>
                    <a:pt x="1465" y="542"/>
                  </a:lnTo>
                  <a:cubicBezTo>
                    <a:pt x="1370" y="268"/>
                    <a:pt x="1120" y="42"/>
                    <a:pt x="810" y="6"/>
                  </a:cubicBezTo>
                  <a:cubicBezTo>
                    <a:pt x="786" y="2"/>
                    <a:pt x="761" y="1"/>
                    <a:pt x="73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20"/>
            <p:cNvSpPr/>
            <p:nvPr/>
          </p:nvSpPr>
          <p:spPr>
            <a:xfrm>
              <a:off x="4984250" y="3714800"/>
              <a:ext cx="39600" cy="38200"/>
            </a:xfrm>
            <a:custGeom>
              <a:avLst/>
              <a:gdLst/>
              <a:ahLst/>
              <a:cxnLst/>
              <a:rect l="l" t="t" r="r" b="b"/>
              <a:pathLst>
                <a:path w="1584" h="1528" extrusionOk="0">
                  <a:moveTo>
                    <a:pt x="778" y="0"/>
                  </a:moveTo>
                  <a:cubicBezTo>
                    <a:pt x="388" y="0"/>
                    <a:pt x="46" y="289"/>
                    <a:pt x="12" y="694"/>
                  </a:cubicBezTo>
                  <a:cubicBezTo>
                    <a:pt x="0" y="813"/>
                    <a:pt x="12" y="932"/>
                    <a:pt x="60" y="1039"/>
                  </a:cubicBezTo>
                  <a:cubicBezTo>
                    <a:pt x="119" y="1134"/>
                    <a:pt x="179" y="1242"/>
                    <a:pt x="274" y="1313"/>
                  </a:cubicBezTo>
                  <a:cubicBezTo>
                    <a:pt x="310" y="1361"/>
                    <a:pt x="369" y="1408"/>
                    <a:pt x="417" y="1432"/>
                  </a:cubicBezTo>
                  <a:cubicBezTo>
                    <a:pt x="512" y="1480"/>
                    <a:pt x="607" y="1527"/>
                    <a:pt x="715" y="1527"/>
                  </a:cubicBezTo>
                  <a:lnTo>
                    <a:pt x="893" y="1527"/>
                  </a:lnTo>
                  <a:cubicBezTo>
                    <a:pt x="1012" y="1515"/>
                    <a:pt x="1119" y="1468"/>
                    <a:pt x="1203" y="1408"/>
                  </a:cubicBezTo>
                  <a:cubicBezTo>
                    <a:pt x="1381" y="1289"/>
                    <a:pt x="1524" y="1075"/>
                    <a:pt x="1536" y="837"/>
                  </a:cubicBezTo>
                  <a:cubicBezTo>
                    <a:pt x="1584" y="420"/>
                    <a:pt x="1286" y="39"/>
                    <a:pt x="846" y="3"/>
                  </a:cubicBezTo>
                  <a:cubicBezTo>
                    <a:pt x="823" y="1"/>
                    <a:pt x="800" y="0"/>
                    <a:pt x="77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20"/>
            <p:cNvSpPr/>
            <p:nvPr/>
          </p:nvSpPr>
          <p:spPr>
            <a:xfrm>
              <a:off x="3074475" y="4307150"/>
              <a:ext cx="15500" cy="15550"/>
            </a:xfrm>
            <a:custGeom>
              <a:avLst/>
              <a:gdLst/>
              <a:ahLst/>
              <a:cxnLst/>
              <a:rect l="l" t="t" r="r" b="b"/>
              <a:pathLst>
                <a:path w="620" h="622" extrusionOk="0">
                  <a:moveTo>
                    <a:pt x="328" y="0"/>
                  </a:moveTo>
                  <a:cubicBezTo>
                    <a:pt x="264" y="0"/>
                    <a:pt x="195" y="30"/>
                    <a:pt x="144" y="50"/>
                  </a:cubicBezTo>
                  <a:cubicBezTo>
                    <a:pt x="72" y="86"/>
                    <a:pt x="13" y="169"/>
                    <a:pt x="1" y="277"/>
                  </a:cubicBezTo>
                  <a:cubicBezTo>
                    <a:pt x="1" y="300"/>
                    <a:pt x="1" y="336"/>
                    <a:pt x="13" y="360"/>
                  </a:cubicBezTo>
                  <a:cubicBezTo>
                    <a:pt x="24" y="408"/>
                    <a:pt x="48" y="455"/>
                    <a:pt x="60" y="479"/>
                  </a:cubicBezTo>
                  <a:cubicBezTo>
                    <a:pt x="96" y="562"/>
                    <a:pt x="191" y="622"/>
                    <a:pt x="286" y="622"/>
                  </a:cubicBezTo>
                  <a:lnTo>
                    <a:pt x="382" y="622"/>
                  </a:lnTo>
                  <a:cubicBezTo>
                    <a:pt x="465" y="598"/>
                    <a:pt x="536" y="562"/>
                    <a:pt x="560" y="503"/>
                  </a:cubicBezTo>
                  <a:cubicBezTo>
                    <a:pt x="596" y="455"/>
                    <a:pt x="620" y="408"/>
                    <a:pt x="620" y="348"/>
                  </a:cubicBezTo>
                  <a:cubicBezTo>
                    <a:pt x="620" y="300"/>
                    <a:pt x="620" y="265"/>
                    <a:pt x="608" y="217"/>
                  </a:cubicBezTo>
                  <a:cubicBezTo>
                    <a:pt x="584" y="110"/>
                    <a:pt x="489" y="38"/>
                    <a:pt x="382" y="27"/>
                  </a:cubicBezTo>
                  <a:cubicBezTo>
                    <a:pt x="370" y="27"/>
                    <a:pt x="358" y="27"/>
                    <a:pt x="358" y="3"/>
                  </a:cubicBezTo>
                  <a:cubicBezTo>
                    <a:pt x="348" y="1"/>
                    <a:pt x="338" y="0"/>
                    <a:pt x="32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20"/>
            <p:cNvSpPr/>
            <p:nvPr/>
          </p:nvSpPr>
          <p:spPr>
            <a:xfrm>
              <a:off x="3911200" y="4344925"/>
              <a:ext cx="16375" cy="15575"/>
            </a:xfrm>
            <a:custGeom>
              <a:avLst/>
              <a:gdLst/>
              <a:ahLst/>
              <a:cxnLst/>
              <a:rect l="l" t="t" r="r" b="b"/>
              <a:pathLst>
                <a:path w="655" h="623" extrusionOk="0">
                  <a:moveTo>
                    <a:pt x="312" y="1"/>
                  </a:moveTo>
                  <a:cubicBezTo>
                    <a:pt x="167" y="1"/>
                    <a:pt x="55" y="103"/>
                    <a:pt x="12" y="254"/>
                  </a:cubicBezTo>
                  <a:lnTo>
                    <a:pt x="12" y="278"/>
                  </a:lnTo>
                  <a:cubicBezTo>
                    <a:pt x="0" y="456"/>
                    <a:pt x="119" y="611"/>
                    <a:pt x="298" y="623"/>
                  </a:cubicBezTo>
                  <a:lnTo>
                    <a:pt x="405" y="623"/>
                  </a:lnTo>
                  <a:cubicBezTo>
                    <a:pt x="524" y="599"/>
                    <a:pt x="631" y="492"/>
                    <a:pt x="643" y="337"/>
                  </a:cubicBezTo>
                  <a:cubicBezTo>
                    <a:pt x="655" y="159"/>
                    <a:pt x="536" y="16"/>
                    <a:pt x="357" y="4"/>
                  </a:cubicBezTo>
                  <a:cubicBezTo>
                    <a:pt x="342" y="2"/>
                    <a:pt x="327" y="1"/>
                    <a:pt x="31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1" name="Google Shape;2621;p20"/>
          <p:cNvGrpSpPr/>
          <p:nvPr/>
        </p:nvGrpSpPr>
        <p:grpSpPr>
          <a:xfrm flipH="1">
            <a:off x="5790906" y="4274145"/>
            <a:ext cx="3353245" cy="869408"/>
            <a:chOff x="2582150" y="3714800"/>
            <a:chExt cx="2689050" cy="697200"/>
          </a:xfrm>
        </p:grpSpPr>
        <p:sp>
          <p:nvSpPr>
            <p:cNvPr id="2622" name="Google Shape;2622;p20"/>
            <p:cNvSpPr/>
            <p:nvPr/>
          </p:nvSpPr>
          <p:spPr>
            <a:xfrm>
              <a:off x="3636750" y="4402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0"/>
            <p:cNvSpPr/>
            <p:nvPr/>
          </p:nvSpPr>
          <p:spPr>
            <a:xfrm>
              <a:off x="3640625" y="4406925"/>
              <a:ext cx="19375" cy="4475"/>
            </a:xfrm>
            <a:custGeom>
              <a:avLst/>
              <a:gdLst/>
              <a:ahLst/>
              <a:cxnLst/>
              <a:rect l="l" t="t" r="r" b="b"/>
              <a:pathLst>
                <a:path w="775" h="179" extrusionOk="0">
                  <a:moveTo>
                    <a:pt x="393" y="0"/>
                  </a:moveTo>
                  <a:lnTo>
                    <a:pt x="36" y="108"/>
                  </a:lnTo>
                  <a:lnTo>
                    <a:pt x="0" y="179"/>
                  </a:lnTo>
                  <a:lnTo>
                    <a:pt x="774" y="179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20"/>
            <p:cNvSpPr/>
            <p:nvPr/>
          </p:nvSpPr>
          <p:spPr>
            <a:xfrm>
              <a:off x="3634075" y="44039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0" y="24"/>
                  </a:moveTo>
                  <a:lnTo>
                    <a:pt x="0" y="24"/>
                  </a:lnTo>
                  <a:lnTo>
                    <a:pt x="0" y="24"/>
                  </a:lnTo>
                  <a:cubicBezTo>
                    <a:pt x="0" y="0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20"/>
            <p:cNvSpPr/>
            <p:nvPr/>
          </p:nvSpPr>
          <p:spPr>
            <a:xfrm>
              <a:off x="3635275" y="4403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20"/>
            <p:cNvSpPr/>
            <p:nvPr/>
          </p:nvSpPr>
          <p:spPr>
            <a:xfrm>
              <a:off x="3746875" y="4334600"/>
              <a:ext cx="142325" cy="46150"/>
            </a:xfrm>
            <a:custGeom>
              <a:avLst/>
              <a:gdLst/>
              <a:ahLst/>
              <a:cxnLst/>
              <a:rect l="l" t="t" r="r" b="b"/>
              <a:pathLst>
                <a:path w="5693" h="1846" extrusionOk="0">
                  <a:moveTo>
                    <a:pt x="5418" y="0"/>
                  </a:moveTo>
                  <a:lnTo>
                    <a:pt x="1" y="1488"/>
                  </a:lnTo>
                  <a:lnTo>
                    <a:pt x="1" y="1846"/>
                  </a:lnTo>
                  <a:lnTo>
                    <a:pt x="5692" y="262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20"/>
            <p:cNvSpPr/>
            <p:nvPr/>
          </p:nvSpPr>
          <p:spPr>
            <a:xfrm>
              <a:off x="3891850" y="4256600"/>
              <a:ext cx="273575" cy="81875"/>
            </a:xfrm>
            <a:custGeom>
              <a:avLst/>
              <a:gdLst/>
              <a:ahLst/>
              <a:cxnLst/>
              <a:rect l="l" t="t" r="r" b="b"/>
              <a:pathLst>
                <a:path w="10943" h="3275" extrusionOk="0">
                  <a:moveTo>
                    <a:pt x="10883" y="1"/>
                  </a:moveTo>
                  <a:lnTo>
                    <a:pt x="0" y="3013"/>
                  </a:lnTo>
                  <a:lnTo>
                    <a:pt x="286" y="3275"/>
                  </a:lnTo>
                  <a:lnTo>
                    <a:pt x="10883" y="358"/>
                  </a:lnTo>
                  <a:lnTo>
                    <a:pt x="10942" y="298"/>
                  </a:lnTo>
                  <a:cubicBezTo>
                    <a:pt x="10894" y="215"/>
                    <a:pt x="10883" y="108"/>
                    <a:pt x="1088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20"/>
            <p:cNvSpPr/>
            <p:nvPr/>
          </p:nvSpPr>
          <p:spPr>
            <a:xfrm>
              <a:off x="3634375" y="4403350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12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20"/>
            <p:cNvSpPr/>
            <p:nvPr/>
          </p:nvSpPr>
          <p:spPr>
            <a:xfrm>
              <a:off x="3635275" y="4402450"/>
              <a:ext cx="300" cy="625"/>
            </a:xfrm>
            <a:custGeom>
              <a:avLst/>
              <a:gdLst/>
              <a:ahLst/>
              <a:cxnLst/>
              <a:rect l="l" t="t" r="r" b="b"/>
              <a:pathLst>
                <a:path w="12" h="25" extrusionOk="0">
                  <a:moveTo>
                    <a:pt x="12" y="1"/>
                  </a:moveTo>
                  <a:cubicBezTo>
                    <a:pt x="12" y="1"/>
                    <a:pt x="0" y="25"/>
                    <a:pt x="12" y="1"/>
                  </a:cubicBezTo>
                  <a:lnTo>
                    <a:pt x="0" y="25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20"/>
            <p:cNvSpPr/>
            <p:nvPr/>
          </p:nvSpPr>
          <p:spPr>
            <a:xfrm>
              <a:off x="3636750" y="4373575"/>
              <a:ext cx="101825" cy="35750"/>
            </a:xfrm>
            <a:custGeom>
              <a:avLst/>
              <a:gdLst/>
              <a:ahLst/>
              <a:cxnLst/>
              <a:rect l="l" t="t" r="r" b="b"/>
              <a:pathLst>
                <a:path w="4073" h="1430" extrusionOk="0">
                  <a:moveTo>
                    <a:pt x="4073" y="1"/>
                  </a:moveTo>
                  <a:lnTo>
                    <a:pt x="12" y="1120"/>
                  </a:lnTo>
                  <a:lnTo>
                    <a:pt x="1" y="1120"/>
                  </a:lnTo>
                  <a:cubicBezTo>
                    <a:pt x="24" y="1132"/>
                    <a:pt x="60" y="1132"/>
                    <a:pt x="96" y="1132"/>
                  </a:cubicBezTo>
                  <a:cubicBezTo>
                    <a:pt x="191" y="1156"/>
                    <a:pt x="251" y="1251"/>
                    <a:pt x="215" y="1334"/>
                  </a:cubicBezTo>
                  <a:lnTo>
                    <a:pt x="191" y="1430"/>
                  </a:lnTo>
                  <a:lnTo>
                    <a:pt x="548" y="1322"/>
                  </a:lnTo>
                  <a:lnTo>
                    <a:pt x="4061" y="358"/>
                  </a:lnTo>
                  <a:lnTo>
                    <a:pt x="407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20"/>
            <p:cNvSpPr/>
            <p:nvPr/>
          </p:nvSpPr>
          <p:spPr>
            <a:xfrm>
              <a:off x="3635850" y="4402150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37" y="1"/>
                  </a:moveTo>
                  <a:cubicBezTo>
                    <a:pt x="13" y="1"/>
                    <a:pt x="1" y="1"/>
                    <a:pt x="1" y="13"/>
                  </a:cubicBezTo>
                  <a:cubicBezTo>
                    <a:pt x="1" y="13"/>
                    <a:pt x="13" y="1"/>
                    <a:pt x="37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20"/>
            <p:cNvSpPr/>
            <p:nvPr/>
          </p:nvSpPr>
          <p:spPr>
            <a:xfrm>
              <a:off x="3634075" y="4403950"/>
              <a:ext cx="325" cy="925"/>
            </a:xfrm>
            <a:custGeom>
              <a:avLst/>
              <a:gdLst/>
              <a:ahLst/>
              <a:cxnLst/>
              <a:rect l="l" t="t" r="r" b="b"/>
              <a:pathLst>
                <a:path w="13" h="37" extrusionOk="0">
                  <a:moveTo>
                    <a:pt x="12" y="0"/>
                  </a:moveTo>
                  <a:lnTo>
                    <a:pt x="12" y="0"/>
                  </a:lnTo>
                  <a:cubicBezTo>
                    <a:pt x="6" y="14"/>
                    <a:pt x="3" y="19"/>
                    <a:pt x="1" y="24"/>
                  </a:cubicBezTo>
                  <a:lnTo>
                    <a:pt x="1" y="24"/>
                  </a:lnTo>
                  <a:cubicBezTo>
                    <a:pt x="12" y="24"/>
                    <a:pt x="12" y="23"/>
                    <a:pt x="12" y="0"/>
                  </a:cubicBezTo>
                  <a:close/>
                  <a:moveTo>
                    <a:pt x="1" y="24"/>
                  </a:moveTo>
                  <a:cubicBezTo>
                    <a:pt x="1" y="24"/>
                    <a:pt x="1" y="24"/>
                    <a:pt x="0" y="24"/>
                  </a:cubicBezTo>
                  <a:lnTo>
                    <a:pt x="0" y="36"/>
                  </a:lnTo>
                  <a:cubicBezTo>
                    <a:pt x="0" y="31"/>
                    <a:pt x="0" y="28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20"/>
            <p:cNvSpPr/>
            <p:nvPr/>
          </p:nvSpPr>
          <p:spPr>
            <a:xfrm>
              <a:off x="2599425" y="4199450"/>
              <a:ext cx="104800" cy="112250"/>
            </a:xfrm>
            <a:custGeom>
              <a:avLst/>
              <a:gdLst/>
              <a:ahLst/>
              <a:cxnLst/>
              <a:rect l="l" t="t" r="r" b="b"/>
              <a:pathLst>
                <a:path w="4192" h="4490" extrusionOk="0">
                  <a:moveTo>
                    <a:pt x="3929" y="1"/>
                  </a:moveTo>
                  <a:lnTo>
                    <a:pt x="0" y="4394"/>
                  </a:lnTo>
                  <a:cubicBezTo>
                    <a:pt x="84" y="4394"/>
                    <a:pt x="167" y="4430"/>
                    <a:pt x="250" y="4489"/>
                  </a:cubicBezTo>
                  <a:lnTo>
                    <a:pt x="417" y="4418"/>
                  </a:lnTo>
                  <a:lnTo>
                    <a:pt x="4191" y="203"/>
                  </a:lnTo>
                  <a:lnTo>
                    <a:pt x="392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20"/>
            <p:cNvSpPr/>
            <p:nvPr/>
          </p:nvSpPr>
          <p:spPr>
            <a:xfrm>
              <a:off x="2778900" y="4187850"/>
              <a:ext cx="124150" cy="53600"/>
            </a:xfrm>
            <a:custGeom>
              <a:avLst/>
              <a:gdLst/>
              <a:ahLst/>
              <a:cxnLst/>
              <a:rect l="l" t="t" r="r" b="b"/>
              <a:pathLst>
                <a:path w="4966" h="2144" extrusionOk="0">
                  <a:moveTo>
                    <a:pt x="4942" y="0"/>
                  </a:moveTo>
                  <a:cubicBezTo>
                    <a:pt x="4930" y="0"/>
                    <a:pt x="4918" y="0"/>
                    <a:pt x="4918" y="12"/>
                  </a:cubicBezTo>
                  <a:cubicBezTo>
                    <a:pt x="4930" y="12"/>
                    <a:pt x="4942" y="12"/>
                    <a:pt x="4942" y="0"/>
                  </a:cubicBezTo>
                  <a:close/>
                  <a:moveTo>
                    <a:pt x="4918" y="12"/>
                  </a:moveTo>
                  <a:lnTo>
                    <a:pt x="1" y="1834"/>
                  </a:lnTo>
                  <a:cubicBezTo>
                    <a:pt x="84" y="1917"/>
                    <a:pt x="120" y="2024"/>
                    <a:pt x="144" y="2143"/>
                  </a:cubicBezTo>
                  <a:lnTo>
                    <a:pt x="4966" y="358"/>
                  </a:lnTo>
                  <a:lnTo>
                    <a:pt x="4882" y="310"/>
                  </a:lnTo>
                  <a:cubicBezTo>
                    <a:pt x="4811" y="250"/>
                    <a:pt x="4799" y="155"/>
                    <a:pt x="4847" y="72"/>
                  </a:cubicBezTo>
                  <a:cubicBezTo>
                    <a:pt x="4859" y="48"/>
                    <a:pt x="4882" y="36"/>
                    <a:pt x="4918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20"/>
            <p:cNvSpPr/>
            <p:nvPr/>
          </p:nvSpPr>
          <p:spPr>
            <a:xfrm>
              <a:off x="2905125" y="4188150"/>
              <a:ext cx="900" cy="625"/>
            </a:xfrm>
            <a:custGeom>
              <a:avLst/>
              <a:gdLst/>
              <a:ahLst/>
              <a:cxnLst/>
              <a:rect l="l" t="t" r="r" b="b"/>
              <a:pathLst>
                <a:path w="36" h="25" extrusionOk="0">
                  <a:moveTo>
                    <a:pt x="0" y="0"/>
                  </a:moveTo>
                  <a:cubicBezTo>
                    <a:pt x="12" y="0"/>
                    <a:pt x="12" y="24"/>
                    <a:pt x="36" y="24"/>
                  </a:cubicBezTo>
                  <a:cubicBezTo>
                    <a:pt x="12" y="24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20"/>
            <p:cNvSpPr/>
            <p:nvPr/>
          </p:nvSpPr>
          <p:spPr>
            <a:xfrm>
              <a:off x="2903925" y="41878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0" y="0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20"/>
            <p:cNvSpPr/>
            <p:nvPr/>
          </p:nvSpPr>
          <p:spPr>
            <a:xfrm>
              <a:off x="2903325" y="41878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20"/>
            <p:cNvSpPr/>
            <p:nvPr/>
          </p:nvSpPr>
          <p:spPr>
            <a:xfrm>
              <a:off x="2906000" y="4188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20"/>
            <p:cNvSpPr/>
            <p:nvPr/>
          </p:nvSpPr>
          <p:spPr>
            <a:xfrm>
              <a:off x="2898575" y="4188150"/>
              <a:ext cx="179200" cy="127725"/>
            </a:xfrm>
            <a:custGeom>
              <a:avLst/>
              <a:gdLst/>
              <a:ahLst/>
              <a:cxnLst/>
              <a:rect l="l" t="t" r="r" b="b"/>
              <a:pathLst>
                <a:path w="7168" h="5109" extrusionOk="0">
                  <a:moveTo>
                    <a:pt x="155" y="0"/>
                  </a:moveTo>
                  <a:cubicBezTo>
                    <a:pt x="143" y="0"/>
                    <a:pt x="131" y="0"/>
                    <a:pt x="131" y="24"/>
                  </a:cubicBezTo>
                  <a:cubicBezTo>
                    <a:pt x="95" y="24"/>
                    <a:pt x="83" y="36"/>
                    <a:pt x="60" y="60"/>
                  </a:cubicBezTo>
                  <a:cubicBezTo>
                    <a:pt x="0" y="143"/>
                    <a:pt x="24" y="238"/>
                    <a:pt x="95" y="298"/>
                  </a:cubicBezTo>
                  <a:lnTo>
                    <a:pt x="179" y="346"/>
                  </a:lnTo>
                  <a:lnTo>
                    <a:pt x="7049" y="5108"/>
                  </a:lnTo>
                  <a:cubicBezTo>
                    <a:pt x="7049" y="5084"/>
                    <a:pt x="7037" y="5049"/>
                    <a:pt x="7037" y="5025"/>
                  </a:cubicBezTo>
                  <a:cubicBezTo>
                    <a:pt x="7049" y="4918"/>
                    <a:pt x="7096" y="4834"/>
                    <a:pt x="7168" y="4787"/>
                  </a:cubicBezTo>
                  <a:lnTo>
                    <a:pt x="298" y="24"/>
                  </a:lnTo>
                  <a:cubicBezTo>
                    <a:pt x="274" y="24"/>
                    <a:pt x="274" y="0"/>
                    <a:pt x="26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20"/>
            <p:cNvSpPr/>
            <p:nvPr/>
          </p:nvSpPr>
          <p:spPr>
            <a:xfrm>
              <a:off x="2605375" y="4242625"/>
              <a:ext cx="151825" cy="76225"/>
            </a:xfrm>
            <a:custGeom>
              <a:avLst/>
              <a:gdLst/>
              <a:ahLst/>
              <a:cxnLst/>
              <a:rect l="l" t="t" r="r" b="b"/>
              <a:pathLst>
                <a:path w="6073" h="3049" extrusionOk="0">
                  <a:moveTo>
                    <a:pt x="5870" y="0"/>
                  </a:moveTo>
                  <a:lnTo>
                    <a:pt x="155" y="2679"/>
                  </a:lnTo>
                  <a:lnTo>
                    <a:pt x="0" y="2750"/>
                  </a:lnTo>
                  <a:cubicBezTo>
                    <a:pt x="84" y="2822"/>
                    <a:pt x="143" y="2929"/>
                    <a:pt x="155" y="3048"/>
                  </a:cubicBezTo>
                  <a:lnTo>
                    <a:pt x="6073" y="286"/>
                  </a:lnTo>
                  <a:cubicBezTo>
                    <a:pt x="6037" y="226"/>
                    <a:pt x="6013" y="167"/>
                    <a:pt x="5989" y="107"/>
                  </a:cubicBezTo>
                  <a:lnTo>
                    <a:pt x="587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20"/>
            <p:cNvSpPr/>
            <p:nvPr/>
          </p:nvSpPr>
          <p:spPr>
            <a:xfrm>
              <a:off x="2768500" y="4252150"/>
              <a:ext cx="210450" cy="159250"/>
            </a:xfrm>
            <a:custGeom>
              <a:avLst/>
              <a:gdLst/>
              <a:ahLst/>
              <a:cxnLst/>
              <a:rect l="l" t="t" r="r" b="b"/>
              <a:pathLst>
                <a:path w="8418" h="6370" extrusionOk="0">
                  <a:moveTo>
                    <a:pt x="381" y="0"/>
                  </a:moveTo>
                  <a:cubicBezTo>
                    <a:pt x="286" y="95"/>
                    <a:pt x="155" y="155"/>
                    <a:pt x="0" y="155"/>
                  </a:cubicBezTo>
                  <a:lnTo>
                    <a:pt x="7858" y="6370"/>
                  </a:lnTo>
                  <a:lnTo>
                    <a:pt x="8418" y="637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20"/>
            <p:cNvSpPr/>
            <p:nvPr/>
          </p:nvSpPr>
          <p:spPr>
            <a:xfrm>
              <a:off x="2694975" y="4191125"/>
              <a:ext cx="62225" cy="54200"/>
            </a:xfrm>
            <a:custGeom>
              <a:avLst/>
              <a:gdLst/>
              <a:ahLst/>
              <a:cxnLst/>
              <a:rect l="l" t="t" r="r" b="b"/>
              <a:pathLst>
                <a:path w="2489" h="2168" extrusionOk="0">
                  <a:moveTo>
                    <a:pt x="131" y="0"/>
                  </a:moveTo>
                  <a:cubicBezTo>
                    <a:pt x="95" y="24"/>
                    <a:pt x="72" y="36"/>
                    <a:pt x="60" y="60"/>
                  </a:cubicBezTo>
                  <a:cubicBezTo>
                    <a:pt x="0" y="143"/>
                    <a:pt x="12" y="238"/>
                    <a:pt x="84" y="298"/>
                  </a:cubicBezTo>
                  <a:lnTo>
                    <a:pt x="107" y="322"/>
                  </a:lnTo>
                  <a:lnTo>
                    <a:pt x="369" y="524"/>
                  </a:lnTo>
                  <a:lnTo>
                    <a:pt x="2286" y="2060"/>
                  </a:lnTo>
                  <a:lnTo>
                    <a:pt x="2429" y="2167"/>
                  </a:lnTo>
                  <a:cubicBezTo>
                    <a:pt x="2405" y="2108"/>
                    <a:pt x="2405" y="2060"/>
                    <a:pt x="2405" y="2001"/>
                  </a:cubicBezTo>
                  <a:cubicBezTo>
                    <a:pt x="2405" y="1929"/>
                    <a:pt x="2441" y="1846"/>
                    <a:pt x="2489" y="1774"/>
                  </a:cubicBezTo>
                  <a:lnTo>
                    <a:pt x="655" y="322"/>
                  </a:lnTo>
                  <a:cubicBezTo>
                    <a:pt x="596" y="405"/>
                    <a:pt x="500" y="453"/>
                    <a:pt x="405" y="453"/>
                  </a:cubicBezTo>
                  <a:cubicBezTo>
                    <a:pt x="250" y="453"/>
                    <a:pt x="143" y="298"/>
                    <a:pt x="167" y="155"/>
                  </a:cubicBezTo>
                  <a:cubicBezTo>
                    <a:pt x="167" y="96"/>
                    <a:pt x="191" y="48"/>
                    <a:pt x="22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20"/>
            <p:cNvSpPr/>
            <p:nvPr/>
          </p:nvSpPr>
          <p:spPr>
            <a:xfrm>
              <a:off x="3016725" y="4319125"/>
              <a:ext cx="67000" cy="92275"/>
            </a:xfrm>
            <a:custGeom>
              <a:avLst/>
              <a:gdLst/>
              <a:ahLst/>
              <a:cxnLst/>
              <a:rect l="l" t="t" r="r" b="b"/>
              <a:pathLst>
                <a:path w="2680" h="3691" extrusionOk="0">
                  <a:moveTo>
                    <a:pt x="2680" y="119"/>
                  </a:moveTo>
                  <a:lnTo>
                    <a:pt x="2675" y="126"/>
                  </a:lnTo>
                  <a:lnTo>
                    <a:pt x="2675" y="126"/>
                  </a:lnTo>
                  <a:cubicBezTo>
                    <a:pt x="2677" y="124"/>
                    <a:pt x="2679" y="122"/>
                    <a:pt x="2680" y="119"/>
                  </a:cubicBezTo>
                  <a:close/>
                  <a:moveTo>
                    <a:pt x="2370" y="0"/>
                  </a:moveTo>
                  <a:lnTo>
                    <a:pt x="1" y="3560"/>
                  </a:lnTo>
                  <a:cubicBezTo>
                    <a:pt x="96" y="3596"/>
                    <a:pt x="168" y="3631"/>
                    <a:pt x="227" y="3691"/>
                  </a:cubicBezTo>
                  <a:lnTo>
                    <a:pt x="310" y="3691"/>
                  </a:lnTo>
                  <a:lnTo>
                    <a:pt x="2675" y="126"/>
                  </a:lnTo>
                  <a:lnTo>
                    <a:pt x="2675" y="126"/>
                  </a:lnTo>
                  <a:cubicBezTo>
                    <a:pt x="2661" y="143"/>
                    <a:pt x="2628" y="143"/>
                    <a:pt x="2596" y="143"/>
                  </a:cubicBezTo>
                  <a:cubicBezTo>
                    <a:pt x="2501" y="143"/>
                    <a:pt x="2418" y="83"/>
                    <a:pt x="237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20"/>
            <p:cNvSpPr/>
            <p:nvPr/>
          </p:nvSpPr>
          <p:spPr>
            <a:xfrm>
              <a:off x="3084000" y="4036650"/>
              <a:ext cx="186075" cy="275050"/>
            </a:xfrm>
            <a:custGeom>
              <a:avLst/>
              <a:gdLst/>
              <a:ahLst/>
              <a:cxnLst/>
              <a:rect l="l" t="t" r="r" b="b"/>
              <a:pathLst>
                <a:path w="7443" h="11002" extrusionOk="0">
                  <a:moveTo>
                    <a:pt x="7168" y="0"/>
                  </a:moveTo>
                  <a:lnTo>
                    <a:pt x="1" y="10811"/>
                  </a:lnTo>
                  <a:cubicBezTo>
                    <a:pt x="108" y="10847"/>
                    <a:pt x="203" y="10918"/>
                    <a:pt x="227" y="11001"/>
                  </a:cubicBezTo>
                  <a:cubicBezTo>
                    <a:pt x="239" y="11001"/>
                    <a:pt x="263" y="10989"/>
                    <a:pt x="286" y="10989"/>
                  </a:cubicBezTo>
                  <a:lnTo>
                    <a:pt x="7442" y="179"/>
                  </a:lnTo>
                  <a:cubicBezTo>
                    <a:pt x="7323" y="155"/>
                    <a:pt x="7240" y="95"/>
                    <a:pt x="716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20"/>
            <p:cNvSpPr/>
            <p:nvPr/>
          </p:nvSpPr>
          <p:spPr>
            <a:xfrm>
              <a:off x="3088475" y="4311375"/>
              <a:ext cx="161950" cy="100025"/>
            </a:xfrm>
            <a:custGeom>
              <a:avLst/>
              <a:gdLst/>
              <a:ahLst/>
              <a:cxnLst/>
              <a:rect l="l" t="t" r="r" b="b"/>
              <a:pathLst>
                <a:path w="6478" h="4001" extrusionOk="0">
                  <a:moveTo>
                    <a:pt x="107" y="0"/>
                  </a:moveTo>
                  <a:cubicBezTo>
                    <a:pt x="96" y="0"/>
                    <a:pt x="72" y="0"/>
                    <a:pt x="48" y="12"/>
                  </a:cubicBezTo>
                  <a:cubicBezTo>
                    <a:pt x="60" y="60"/>
                    <a:pt x="84" y="108"/>
                    <a:pt x="60" y="155"/>
                  </a:cubicBezTo>
                  <a:cubicBezTo>
                    <a:pt x="60" y="215"/>
                    <a:pt x="36" y="250"/>
                    <a:pt x="0" y="298"/>
                  </a:cubicBezTo>
                  <a:lnTo>
                    <a:pt x="24" y="310"/>
                  </a:lnTo>
                  <a:lnTo>
                    <a:pt x="5834" y="4001"/>
                  </a:lnTo>
                  <a:lnTo>
                    <a:pt x="6477" y="4001"/>
                  </a:lnTo>
                  <a:lnTo>
                    <a:pt x="203" y="36"/>
                  </a:lnTo>
                  <a:cubicBezTo>
                    <a:pt x="167" y="12"/>
                    <a:pt x="143" y="0"/>
                    <a:pt x="10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20"/>
            <p:cNvSpPr/>
            <p:nvPr/>
          </p:nvSpPr>
          <p:spPr>
            <a:xfrm>
              <a:off x="3271525" y="4040200"/>
              <a:ext cx="47350" cy="371200"/>
            </a:xfrm>
            <a:custGeom>
              <a:avLst/>
              <a:gdLst/>
              <a:ahLst/>
              <a:cxnLst/>
              <a:rect l="l" t="t" r="r" b="b"/>
              <a:pathLst>
                <a:path w="1894" h="14848" extrusionOk="0">
                  <a:moveTo>
                    <a:pt x="334" y="1"/>
                  </a:moveTo>
                  <a:cubicBezTo>
                    <a:pt x="255" y="51"/>
                    <a:pt x="159" y="75"/>
                    <a:pt x="60" y="75"/>
                  </a:cubicBezTo>
                  <a:cubicBezTo>
                    <a:pt x="40" y="75"/>
                    <a:pt x="20" y="74"/>
                    <a:pt x="1" y="72"/>
                  </a:cubicBezTo>
                  <a:lnTo>
                    <a:pt x="1" y="72"/>
                  </a:lnTo>
                  <a:lnTo>
                    <a:pt x="1548" y="14848"/>
                  </a:lnTo>
                  <a:lnTo>
                    <a:pt x="1894" y="14848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20"/>
            <p:cNvSpPr/>
            <p:nvPr/>
          </p:nvSpPr>
          <p:spPr>
            <a:xfrm>
              <a:off x="3632275" y="4401925"/>
              <a:ext cx="10750" cy="9475"/>
            </a:xfrm>
            <a:custGeom>
              <a:avLst/>
              <a:gdLst/>
              <a:ahLst/>
              <a:cxnLst/>
              <a:rect l="l" t="t" r="r" b="b"/>
              <a:pathLst>
                <a:path w="430" h="379" extrusionOk="0">
                  <a:moveTo>
                    <a:pt x="227" y="1"/>
                  </a:moveTo>
                  <a:cubicBezTo>
                    <a:pt x="209" y="1"/>
                    <a:pt x="191" y="4"/>
                    <a:pt x="180" y="10"/>
                  </a:cubicBezTo>
                  <a:cubicBezTo>
                    <a:pt x="156" y="10"/>
                    <a:pt x="156" y="22"/>
                    <a:pt x="144" y="22"/>
                  </a:cubicBezTo>
                  <a:lnTo>
                    <a:pt x="132" y="22"/>
                  </a:lnTo>
                  <a:lnTo>
                    <a:pt x="120" y="46"/>
                  </a:lnTo>
                  <a:lnTo>
                    <a:pt x="96" y="57"/>
                  </a:lnTo>
                  <a:lnTo>
                    <a:pt x="84" y="69"/>
                  </a:lnTo>
                  <a:lnTo>
                    <a:pt x="84" y="81"/>
                  </a:lnTo>
                  <a:cubicBezTo>
                    <a:pt x="84" y="105"/>
                    <a:pt x="72" y="105"/>
                    <a:pt x="72" y="117"/>
                  </a:cubicBezTo>
                  <a:lnTo>
                    <a:pt x="1" y="379"/>
                  </a:lnTo>
                  <a:lnTo>
                    <a:pt x="334" y="379"/>
                  </a:lnTo>
                  <a:lnTo>
                    <a:pt x="370" y="308"/>
                  </a:lnTo>
                  <a:lnTo>
                    <a:pt x="394" y="224"/>
                  </a:lnTo>
                  <a:cubicBezTo>
                    <a:pt x="430" y="129"/>
                    <a:pt x="370" y="46"/>
                    <a:pt x="275" y="10"/>
                  </a:cubicBezTo>
                  <a:cubicBezTo>
                    <a:pt x="263" y="4"/>
                    <a:pt x="245" y="1"/>
                    <a:pt x="227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20"/>
            <p:cNvSpPr/>
            <p:nvPr/>
          </p:nvSpPr>
          <p:spPr>
            <a:xfrm>
              <a:off x="3737350" y="4195300"/>
              <a:ext cx="14325" cy="216100"/>
            </a:xfrm>
            <a:custGeom>
              <a:avLst/>
              <a:gdLst/>
              <a:ahLst/>
              <a:cxnLst/>
              <a:rect l="l" t="t" r="r" b="b"/>
              <a:pathLst>
                <a:path w="573" h="8644" extrusionOk="0">
                  <a:moveTo>
                    <a:pt x="227" y="0"/>
                  </a:moveTo>
                  <a:lnTo>
                    <a:pt x="37" y="7156"/>
                  </a:lnTo>
                  <a:lnTo>
                    <a:pt x="25" y="7513"/>
                  </a:lnTo>
                  <a:lnTo>
                    <a:pt x="1" y="8644"/>
                  </a:lnTo>
                  <a:lnTo>
                    <a:pt x="346" y="8644"/>
                  </a:lnTo>
                  <a:lnTo>
                    <a:pt x="382" y="7418"/>
                  </a:lnTo>
                  <a:lnTo>
                    <a:pt x="394" y="7060"/>
                  </a:lnTo>
                  <a:lnTo>
                    <a:pt x="572" y="429"/>
                  </a:lnTo>
                  <a:lnTo>
                    <a:pt x="287" y="167"/>
                  </a:lnTo>
                  <a:cubicBezTo>
                    <a:pt x="239" y="119"/>
                    <a:pt x="227" y="60"/>
                    <a:pt x="239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20"/>
            <p:cNvSpPr/>
            <p:nvPr/>
          </p:nvSpPr>
          <p:spPr>
            <a:xfrm>
              <a:off x="4021625" y="4264050"/>
              <a:ext cx="149750" cy="147350"/>
            </a:xfrm>
            <a:custGeom>
              <a:avLst/>
              <a:gdLst/>
              <a:ahLst/>
              <a:cxnLst/>
              <a:rect l="l" t="t" r="r" b="b"/>
              <a:pathLst>
                <a:path w="5990" h="5894" extrusionOk="0">
                  <a:moveTo>
                    <a:pt x="5751" y="0"/>
                  </a:moveTo>
                  <a:lnTo>
                    <a:pt x="5692" y="60"/>
                  </a:lnTo>
                  <a:lnTo>
                    <a:pt x="0" y="5894"/>
                  </a:lnTo>
                  <a:lnTo>
                    <a:pt x="477" y="5894"/>
                  </a:lnTo>
                  <a:lnTo>
                    <a:pt x="5989" y="238"/>
                  </a:lnTo>
                  <a:cubicBezTo>
                    <a:pt x="5882" y="179"/>
                    <a:pt x="5799" y="108"/>
                    <a:pt x="575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20"/>
            <p:cNvSpPr/>
            <p:nvPr/>
          </p:nvSpPr>
          <p:spPr>
            <a:xfrm>
              <a:off x="4484475" y="4346500"/>
              <a:ext cx="96475" cy="64900"/>
            </a:xfrm>
            <a:custGeom>
              <a:avLst/>
              <a:gdLst/>
              <a:ahLst/>
              <a:cxnLst/>
              <a:rect l="l" t="t" r="r" b="b"/>
              <a:pathLst>
                <a:path w="3859" h="2596" extrusionOk="0">
                  <a:moveTo>
                    <a:pt x="3668" y="0"/>
                  </a:moveTo>
                  <a:lnTo>
                    <a:pt x="1" y="2596"/>
                  </a:lnTo>
                  <a:lnTo>
                    <a:pt x="584" y="2596"/>
                  </a:lnTo>
                  <a:lnTo>
                    <a:pt x="3858" y="262"/>
                  </a:lnTo>
                  <a:cubicBezTo>
                    <a:pt x="3787" y="191"/>
                    <a:pt x="3715" y="96"/>
                    <a:pt x="366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20"/>
            <p:cNvSpPr/>
            <p:nvPr/>
          </p:nvSpPr>
          <p:spPr>
            <a:xfrm>
              <a:off x="3743025" y="4194700"/>
              <a:ext cx="230700" cy="216425"/>
            </a:xfrm>
            <a:custGeom>
              <a:avLst/>
              <a:gdLst/>
              <a:ahLst/>
              <a:cxnLst/>
              <a:rect l="l" t="t" r="r" b="b"/>
              <a:pathLst>
                <a:path w="9228" h="8657" extrusionOk="0">
                  <a:moveTo>
                    <a:pt x="369" y="0"/>
                  </a:moveTo>
                  <a:cubicBezTo>
                    <a:pt x="309" y="26"/>
                    <a:pt x="243" y="46"/>
                    <a:pt x="179" y="46"/>
                  </a:cubicBezTo>
                  <a:cubicBezTo>
                    <a:pt x="155" y="46"/>
                    <a:pt x="131" y="43"/>
                    <a:pt x="107" y="36"/>
                  </a:cubicBezTo>
                  <a:cubicBezTo>
                    <a:pt x="72" y="36"/>
                    <a:pt x="48" y="24"/>
                    <a:pt x="12" y="24"/>
                  </a:cubicBezTo>
                  <a:cubicBezTo>
                    <a:pt x="0" y="84"/>
                    <a:pt x="12" y="143"/>
                    <a:pt x="60" y="191"/>
                  </a:cubicBezTo>
                  <a:lnTo>
                    <a:pt x="345" y="453"/>
                  </a:lnTo>
                  <a:lnTo>
                    <a:pt x="5584" y="5572"/>
                  </a:lnTo>
                  <a:lnTo>
                    <a:pt x="5870" y="5846"/>
                  </a:lnTo>
                  <a:lnTo>
                    <a:pt x="8739" y="8656"/>
                  </a:lnTo>
                  <a:lnTo>
                    <a:pt x="9227" y="8656"/>
                  </a:lnTo>
                  <a:lnTo>
                    <a:pt x="7144" y="6620"/>
                  </a:lnTo>
                  <a:cubicBezTo>
                    <a:pt x="7120" y="6620"/>
                    <a:pt x="7102" y="6625"/>
                    <a:pt x="7078" y="6625"/>
                  </a:cubicBezTo>
                  <a:cubicBezTo>
                    <a:pt x="7066" y="6625"/>
                    <a:pt x="7053" y="6624"/>
                    <a:pt x="7037" y="6620"/>
                  </a:cubicBezTo>
                  <a:cubicBezTo>
                    <a:pt x="6858" y="6596"/>
                    <a:pt x="6739" y="6453"/>
                    <a:pt x="6751" y="6275"/>
                  </a:cubicBezTo>
                  <a:lnTo>
                    <a:pt x="6751" y="6239"/>
                  </a:lnTo>
                  <a:lnTo>
                    <a:pt x="6239" y="5739"/>
                  </a:lnTo>
                  <a:lnTo>
                    <a:pt x="5953" y="5465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20"/>
            <p:cNvSpPr/>
            <p:nvPr/>
          </p:nvSpPr>
          <p:spPr>
            <a:xfrm>
              <a:off x="4185325" y="4269100"/>
              <a:ext cx="69975" cy="142300"/>
            </a:xfrm>
            <a:custGeom>
              <a:avLst/>
              <a:gdLst/>
              <a:ahLst/>
              <a:cxnLst/>
              <a:rect l="l" t="t" r="r" b="b"/>
              <a:pathLst>
                <a:path w="2799" h="5692" extrusionOk="0">
                  <a:moveTo>
                    <a:pt x="1" y="1"/>
                  </a:moveTo>
                  <a:lnTo>
                    <a:pt x="2430" y="5692"/>
                  </a:lnTo>
                  <a:lnTo>
                    <a:pt x="2799" y="5692"/>
                  </a:lnTo>
                  <a:lnTo>
                    <a:pt x="572" y="4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20"/>
            <p:cNvSpPr/>
            <p:nvPr/>
          </p:nvSpPr>
          <p:spPr>
            <a:xfrm>
              <a:off x="4174625" y="4240475"/>
              <a:ext cx="9550" cy="5725"/>
            </a:xfrm>
            <a:custGeom>
              <a:avLst/>
              <a:gdLst/>
              <a:ahLst/>
              <a:cxnLst/>
              <a:rect l="l" t="t" r="r" b="b"/>
              <a:pathLst>
                <a:path w="382" h="229" extrusionOk="0">
                  <a:moveTo>
                    <a:pt x="180" y="1"/>
                  </a:moveTo>
                  <a:cubicBezTo>
                    <a:pt x="159" y="1"/>
                    <a:pt x="138" y="5"/>
                    <a:pt x="119" y="15"/>
                  </a:cubicBezTo>
                  <a:lnTo>
                    <a:pt x="107" y="15"/>
                  </a:lnTo>
                  <a:cubicBezTo>
                    <a:pt x="48" y="38"/>
                    <a:pt x="0" y="98"/>
                    <a:pt x="0" y="169"/>
                  </a:cubicBezTo>
                  <a:cubicBezTo>
                    <a:pt x="60" y="158"/>
                    <a:pt x="119" y="158"/>
                    <a:pt x="167" y="158"/>
                  </a:cubicBezTo>
                  <a:cubicBezTo>
                    <a:pt x="250" y="158"/>
                    <a:pt x="322" y="193"/>
                    <a:pt x="381" y="229"/>
                  </a:cubicBezTo>
                  <a:lnTo>
                    <a:pt x="322" y="98"/>
                  </a:lnTo>
                  <a:cubicBezTo>
                    <a:pt x="304" y="36"/>
                    <a:pt x="241" y="1"/>
                    <a:pt x="18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20"/>
            <p:cNvSpPr/>
            <p:nvPr/>
          </p:nvSpPr>
          <p:spPr>
            <a:xfrm>
              <a:off x="4599075" y="4353050"/>
              <a:ext cx="37825" cy="58350"/>
            </a:xfrm>
            <a:custGeom>
              <a:avLst/>
              <a:gdLst/>
              <a:ahLst/>
              <a:cxnLst/>
              <a:rect l="l" t="t" r="r" b="b"/>
              <a:pathLst>
                <a:path w="1513" h="2334" extrusionOk="0">
                  <a:moveTo>
                    <a:pt x="274" y="0"/>
                  </a:moveTo>
                  <a:cubicBezTo>
                    <a:pt x="203" y="72"/>
                    <a:pt x="96" y="119"/>
                    <a:pt x="0" y="155"/>
                  </a:cubicBezTo>
                  <a:lnTo>
                    <a:pt x="1120" y="2334"/>
                  </a:lnTo>
                  <a:lnTo>
                    <a:pt x="1513" y="2334"/>
                  </a:lnTo>
                  <a:lnTo>
                    <a:pt x="334" y="48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20"/>
            <p:cNvSpPr/>
            <p:nvPr/>
          </p:nvSpPr>
          <p:spPr>
            <a:xfrm>
              <a:off x="4185025" y="4263750"/>
              <a:ext cx="182500" cy="147650"/>
            </a:xfrm>
            <a:custGeom>
              <a:avLst/>
              <a:gdLst/>
              <a:ahLst/>
              <a:cxnLst/>
              <a:rect l="l" t="t" r="r" b="b"/>
              <a:pathLst>
                <a:path w="7300" h="5906" extrusionOk="0">
                  <a:moveTo>
                    <a:pt x="179" y="0"/>
                  </a:moveTo>
                  <a:cubicBezTo>
                    <a:pt x="132" y="96"/>
                    <a:pt x="72" y="155"/>
                    <a:pt x="1" y="215"/>
                  </a:cubicBezTo>
                  <a:lnTo>
                    <a:pt x="549" y="691"/>
                  </a:lnTo>
                  <a:lnTo>
                    <a:pt x="6776" y="5906"/>
                  </a:lnTo>
                  <a:lnTo>
                    <a:pt x="7299" y="5906"/>
                  </a:lnTo>
                  <a:lnTo>
                    <a:pt x="299" y="36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20"/>
            <p:cNvSpPr/>
            <p:nvPr/>
          </p:nvSpPr>
          <p:spPr>
            <a:xfrm>
              <a:off x="4189800" y="4255125"/>
              <a:ext cx="386375" cy="83950"/>
            </a:xfrm>
            <a:custGeom>
              <a:avLst/>
              <a:gdLst/>
              <a:ahLst/>
              <a:cxnLst/>
              <a:rect l="l" t="t" r="r" b="b"/>
              <a:pathLst>
                <a:path w="15455" h="3358" extrusionOk="0">
                  <a:moveTo>
                    <a:pt x="36" y="0"/>
                  </a:moveTo>
                  <a:lnTo>
                    <a:pt x="36" y="0"/>
                  </a:lnTo>
                  <a:cubicBezTo>
                    <a:pt x="48" y="48"/>
                    <a:pt x="48" y="107"/>
                    <a:pt x="48" y="155"/>
                  </a:cubicBezTo>
                  <a:cubicBezTo>
                    <a:pt x="48" y="214"/>
                    <a:pt x="24" y="286"/>
                    <a:pt x="0" y="334"/>
                  </a:cubicBezTo>
                  <a:lnTo>
                    <a:pt x="143" y="381"/>
                  </a:lnTo>
                  <a:lnTo>
                    <a:pt x="15395" y="3358"/>
                  </a:lnTo>
                  <a:lnTo>
                    <a:pt x="15395" y="3262"/>
                  </a:lnTo>
                  <a:cubicBezTo>
                    <a:pt x="15407" y="3179"/>
                    <a:pt x="15419" y="3084"/>
                    <a:pt x="15455" y="3012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20"/>
            <p:cNvSpPr/>
            <p:nvPr/>
          </p:nvSpPr>
          <p:spPr>
            <a:xfrm>
              <a:off x="4185925" y="3740775"/>
              <a:ext cx="804900" cy="513475"/>
            </a:xfrm>
            <a:custGeom>
              <a:avLst/>
              <a:gdLst/>
              <a:ahLst/>
              <a:cxnLst/>
              <a:rect l="l" t="t" r="r" b="b"/>
              <a:pathLst>
                <a:path w="32196" h="20539" extrusionOk="0">
                  <a:moveTo>
                    <a:pt x="32017" y="0"/>
                  </a:moveTo>
                  <a:lnTo>
                    <a:pt x="1" y="20265"/>
                  </a:lnTo>
                  <a:cubicBezTo>
                    <a:pt x="84" y="20324"/>
                    <a:pt x="155" y="20431"/>
                    <a:pt x="191" y="20538"/>
                  </a:cubicBezTo>
                  <a:lnTo>
                    <a:pt x="32195" y="274"/>
                  </a:lnTo>
                  <a:cubicBezTo>
                    <a:pt x="32124" y="203"/>
                    <a:pt x="32052" y="95"/>
                    <a:pt x="3201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20"/>
            <p:cNvSpPr/>
            <p:nvPr/>
          </p:nvSpPr>
          <p:spPr>
            <a:xfrm>
              <a:off x="4604725" y="4122375"/>
              <a:ext cx="224450" cy="207175"/>
            </a:xfrm>
            <a:custGeom>
              <a:avLst/>
              <a:gdLst/>
              <a:ahLst/>
              <a:cxnLst/>
              <a:rect l="l" t="t" r="r" b="b"/>
              <a:pathLst>
                <a:path w="8978" h="8287" extrusionOk="0">
                  <a:moveTo>
                    <a:pt x="8752" y="0"/>
                  </a:moveTo>
                  <a:lnTo>
                    <a:pt x="1" y="8037"/>
                  </a:lnTo>
                  <a:cubicBezTo>
                    <a:pt x="96" y="8108"/>
                    <a:pt x="167" y="8191"/>
                    <a:pt x="227" y="8287"/>
                  </a:cubicBezTo>
                  <a:lnTo>
                    <a:pt x="8978" y="250"/>
                  </a:lnTo>
                  <a:cubicBezTo>
                    <a:pt x="8907" y="167"/>
                    <a:pt x="8811" y="95"/>
                    <a:pt x="875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20"/>
            <p:cNvSpPr/>
            <p:nvPr/>
          </p:nvSpPr>
          <p:spPr>
            <a:xfrm>
              <a:off x="4727950" y="4136950"/>
              <a:ext cx="125650" cy="274450"/>
            </a:xfrm>
            <a:custGeom>
              <a:avLst/>
              <a:gdLst/>
              <a:ahLst/>
              <a:cxnLst/>
              <a:rect l="l" t="t" r="r" b="b"/>
              <a:pathLst>
                <a:path w="5026" h="10978" extrusionOk="0">
                  <a:moveTo>
                    <a:pt x="4704" y="0"/>
                  </a:moveTo>
                  <a:lnTo>
                    <a:pt x="1" y="10978"/>
                  </a:lnTo>
                  <a:lnTo>
                    <a:pt x="370" y="10978"/>
                  </a:lnTo>
                  <a:lnTo>
                    <a:pt x="5025" y="119"/>
                  </a:lnTo>
                  <a:lnTo>
                    <a:pt x="5025" y="48"/>
                  </a:lnTo>
                  <a:lnTo>
                    <a:pt x="4906" y="48"/>
                  </a:lnTo>
                  <a:cubicBezTo>
                    <a:pt x="4835" y="24"/>
                    <a:pt x="4763" y="24"/>
                    <a:pt x="470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20"/>
            <p:cNvSpPr/>
            <p:nvPr/>
          </p:nvSpPr>
          <p:spPr>
            <a:xfrm>
              <a:off x="4605925" y="4346200"/>
              <a:ext cx="86650" cy="65200"/>
            </a:xfrm>
            <a:custGeom>
              <a:avLst/>
              <a:gdLst/>
              <a:ahLst/>
              <a:cxnLst/>
              <a:rect l="l" t="t" r="r" b="b"/>
              <a:pathLst>
                <a:path w="3466" h="2608" extrusionOk="0">
                  <a:moveTo>
                    <a:pt x="203" y="0"/>
                  </a:moveTo>
                  <a:cubicBezTo>
                    <a:pt x="167" y="108"/>
                    <a:pt x="84" y="203"/>
                    <a:pt x="0" y="274"/>
                  </a:cubicBezTo>
                  <a:lnTo>
                    <a:pt x="60" y="322"/>
                  </a:lnTo>
                  <a:lnTo>
                    <a:pt x="2917" y="2608"/>
                  </a:lnTo>
                  <a:lnTo>
                    <a:pt x="3465" y="2608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20"/>
            <p:cNvSpPr/>
            <p:nvPr/>
          </p:nvSpPr>
          <p:spPr>
            <a:xfrm>
              <a:off x="5016400" y="4244400"/>
              <a:ext cx="9250" cy="167000"/>
            </a:xfrm>
            <a:custGeom>
              <a:avLst/>
              <a:gdLst/>
              <a:ahLst/>
              <a:cxnLst/>
              <a:rect l="l" t="t" r="r" b="b"/>
              <a:pathLst>
                <a:path w="370" h="6680" extrusionOk="0">
                  <a:moveTo>
                    <a:pt x="333" y="1"/>
                  </a:moveTo>
                  <a:cubicBezTo>
                    <a:pt x="262" y="27"/>
                    <a:pt x="177" y="41"/>
                    <a:pt x="89" y="41"/>
                  </a:cubicBezTo>
                  <a:cubicBezTo>
                    <a:pt x="60" y="41"/>
                    <a:pt x="30" y="39"/>
                    <a:pt x="0" y="36"/>
                  </a:cubicBezTo>
                  <a:lnTo>
                    <a:pt x="0" y="36"/>
                  </a:lnTo>
                  <a:lnTo>
                    <a:pt x="24" y="6680"/>
                  </a:lnTo>
                  <a:lnTo>
                    <a:pt x="369" y="6680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20"/>
            <p:cNvSpPr/>
            <p:nvPr/>
          </p:nvSpPr>
          <p:spPr>
            <a:xfrm>
              <a:off x="5021450" y="4188150"/>
              <a:ext cx="3300" cy="3900"/>
            </a:xfrm>
            <a:custGeom>
              <a:avLst/>
              <a:gdLst/>
              <a:ahLst/>
              <a:cxnLst/>
              <a:rect l="l" t="t" r="r" b="b"/>
              <a:pathLst>
                <a:path w="132" h="156" extrusionOk="0">
                  <a:moveTo>
                    <a:pt x="0" y="0"/>
                  </a:moveTo>
                  <a:lnTo>
                    <a:pt x="0" y="119"/>
                  </a:lnTo>
                  <a:lnTo>
                    <a:pt x="12" y="119"/>
                  </a:lnTo>
                  <a:cubicBezTo>
                    <a:pt x="48" y="143"/>
                    <a:pt x="96" y="155"/>
                    <a:pt x="131" y="155"/>
                  </a:cubicBezTo>
                  <a:cubicBezTo>
                    <a:pt x="120" y="84"/>
                    <a:pt x="72" y="24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20"/>
            <p:cNvSpPr/>
            <p:nvPr/>
          </p:nvSpPr>
          <p:spPr>
            <a:xfrm>
              <a:off x="4864275" y="3750900"/>
              <a:ext cx="138450" cy="315225"/>
            </a:xfrm>
            <a:custGeom>
              <a:avLst/>
              <a:gdLst/>
              <a:ahLst/>
              <a:cxnLst/>
              <a:rect l="l" t="t" r="r" b="b"/>
              <a:pathLst>
                <a:path w="5538" h="12609" extrusionOk="0">
                  <a:moveTo>
                    <a:pt x="5216" y="0"/>
                  </a:moveTo>
                  <a:lnTo>
                    <a:pt x="1" y="12490"/>
                  </a:lnTo>
                  <a:cubicBezTo>
                    <a:pt x="132" y="12513"/>
                    <a:pt x="227" y="12549"/>
                    <a:pt x="322" y="12609"/>
                  </a:cubicBezTo>
                  <a:lnTo>
                    <a:pt x="5537" y="95"/>
                  </a:lnTo>
                  <a:lnTo>
                    <a:pt x="5514" y="95"/>
                  </a:lnTo>
                  <a:cubicBezTo>
                    <a:pt x="5406" y="83"/>
                    <a:pt x="5299" y="48"/>
                    <a:pt x="521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20"/>
            <p:cNvSpPr/>
            <p:nvPr/>
          </p:nvSpPr>
          <p:spPr>
            <a:xfrm>
              <a:off x="5003300" y="3753275"/>
              <a:ext cx="18175" cy="439050"/>
            </a:xfrm>
            <a:custGeom>
              <a:avLst/>
              <a:gdLst/>
              <a:ahLst/>
              <a:cxnLst/>
              <a:rect l="l" t="t" r="r" b="b"/>
              <a:pathLst>
                <a:path w="727" h="17562" extrusionOk="0">
                  <a:moveTo>
                    <a:pt x="143" y="0"/>
                  </a:moveTo>
                  <a:cubicBezTo>
                    <a:pt x="111" y="0"/>
                    <a:pt x="74" y="6"/>
                    <a:pt x="42" y="6"/>
                  </a:cubicBezTo>
                  <a:cubicBezTo>
                    <a:pt x="27" y="6"/>
                    <a:pt x="12" y="4"/>
                    <a:pt x="0" y="0"/>
                  </a:cubicBezTo>
                  <a:lnTo>
                    <a:pt x="0" y="0"/>
                  </a:lnTo>
                  <a:lnTo>
                    <a:pt x="381" y="17562"/>
                  </a:lnTo>
                  <a:cubicBezTo>
                    <a:pt x="457" y="17545"/>
                    <a:pt x="539" y="17528"/>
                    <a:pt x="622" y="17528"/>
                  </a:cubicBezTo>
                  <a:cubicBezTo>
                    <a:pt x="657" y="17528"/>
                    <a:pt x="692" y="17531"/>
                    <a:pt x="726" y="17538"/>
                  </a:cubicBezTo>
                  <a:lnTo>
                    <a:pt x="726" y="17419"/>
                  </a:lnTo>
                  <a:lnTo>
                    <a:pt x="357" y="572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20"/>
            <p:cNvSpPr/>
            <p:nvPr/>
          </p:nvSpPr>
          <p:spPr>
            <a:xfrm>
              <a:off x="4886325" y="4112250"/>
              <a:ext cx="111625" cy="96750"/>
            </a:xfrm>
            <a:custGeom>
              <a:avLst/>
              <a:gdLst/>
              <a:ahLst/>
              <a:cxnLst/>
              <a:rect l="l" t="t" r="r" b="b"/>
              <a:pathLst>
                <a:path w="4465" h="3870" extrusionOk="0">
                  <a:moveTo>
                    <a:pt x="155" y="0"/>
                  </a:moveTo>
                  <a:cubicBezTo>
                    <a:pt x="107" y="107"/>
                    <a:pt x="60" y="226"/>
                    <a:pt x="0" y="322"/>
                  </a:cubicBezTo>
                  <a:lnTo>
                    <a:pt x="4310" y="3870"/>
                  </a:lnTo>
                  <a:cubicBezTo>
                    <a:pt x="4346" y="3774"/>
                    <a:pt x="4393" y="3667"/>
                    <a:pt x="4465" y="3572"/>
                  </a:cubicBezTo>
                  <a:lnTo>
                    <a:pt x="15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20"/>
            <p:cNvSpPr/>
            <p:nvPr/>
          </p:nvSpPr>
          <p:spPr>
            <a:xfrm>
              <a:off x="5032450" y="4235775"/>
              <a:ext cx="207800" cy="173550"/>
            </a:xfrm>
            <a:custGeom>
              <a:avLst/>
              <a:gdLst/>
              <a:ahLst/>
              <a:cxnLst/>
              <a:rect l="l" t="t" r="r" b="b"/>
              <a:pathLst>
                <a:path w="8312" h="6942" extrusionOk="0">
                  <a:moveTo>
                    <a:pt x="275" y="0"/>
                  </a:moveTo>
                  <a:cubicBezTo>
                    <a:pt x="191" y="96"/>
                    <a:pt x="96" y="167"/>
                    <a:pt x="1" y="226"/>
                  </a:cubicBezTo>
                  <a:lnTo>
                    <a:pt x="8121" y="6942"/>
                  </a:lnTo>
                  <a:cubicBezTo>
                    <a:pt x="8169" y="6834"/>
                    <a:pt x="8240" y="6751"/>
                    <a:pt x="8312" y="6668"/>
                  </a:cubicBez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20"/>
            <p:cNvSpPr/>
            <p:nvPr/>
          </p:nvSpPr>
          <p:spPr>
            <a:xfrm>
              <a:off x="5006875" y="3750000"/>
              <a:ext cx="242600" cy="651600"/>
            </a:xfrm>
            <a:custGeom>
              <a:avLst/>
              <a:gdLst/>
              <a:ahLst/>
              <a:cxnLst/>
              <a:rect l="l" t="t" r="r" b="b"/>
              <a:pathLst>
                <a:path w="9704" h="26064" extrusionOk="0">
                  <a:moveTo>
                    <a:pt x="333" y="0"/>
                  </a:moveTo>
                  <a:cubicBezTo>
                    <a:pt x="226" y="60"/>
                    <a:pt x="107" y="107"/>
                    <a:pt x="0" y="119"/>
                  </a:cubicBezTo>
                  <a:lnTo>
                    <a:pt x="214" y="679"/>
                  </a:lnTo>
                  <a:lnTo>
                    <a:pt x="9394" y="26063"/>
                  </a:lnTo>
                  <a:cubicBezTo>
                    <a:pt x="9489" y="26004"/>
                    <a:pt x="9585" y="25944"/>
                    <a:pt x="9704" y="25920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20"/>
            <p:cNvSpPr/>
            <p:nvPr/>
          </p:nvSpPr>
          <p:spPr>
            <a:xfrm>
              <a:off x="4991100" y="4191000"/>
              <a:ext cx="56575" cy="53975"/>
            </a:xfrm>
            <a:custGeom>
              <a:avLst/>
              <a:gdLst/>
              <a:ahLst/>
              <a:cxnLst/>
              <a:rect l="l" t="t" r="r" b="b"/>
              <a:pathLst>
                <a:path w="2263" h="2159" extrusionOk="0">
                  <a:moveTo>
                    <a:pt x="1125" y="1"/>
                  </a:moveTo>
                  <a:cubicBezTo>
                    <a:pt x="1037" y="1"/>
                    <a:pt x="950" y="14"/>
                    <a:pt x="869" y="41"/>
                  </a:cubicBezTo>
                  <a:cubicBezTo>
                    <a:pt x="631" y="101"/>
                    <a:pt x="429" y="232"/>
                    <a:pt x="274" y="422"/>
                  </a:cubicBezTo>
                  <a:cubicBezTo>
                    <a:pt x="202" y="517"/>
                    <a:pt x="143" y="624"/>
                    <a:pt x="119" y="720"/>
                  </a:cubicBezTo>
                  <a:cubicBezTo>
                    <a:pt x="83" y="803"/>
                    <a:pt x="71" y="886"/>
                    <a:pt x="60" y="982"/>
                  </a:cubicBezTo>
                  <a:cubicBezTo>
                    <a:pt x="0" y="1577"/>
                    <a:pt x="441" y="2113"/>
                    <a:pt x="1024" y="2148"/>
                  </a:cubicBezTo>
                  <a:cubicBezTo>
                    <a:pt x="1061" y="2156"/>
                    <a:pt x="1098" y="2159"/>
                    <a:pt x="1134" y="2159"/>
                  </a:cubicBezTo>
                  <a:cubicBezTo>
                    <a:pt x="1216" y="2159"/>
                    <a:pt x="1295" y="2145"/>
                    <a:pt x="1369" y="2137"/>
                  </a:cubicBezTo>
                  <a:cubicBezTo>
                    <a:pt x="1464" y="2113"/>
                    <a:pt x="1572" y="2077"/>
                    <a:pt x="1679" y="2017"/>
                  </a:cubicBezTo>
                  <a:cubicBezTo>
                    <a:pt x="1750" y="1958"/>
                    <a:pt x="1845" y="1887"/>
                    <a:pt x="1929" y="1791"/>
                  </a:cubicBezTo>
                  <a:cubicBezTo>
                    <a:pt x="2084" y="1636"/>
                    <a:pt x="2167" y="1422"/>
                    <a:pt x="2203" y="1184"/>
                  </a:cubicBezTo>
                  <a:cubicBezTo>
                    <a:pt x="2262" y="636"/>
                    <a:pt x="1881" y="148"/>
                    <a:pt x="1345" y="29"/>
                  </a:cubicBezTo>
                  <a:cubicBezTo>
                    <a:pt x="1310" y="5"/>
                    <a:pt x="1274" y="5"/>
                    <a:pt x="1226" y="5"/>
                  </a:cubicBezTo>
                  <a:lnTo>
                    <a:pt x="1214" y="5"/>
                  </a:lnTo>
                  <a:cubicBezTo>
                    <a:pt x="1185" y="2"/>
                    <a:pt x="1155" y="1"/>
                    <a:pt x="112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20"/>
            <p:cNvSpPr/>
            <p:nvPr/>
          </p:nvSpPr>
          <p:spPr>
            <a:xfrm>
              <a:off x="4815775" y="4062050"/>
              <a:ext cx="78000" cy="76425"/>
            </a:xfrm>
            <a:custGeom>
              <a:avLst/>
              <a:gdLst/>
              <a:ahLst/>
              <a:cxnLst/>
              <a:rect l="l" t="t" r="r" b="b"/>
              <a:pathLst>
                <a:path w="3120" h="3057" extrusionOk="0">
                  <a:moveTo>
                    <a:pt x="1541" y="0"/>
                  </a:moveTo>
                  <a:cubicBezTo>
                    <a:pt x="769" y="0"/>
                    <a:pt x="102" y="595"/>
                    <a:pt x="24" y="1389"/>
                  </a:cubicBezTo>
                  <a:cubicBezTo>
                    <a:pt x="0" y="1770"/>
                    <a:pt x="107" y="2151"/>
                    <a:pt x="322" y="2425"/>
                  </a:cubicBezTo>
                  <a:cubicBezTo>
                    <a:pt x="405" y="2520"/>
                    <a:pt x="476" y="2604"/>
                    <a:pt x="548" y="2687"/>
                  </a:cubicBezTo>
                  <a:cubicBezTo>
                    <a:pt x="727" y="2842"/>
                    <a:pt x="953" y="2949"/>
                    <a:pt x="1191" y="3008"/>
                  </a:cubicBezTo>
                  <a:cubicBezTo>
                    <a:pt x="1262" y="3020"/>
                    <a:pt x="1322" y="3044"/>
                    <a:pt x="1393" y="3056"/>
                  </a:cubicBezTo>
                  <a:lnTo>
                    <a:pt x="1512" y="3056"/>
                  </a:lnTo>
                  <a:cubicBezTo>
                    <a:pt x="1523" y="3056"/>
                    <a:pt x="1534" y="3056"/>
                    <a:pt x="1545" y="3056"/>
                  </a:cubicBezTo>
                  <a:cubicBezTo>
                    <a:pt x="2068" y="3056"/>
                    <a:pt x="2554" y="2773"/>
                    <a:pt x="2822" y="2353"/>
                  </a:cubicBezTo>
                  <a:cubicBezTo>
                    <a:pt x="2882" y="2246"/>
                    <a:pt x="2941" y="2151"/>
                    <a:pt x="2977" y="2044"/>
                  </a:cubicBezTo>
                  <a:cubicBezTo>
                    <a:pt x="3013" y="1913"/>
                    <a:pt x="3048" y="1770"/>
                    <a:pt x="3060" y="1651"/>
                  </a:cubicBezTo>
                  <a:cubicBezTo>
                    <a:pt x="3120" y="1032"/>
                    <a:pt x="2798" y="448"/>
                    <a:pt x="2274" y="163"/>
                  </a:cubicBezTo>
                  <a:cubicBezTo>
                    <a:pt x="2167" y="103"/>
                    <a:pt x="2072" y="79"/>
                    <a:pt x="1965" y="44"/>
                  </a:cubicBezTo>
                  <a:cubicBezTo>
                    <a:pt x="1870" y="20"/>
                    <a:pt x="1786" y="8"/>
                    <a:pt x="1691" y="8"/>
                  </a:cubicBezTo>
                  <a:cubicBezTo>
                    <a:pt x="1640" y="3"/>
                    <a:pt x="1590" y="0"/>
                    <a:pt x="154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20"/>
            <p:cNvSpPr/>
            <p:nvPr/>
          </p:nvSpPr>
          <p:spPr>
            <a:xfrm>
              <a:off x="2997100" y="4406875"/>
              <a:ext cx="25600" cy="5125"/>
            </a:xfrm>
            <a:custGeom>
              <a:avLst/>
              <a:gdLst/>
              <a:ahLst/>
              <a:cxnLst/>
              <a:rect l="l" t="t" r="r" b="b"/>
              <a:pathLst>
                <a:path w="1024" h="205" extrusionOk="0">
                  <a:moveTo>
                    <a:pt x="540" y="1"/>
                  </a:moveTo>
                  <a:cubicBezTo>
                    <a:pt x="336" y="1"/>
                    <a:pt x="153" y="63"/>
                    <a:pt x="0" y="205"/>
                  </a:cubicBezTo>
                  <a:lnTo>
                    <a:pt x="1024" y="205"/>
                  </a:lnTo>
                  <a:cubicBezTo>
                    <a:pt x="964" y="145"/>
                    <a:pt x="881" y="98"/>
                    <a:pt x="798" y="62"/>
                  </a:cubicBezTo>
                  <a:cubicBezTo>
                    <a:pt x="726" y="26"/>
                    <a:pt x="655" y="2"/>
                    <a:pt x="595" y="2"/>
                  </a:cubicBezTo>
                  <a:cubicBezTo>
                    <a:pt x="577" y="1"/>
                    <a:pt x="558" y="1"/>
                    <a:pt x="54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20"/>
            <p:cNvSpPr/>
            <p:nvPr/>
          </p:nvSpPr>
          <p:spPr>
            <a:xfrm>
              <a:off x="2698250" y="4188575"/>
              <a:ext cx="14300" cy="13925"/>
            </a:xfrm>
            <a:custGeom>
              <a:avLst/>
              <a:gdLst/>
              <a:ahLst/>
              <a:cxnLst/>
              <a:rect l="l" t="t" r="r" b="b"/>
              <a:pathLst>
                <a:path w="572" h="557" extrusionOk="0">
                  <a:moveTo>
                    <a:pt x="264" y="1"/>
                  </a:moveTo>
                  <a:cubicBezTo>
                    <a:pt x="193" y="1"/>
                    <a:pt x="120" y="42"/>
                    <a:pt x="72" y="90"/>
                  </a:cubicBezTo>
                  <a:cubicBezTo>
                    <a:pt x="48" y="138"/>
                    <a:pt x="12" y="186"/>
                    <a:pt x="12" y="245"/>
                  </a:cubicBezTo>
                  <a:cubicBezTo>
                    <a:pt x="0" y="400"/>
                    <a:pt x="107" y="555"/>
                    <a:pt x="250" y="555"/>
                  </a:cubicBezTo>
                  <a:cubicBezTo>
                    <a:pt x="259" y="556"/>
                    <a:pt x="269" y="556"/>
                    <a:pt x="278" y="556"/>
                  </a:cubicBezTo>
                  <a:cubicBezTo>
                    <a:pt x="375" y="556"/>
                    <a:pt x="469" y="500"/>
                    <a:pt x="512" y="424"/>
                  </a:cubicBezTo>
                  <a:cubicBezTo>
                    <a:pt x="524" y="388"/>
                    <a:pt x="536" y="340"/>
                    <a:pt x="548" y="305"/>
                  </a:cubicBezTo>
                  <a:cubicBezTo>
                    <a:pt x="572" y="150"/>
                    <a:pt x="465" y="19"/>
                    <a:pt x="310" y="7"/>
                  </a:cubicBezTo>
                  <a:cubicBezTo>
                    <a:pt x="295" y="3"/>
                    <a:pt x="279" y="1"/>
                    <a:pt x="26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20"/>
            <p:cNvSpPr/>
            <p:nvPr/>
          </p:nvSpPr>
          <p:spPr>
            <a:xfrm>
              <a:off x="3732600" y="4168050"/>
              <a:ext cx="29200" cy="27800"/>
            </a:xfrm>
            <a:custGeom>
              <a:avLst/>
              <a:gdLst/>
              <a:ahLst/>
              <a:cxnLst/>
              <a:rect l="l" t="t" r="r" b="b"/>
              <a:pathLst>
                <a:path w="1168" h="1112" extrusionOk="0">
                  <a:moveTo>
                    <a:pt x="567" y="0"/>
                  </a:moveTo>
                  <a:cubicBezTo>
                    <a:pt x="300" y="0"/>
                    <a:pt x="69" y="223"/>
                    <a:pt x="36" y="495"/>
                  </a:cubicBezTo>
                  <a:cubicBezTo>
                    <a:pt x="0" y="757"/>
                    <a:pt x="179" y="995"/>
                    <a:pt x="417" y="1078"/>
                  </a:cubicBezTo>
                  <a:lnTo>
                    <a:pt x="429" y="1078"/>
                  </a:lnTo>
                  <a:cubicBezTo>
                    <a:pt x="465" y="1090"/>
                    <a:pt x="489" y="1102"/>
                    <a:pt x="524" y="1102"/>
                  </a:cubicBezTo>
                  <a:cubicBezTo>
                    <a:pt x="549" y="1109"/>
                    <a:pt x="574" y="1112"/>
                    <a:pt x="600" y="1112"/>
                  </a:cubicBezTo>
                  <a:cubicBezTo>
                    <a:pt x="661" y="1112"/>
                    <a:pt x="724" y="1095"/>
                    <a:pt x="774" y="1078"/>
                  </a:cubicBezTo>
                  <a:cubicBezTo>
                    <a:pt x="965" y="1007"/>
                    <a:pt x="1108" y="840"/>
                    <a:pt x="1131" y="614"/>
                  </a:cubicBezTo>
                  <a:cubicBezTo>
                    <a:pt x="1167" y="316"/>
                    <a:pt x="941" y="54"/>
                    <a:pt x="643" y="7"/>
                  </a:cubicBezTo>
                  <a:cubicBezTo>
                    <a:pt x="618" y="2"/>
                    <a:pt x="592" y="0"/>
                    <a:pt x="56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20"/>
            <p:cNvSpPr/>
            <p:nvPr/>
          </p:nvSpPr>
          <p:spPr>
            <a:xfrm>
              <a:off x="4574675" y="4319825"/>
              <a:ext cx="37825" cy="38250"/>
            </a:xfrm>
            <a:custGeom>
              <a:avLst/>
              <a:gdLst/>
              <a:ahLst/>
              <a:cxnLst/>
              <a:rect l="l" t="t" r="r" b="b"/>
              <a:pathLst>
                <a:path w="1513" h="1530" extrusionOk="0">
                  <a:moveTo>
                    <a:pt x="731" y="0"/>
                  </a:moveTo>
                  <a:cubicBezTo>
                    <a:pt x="438" y="0"/>
                    <a:pt x="177" y="180"/>
                    <a:pt x="60" y="436"/>
                  </a:cubicBezTo>
                  <a:cubicBezTo>
                    <a:pt x="24" y="508"/>
                    <a:pt x="0" y="603"/>
                    <a:pt x="0" y="686"/>
                  </a:cubicBezTo>
                  <a:lnTo>
                    <a:pt x="0" y="782"/>
                  </a:lnTo>
                  <a:cubicBezTo>
                    <a:pt x="0" y="889"/>
                    <a:pt x="24" y="984"/>
                    <a:pt x="60" y="1079"/>
                  </a:cubicBezTo>
                  <a:cubicBezTo>
                    <a:pt x="95" y="1186"/>
                    <a:pt x="179" y="1270"/>
                    <a:pt x="262" y="1341"/>
                  </a:cubicBezTo>
                  <a:cubicBezTo>
                    <a:pt x="381" y="1448"/>
                    <a:pt x="524" y="1508"/>
                    <a:pt x="679" y="1520"/>
                  </a:cubicBezTo>
                  <a:cubicBezTo>
                    <a:pt x="710" y="1527"/>
                    <a:pt x="742" y="1530"/>
                    <a:pt x="772" y="1530"/>
                  </a:cubicBezTo>
                  <a:cubicBezTo>
                    <a:pt x="847" y="1530"/>
                    <a:pt x="918" y="1513"/>
                    <a:pt x="976" y="1496"/>
                  </a:cubicBezTo>
                  <a:cubicBezTo>
                    <a:pt x="1084" y="1460"/>
                    <a:pt x="1167" y="1401"/>
                    <a:pt x="1250" y="1341"/>
                  </a:cubicBezTo>
                  <a:cubicBezTo>
                    <a:pt x="1334" y="1270"/>
                    <a:pt x="1393" y="1186"/>
                    <a:pt x="1441" y="1079"/>
                  </a:cubicBezTo>
                  <a:cubicBezTo>
                    <a:pt x="1465" y="1008"/>
                    <a:pt x="1488" y="925"/>
                    <a:pt x="1500" y="853"/>
                  </a:cubicBezTo>
                  <a:cubicBezTo>
                    <a:pt x="1512" y="686"/>
                    <a:pt x="1488" y="544"/>
                    <a:pt x="1417" y="424"/>
                  </a:cubicBezTo>
                  <a:cubicBezTo>
                    <a:pt x="1369" y="293"/>
                    <a:pt x="1298" y="198"/>
                    <a:pt x="1203" y="139"/>
                  </a:cubicBezTo>
                  <a:cubicBezTo>
                    <a:pt x="1096" y="67"/>
                    <a:pt x="965" y="8"/>
                    <a:pt x="834" y="8"/>
                  </a:cubicBezTo>
                  <a:cubicBezTo>
                    <a:pt x="799" y="3"/>
                    <a:pt x="765" y="0"/>
                    <a:pt x="73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20"/>
            <p:cNvSpPr/>
            <p:nvPr/>
          </p:nvSpPr>
          <p:spPr>
            <a:xfrm>
              <a:off x="4163600" y="4245300"/>
              <a:ext cx="27400" cy="26400"/>
            </a:xfrm>
            <a:custGeom>
              <a:avLst/>
              <a:gdLst/>
              <a:ahLst/>
              <a:cxnLst/>
              <a:rect l="l" t="t" r="r" b="b"/>
              <a:pathLst>
                <a:path w="1096" h="1056" extrusionOk="0">
                  <a:moveTo>
                    <a:pt x="608" y="0"/>
                  </a:moveTo>
                  <a:cubicBezTo>
                    <a:pt x="548" y="0"/>
                    <a:pt x="501" y="0"/>
                    <a:pt x="453" y="12"/>
                  </a:cubicBezTo>
                  <a:cubicBezTo>
                    <a:pt x="215" y="60"/>
                    <a:pt x="36" y="250"/>
                    <a:pt x="24" y="488"/>
                  </a:cubicBezTo>
                  <a:cubicBezTo>
                    <a:pt x="1" y="560"/>
                    <a:pt x="24" y="667"/>
                    <a:pt x="72" y="750"/>
                  </a:cubicBezTo>
                  <a:cubicBezTo>
                    <a:pt x="120" y="858"/>
                    <a:pt x="203" y="953"/>
                    <a:pt x="310" y="988"/>
                  </a:cubicBezTo>
                  <a:cubicBezTo>
                    <a:pt x="370" y="1024"/>
                    <a:pt x="429" y="1036"/>
                    <a:pt x="501" y="1048"/>
                  </a:cubicBezTo>
                  <a:cubicBezTo>
                    <a:pt x="528" y="1053"/>
                    <a:pt x="555" y="1055"/>
                    <a:pt x="581" y="1055"/>
                  </a:cubicBezTo>
                  <a:cubicBezTo>
                    <a:pt x="681" y="1055"/>
                    <a:pt x="773" y="1021"/>
                    <a:pt x="858" y="965"/>
                  </a:cubicBezTo>
                  <a:lnTo>
                    <a:pt x="870" y="965"/>
                  </a:lnTo>
                  <a:cubicBezTo>
                    <a:pt x="941" y="905"/>
                    <a:pt x="1013" y="846"/>
                    <a:pt x="1048" y="750"/>
                  </a:cubicBezTo>
                  <a:cubicBezTo>
                    <a:pt x="1084" y="691"/>
                    <a:pt x="1096" y="631"/>
                    <a:pt x="1096" y="572"/>
                  </a:cubicBezTo>
                  <a:cubicBezTo>
                    <a:pt x="1096" y="512"/>
                    <a:pt x="1096" y="465"/>
                    <a:pt x="1084" y="429"/>
                  </a:cubicBezTo>
                  <a:cubicBezTo>
                    <a:pt x="1084" y="417"/>
                    <a:pt x="1084" y="393"/>
                    <a:pt x="1072" y="381"/>
                  </a:cubicBezTo>
                  <a:cubicBezTo>
                    <a:pt x="1036" y="262"/>
                    <a:pt x="965" y="179"/>
                    <a:pt x="870" y="96"/>
                  </a:cubicBezTo>
                  <a:cubicBezTo>
                    <a:pt x="858" y="84"/>
                    <a:pt x="846" y="72"/>
                    <a:pt x="834" y="72"/>
                  </a:cubicBezTo>
                  <a:cubicBezTo>
                    <a:pt x="751" y="24"/>
                    <a:pt x="679" y="0"/>
                    <a:pt x="6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20"/>
            <p:cNvSpPr/>
            <p:nvPr/>
          </p:nvSpPr>
          <p:spPr>
            <a:xfrm>
              <a:off x="2754800" y="4228775"/>
              <a:ext cx="27100" cy="27250"/>
            </a:xfrm>
            <a:custGeom>
              <a:avLst/>
              <a:gdLst/>
              <a:ahLst/>
              <a:cxnLst/>
              <a:rect l="l" t="t" r="r" b="b"/>
              <a:pathLst>
                <a:path w="1084" h="1090" extrusionOk="0">
                  <a:moveTo>
                    <a:pt x="516" y="0"/>
                  </a:moveTo>
                  <a:cubicBezTo>
                    <a:pt x="325" y="0"/>
                    <a:pt x="166" y="111"/>
                    <a:pt x="72" y="268"/>
                  </a:cubicBezTo>
                  <a:cubicBezTo>
                    <a:pt x="36" y="328"/>
                    <a:pt x="12" y="399"/>
                    <a:pt x="0" y="495"/>
                  </a:cubicBezTo>
                  <a:cubicBezTo>
                    <a:pt x="0" y="554"/>
                    <a:pt x="0" y="614"/>
                    <a:pt x="12" y="661"/>
                  </a:cubicBezTo>
                  <a:cubicBezTo>
                    <a:pt x="36" y="721"/>
                    <a:pt x="60" y="780"/>
                    <a:pt x="96" y="840"/>
                  </a:cubicBezTo>
                  <a:cubicBezTo>
                    <a:pt x="179" y="971"/>
                    <a:pt x="310" y="1054"/>
                    <a:pt x="489" y="1090"/>
                  </a:cubicBezTo>
                  <a:lnTo>
                    <a:pt x="548" y="1090"/>
                  </a:lnTo>
                  <a:cubicBezTo>
                    <a:pt x="703" y="1090"/>
                    <a:pt x="834" y="1030"/>
                    <a:pt x="929" y="935"/>
                  </a:cubicBezTo>
                  <a:cubicBezTo>
                    <a:pt x="1012" y="852"/>
                    <a:pt x="1084" y="733"/>
                    <a:pt x="1084" y="602"/>
                  </a:cubicBezTo>
                  <a:lnTo>
                    <a:pt x="1084" y="506"/>
                  </a:lnTo>
                  <a:cubicBezTo>
                    <a:pt x="1084" y="387"/>
                    <a:pt x="1048" y="280"/>
                    <a:pt x="965" y="197"/>
                  </a:cubicBezTo>
                  <a:cubicBezTo>
                    <a:pt x="881" y="90"/>
                    <a:pt x="750" y="18"/>
                    <a:pt x="596" y="6"/>
                  </a:cubicBezTo>
                  <a:cubicBezTo>
                    <a:pt x="569" y="2"/>
                    <a:pt x="542" y="0"/>
                    <a:pt x="51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20"/>
            <p:cNvSpPr/>
            <p:nvPr/>
          </p:nvSpPr>
          <p:spPr>
            <a:xfrm>
              <a:off x="2582150" y="4308350"/>
              <a:ext cx="28000" cy="27250"/>
            </a:xfrm>
            <a:custGeom>
              <a:avLst/>
              <a:gdLst/>
              <a:ahLst/>
              <a:cxnLst/>
              <a:rect l="l" t="t" r="r" b="b"/>
              <a:pathLst>
                <a:path w="1120" h="1090" extrusionOk="0">
                  <a:moveTo>
                    <a:pt x="575" y="1"/>
                  </a:moveTo>
                  <a:cubicBezTo>
                    <a:pt x="296" y="1"/>
                    <a:pt x="58" y="208"/>
                    <a:pt x="25" y="491"/>
                  </a:cubicBezTo>
                  <a:cubicBezTo>
                    <a:pt x="1" y="788"/>
                    <a:pt x="215" y="1062"/>
                    <a:pt x="525" y="1086"/>
                  </a:cubicBezTo>
                  <a:cubicBezTo>
                    <a:pt x="545" y="1088"/>
                    <a:pt x="566" y="1090"/>
                    <a:pt x="586" y="1090"/>
                  </a:cubicBezTo>
                  <a:cubicBezTo>
                    <a:pt x="858" y="1090"/>
                    <a:pt x="1087" y="875"/>
                    <a:pt x="1120" y="598"/>
                  </a:cubicBezTo>
                  <a:cubicBezTo>
                    <a:pt x="1120" y="538"/>
                    <a:pt x="1120" y="479"/>
                    <a:pt x="1096" y="431"/>
                  </a:cubicBezTo>
                  <a:cubicBezTo>
                    <a:pt x="1072" y="312"/>
                    <a:pt x="1013" y="217"/>
                    <a:pt x="941" y="133"/>
                  </a:cubicBezTo>
                  <a:cubicBezTo>
                    <a:pt x="858" y="74"/>
                    <a:pt x="775" y="26"/>
                    <a:pt x="679" y="14"/>
                  </a:cubicBezTo>
                  <a:cubicBezTo>
                    <a:pt x="667" y="14"/>
                    <a:pt x="656" y="2"/>
                    <a:pt x="620" y="2"/>
                  </a:cubicBezTo>
                  <a:cubicBezTo>
                    <a:pt x="605" y="1"/>
                    <a:pt x="590" y="1"/>
                    <a:pt x="57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20"/>
            <p:cNvSpPr/>
            <p:nvPr/>
          </p:nvSpPr>
          <p:spPr>
            <a:xfrm>
              <a:off x="3259325" y="4015150"/>
              <a:ext cx="28300" cy="26950"/>
            </a:xfrm>
            <a:custGeom>
              <a:avLst/>
              <a:gdLst/>
              <a:ahLst/>
              <a:cxnLst/>
              <a:rect l="l" t="t" r="r" b="b"/>
              <a:pathLst>
                <a:path w="1132" h="1078" extrusionOk="0">
                  <a:moveTo>
                    <a:pt x="563" y="1"/>
                  </a:moveTo>
                  <a:cubicBezTo>
                    <a:pt x="284" y="1"/>
                    <a:pt x="46" y="208"/>
                    <a:pt x="12" y="491"/>
                  </a:cubicBezTo>
                  <a:cubicBezTo>
                    <a:pt x="0" y="646"/>
                    <a:pt x="48" y="777"/>
                    <a:pt x="155" y="896"/>
                  </a:cubicBezTo>
                  <a:cubicBezTo>
                    <a:pt x="215" y="967"/>
                    <a:pt x="310" y="1027"/>
                    <a:pt x="429" y="1062"/>
                  </a:cubicBezTo>
                  <a:cubicBezTo>
                    <a:pt x="453" y="1062"/>
                    <a:pt x="477" y="1074"/>
                    <a:pt x="489" y="1074"/>
                  </a:cubicBezTo>
                  <a:lnTo>
                    <a:pt x="512" y="1074"/>
                  </a:lnTo>
                  <a:cubicBezTo>
                    <a:pt x="533" y="1076"/>
                    <a:pt x="553" y="1077"/>
                    <a:pt x="572" y="1077"/>
                  </a:cubicBezTo>
                  <a:cubicBezTo>
                    <a:pt x="665" y="1077"/>
                    <a:pt x="745" y="1054"/>
                    <a:pt x="834" y="1015"/>
                  </a:cubicBezTo>
                  <a:cubicBezTo>
                    <a:pt x="989" y="931"/>
                    <a:pt x="1084" y="777"/>
                    <a:pt x="1108" y="598"/>
                  </a:cubicBezTo>
                  <a:cubicBezTo>
                    <a:pt x="1132" y="300"/>
                    <a:pt x="905" y="38"/>
                    <a:pt x="608" y="3"/>
                  </a:cubicBezTo>
                  <a:cubicBezTo>
                    <a:pt x="593" y="2"/>
                    <a:pt x="577" y="1"/>
                    <a:pt x="56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20"/>
            <p:cNvSpPr/>
            <p:nvPr/>
          </p:nvSpPr>
          <p:spPr>
            <a:xfrm>
              <a:off x="5234575" y="4397850"/>
              <a:ext cx="36625" cy="13550"/>
            </a:xfrm>
            <a:custGeom>
              <a:avLst/>
              <a:gdLst/>
              <a:ahLst/>
              <a:cxnLst/>
              <a:rect l="l" t="t" r="r" b="b"/>
              <a:pathLst>
                <a:path w="1465" h="542" extrusionOk="0">
                  <a:moveTo>
                    <a:pt x="736" y="1"/>
                  </a:moveTo>
                  <a:cubicBezTo>
                    <a:pt x="686" y="1"/>
                    <a:pt x="635" y="6"/>
                    <a:pt x="596" y="6"/>
                  </a:cubicBezTo>
                  <a:cubicBezTo>
                    <a:pt x="477" y="30"/>
                    <a:pt x="381" y="66"/>
                    <a:pt x="286" y="149"/>
                  </a:cubicBezTo>
                  <a:cubicBezTo>
                    <a:pt x="262" y="161"/>
                    <a:pt x="238" y="173"/>
                    <a:pt x="227" y="185"/>
                  </a:cubicBezTo>
                  <a:cubicBezTo>
                    <a:pt x="143" y="268"/>
                    <a:pt x="84" y="351"/>
                    <a:pt x="36" y="459"/>
                  </a:cubicBezTo>
                  <a:cubicBezTo>
                    <a:pt x="24" y="482"/>
                    <a:pt x="24" y="518"/>
                    <a:pt x="0" y="542"/>
                  </a:cubicBezTo>
                  <a:lnTo>
                    <a:pt x="1465" y="542"/>
                  </a:lnTo>
                  <a:cubicBezTo>
                    <a:pt x="1370" y="268"/>
                    <a:pt x="1120" y="42"/>
                    <a:pt x="810" y="6"/>
                  </a:cubicBezTo>
                  <a:cubicBezTo>
                    <a:pt x="786" y="2"/>
                    <a:pt x="761" y="1"/>
                    <a:pt x="73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20"/>
            <p:cNvSpPr/>
            <p:nvPr/>
          </p:nvSpPr>
          <p:spPr>
            <a:xfrm>
              <a:off x="4984250" y="3714800"/>
              <a:ext cx="39600" cy="38200"/>
            </a:xfrm>
            <a:custGeom>
              <a:avLst/>
              <a:gdLst/>
              <a:ahLst/>
              <a:cxnLst/>
              <a:rect l="l" t="t" r="r" b="b"/>
              <a:pathLst>
                <a:path w="1584" h="1528" extrusionOk="0">
                  <a:moveTo>
                    <a:pt x="778" y="0"/>
                  </a:moveTo>
                  <a:cubicBezTo>
                    <a:pt x="388" y="0"/>
                    <a:pt x="46" y="289"/>
                    <a:pt x="12" y="694"/>
                  </a:cubicBezTo>
                  <a:cubicBezTo>
                    <a:pt x="0" y="813"/>
                    <a:pt x="12" y="932"/>
                    <a:pt x="60" y="1039"/>
                  </a:cubicBezTo>
                  <a:cubicBezTo>
                    <a:pt x="119" y="1134"/>
                    <a:pt x="179" y="1242"/>
                    <a:pt x="274" y="1313"/>
                  </a:cubicBezTo>
                  <a:cubicBezTo>
                    <a:pt x="310" y="1361"/>
                    <a:pt x="369" y="1408"/>
                    <a:pt x="417" y="1432"/>
                  </a:cubicBezTo>
                  <a:cubicBezTo>
                    <a:pt x="512" y="1480"/>
                    <a:pt x="607" y="1527"/>
                    <a:pt x="715" y="1527"/>
                  </a:cubicBezTo>
                  <a:lnTo>
                    <a:pt x="893" y="1527"/>
                  </a:lnTo>
                  <a:cubicBezTo>
                    <a:pt x="1012" y="1515"/>
                    <a:pt x="1119" y="1468"/>
                    <a:pt x="1203" y="1408"/>
                  </a:cubicBezTo>
                  <a:cubicBezTo>
                    <a:pt x="1381" y="1289"/>
                    <a:pt x="1524" y="1075"/>
                    <a:pt x="1536" y="837"/>
                  </a:cubicBezTo>
                  <a:cubicBezTo>
                    <a:pt x="1584" y="420"/>
                    <a:pt x="1286" y="39"/>
                    <a:pt x="846" y="3"/>
                  </a:cubicBezTo>
                  <a:cubicBezTo>
                    <a:pt x="823" y="1"/>
                    <a:pt x="800" y="0"/>
                    <a:pt x="77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20"/>
            <p:cNvSpPr/>
            <p:nvPr/>
          </p:nvSpPr>
          <p:spPr>
            <a:xfrm>
              <a:off x="3074475" y="4307150"/>
              <a:ext cx="15500" cy="15550"/>
            </a:xfrm>
            <a:custGeom>
              <a:avLst/>
              <a:gdLst/>
              <a:ahLst/>
              <a:cxnLst/>
              <a:rect l="l" t="t" r="r" b="b"/>
              <a:pathLst>
                <a:path w="620" h="622" extrusionOk="0">
                  <a:moveTo>
                    <a:pt x="328" y="0"/>
                  </a:moveTo>
                  <a:cubicBezTo>
                    <a:pt x="264" y="0"/>
                    <a:pt x="195" y="30"/>
                    <a:pt x="144" y="50"/>
                  </a:cubicBezTo>
                  <a:cubicBezTo>
                    <a:pt x="72" y="86"/>
                    <a:pt x="13" y="169"/>
                    <a:pt x="1" y="277"/>
                  </a:cubicBezTo>
                  <a:cubicBezTo>
                    <a:pt x="1" y="300"/>
                    <a:pt x="1" y="336"/>
                    <a:pt x="13" y="360"/>
                  </a:cubicBezTo>
                  <a:cubicBezTo>
                    <a:pt x="24" y="408"/>
                    <a:pt x="48" y="455"/>
                    <a:pt x="60" y="479"/>
                  </a:cubicBezTo>
                  <a:cubicBezTo>
                    <a:pt x="96" y="562"/>
                    <a:pt x="191" y="622"/>
                    <a:pt x="286" y="622"/>
                  </a:cubicBezTo>
                  <a:lnTo>
                    <a:pt x="382" y="622"/>
                  </a:lnTo>
                  <a:cubicBezTo>
                    <a:pt x="465" y="598"/>
                    <a:pt x="536" y="562"/>
                    <a:pt x="560" y="503"/>
                  </a:cubicBezTo>
                  <a:cubicBezTo>
                    <a:pt x="596" y="455"/>
                    <a:pt x="620" y="408"/>
                    <a:pt x="620" y="348"/>
                  </a:cubicBezTo>
                  <a:cubicBezTo>
                    <a:pt x="620" y="300"/>
                    <a:pt x="620" y="265"/>
                    <a:pt x="608" y="217"/>
                  </a:cubicBezTo>
                  <a:cubicBezTo>
                    <a:pt x="584" y="110"/>
                    <a:pt x="489" y="38"/>
                    <a:pt x="382" y="27"/>
                  </a:cubicBezTo>
                  <a:cubicBezTo>
                    <a:pt x="370" y="27"/>
                    <a:pt x="358" y="27"/>
                    <a:pt x="358" y="3"/>
                  </a:cubicBezTo>
                  <a:cubicBezTo>
                    <a:pt x="348" y="1"/>
                    <a:pt x="338" y="0"/>
                    <a:pt x="32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20"/>
            <p:cNvSpPr/>
            <p:nvPr/>
          </p:nvSpPr>
          <p:spPr>
            <a:xfrm>
              <a:off x="3911200" y="4344925"/>
              <a:ext cx="16375" cy="15575"/>
            </a:xfrm>
            <a:custGeom>
              <a:avLst/>
              <a:gdLst/>
              <a:ahLst/>
              <a:cxnLst/>
              <a:rect l="l" t="t" r="r" b="b"/>
              <a:pathLst>
                <a:path w="655" h="623" extrusionOk="0">
                  <a:moveTo>
                    <a:pt x="312" y="1"/>
                  </a:moveTo>
                  <a:cubicBezTo>
                    <a:pt x="167" y="1"/>
                    <a:pt x="55" y="103"/>
                    <a:pt x="12" y="254"/>
                  </a:cubicBezTo>
                  <a:lnTo>
                    <a:pt x="12" y="278"/>
                  </a:lnTo>
                  <a:cubicBezTo>
                    <a:pt x="0" y="456"/>
                    <a:pt x="119" y="611"/>
                    <a:pt x="298" y="623"/>
                  </a:cubicBezTo>
                  <a:lnTo>
                    <a:pt x="405" y="623"/>
                  </a:lnTo>
                  <a:cubicBezTo>
                    <a:pt x="524" y="599"/>
                    <a:pt x="631" y="492"/>
                    <a:pt x="643" y="337"/>
                  </a:cubicBezTo>
                  <a:cubicBezTo>
                    <a:pt x="655" y="159"/>
                    <a:pt x="536" y="16"/>
                    <a:pt x="357" y="4"/>
                  </a:cubicBezTo>
                  <a:cubicBezTo>
                    <a:pt x="342" y="2"/>
                    <a:pt x="327" y="1"/>
                    <a:pt x="31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82" name="Google Shape;2682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83" name="Google Shape;2683;p20"/>
          <p:cNvSpPr txBox="1">
            <a:spLocks noGrp="1"/>
          </p:cNvSpPr>
          <p:nvPr>
            <p:ph type="title" idx="2"/>
          </p:nvPr>
        </p:nvSpPr>
        <p:spPr>
          <a:xfrm>
            <a:off x="844350" y="2622275"/>
            <a:ext cx="23619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84" name="Google Shape;2684;p20"/>
          <p:cNvSpPr txBox="1">
            <a:spLocks noGrp="1"/>
          </p:cNvSpPr>
          <p:nvPr>
            <p:ph type="subTitle" idx="1"/>
          </p:nvPr>
        </p:nvSpPr>
        <p:spPr>
          <a:xfrm>
            <a:off x="844300" y="2947400"/>
            <a:ext cx="23619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685" name="Google Shape;2685;p20"/>
          <p:cNvSpPr txBox="1">
            <a:spLocks noGrp="1"/>
          </p:cNvSpPr>
          <p:nvPr>
            <p:ph type="title" idx="3"/>
          </p:nvPr>
        </p:nvSpPr>
        <p:spPr>
          <a:xfrm>
            <a:off x="3391125" y="2622275"/>
            <a:ext cx="23619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86" name="Google Shape;2686;p20"/>
          <p:cNvSpPr txBox="1">
            <a:spLocks noGrp="1"/>
          </p:cNvSpPr>
          <p:nvPr>
            <p:ph type="subTitle" idx="4"/>
          </p:nvPr>
        </p:nvSpPr>
        <p:spPr>
          <a:xfrm>
            <a:off x="3391052" y="2947400"/>
            <a:ext cx="23619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687" name="Google Shape;2687;p20"/>
          <p:cNvSpPr txBox="1">
            <a:spLocks noGrp="1"/>
          </p:cNvSpPr>
          <p:nvPr>
            <p:ph type="title" idx="5"/>
          </p:nvPr>
        </p:nvSpPr>
        <p:spPr>
          <a:xfrm>
            <a:off x="5937850" y="2622275"/>
            <a:ext cx="23619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88" name="Google Shape;2688;p20"/>
          <p:cNvSpPr txBox="1">
            <a:spLocks noGrp="1"/>
          </p:cNvSpPr>
          <p:nvPr>
            <p:ph type="subTitle" idx="6"/>
          </p:nvPr>
        </p:nvSpPr>
        <p:spPr>
          <a:xfrm>
            <a:off x="5937804" y="2947400"/>
            <a:ext cx="23619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7" name="Google Shape;2957;p22"/>
          <p:cNvGrpSpPr/>
          <p:nvPr/>
        </p:nvGrpSpPr>
        <p:grpSpPr>
          <a:xfrm>
            <a:off x="-15" y="44"/>
            <a:ext cx="1906399" cy="5143420"/>
            <a:chOff x="5970375" y="1301775"/>
            <a:chExt cx="1053725" cy="2842925"/>
          </a:xfrm>
        </p:grpSpPr>
        <p:sp>
          <p:nvSpPr>
            <p:cNvPr id="2958" name="Google Shape;2958;p22"/>
            <p:cNvSpPr/>
            <p:nvPr/>
          </p:nvSpPr>
          <p:spPr>
            <a:xfrm>
              <a:off x="6219225" y="199532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12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22"/>
            <p:cNvSpPr/>
            <p:nvPr/>
          </p:nvSpPr>
          <p:spPr>
            <a:xfrm>
              <a:off x="6136175" y="2102475"/>
              <a:ext cx="53900" cy="152425"/>
            </a:xfrm>
            <a:custGeom>
              <a:avLst/>
              <a:gdLst/>
              <a:ahLst/>
              <a:cxnLst/>
              <a:rect l="l" t="t" r="r" b="b"/>
              <a:pathLst>
                <a:path w="2156" h="6097" extrusionOk="0">
                  <a:moveTo>
                    <a:pt x="2155" y="0"/>
                  </a:moveTo>
                  <a:lnTo>
                    <a:pt x="1834" y="48"/>
                  </a:lnTo>
                  <a:lnTo>
                    <a:pt x="0" y="6001"/>
                  </a:lnTo>
                  <a:cubicBezTo>
                    <a:pt x="119" y="6001"/>
                    <a:pt x="215" y="6037"/>
                    <a:pt x="298" y="6096"/>
                  </a:cubicBezTo>
                  <a:lnTo>
                    <a:pt x="215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22"/>
            <p:cNvSpPr/>
            <p:nvPr/>
          </p:nvSpPr>
          <p:spPr>
            <a:xfrm>
              <a:off x="6184700" y="2002450"/>
              <a:ext cx="34250" cy="92900"/>
            </a:xfrm>
            <a:custGeom>
              <a:avLst/>
              <a:gdLst/>
              <a:ahLst/>
              <a:cxnLst/>
              <a:rect l="l" t="t" r="r" b="b"/>
              <a:pathLst>
                <a:path w="1370" h="3716" extrusionOk="0">
                  <a:moveTo>
                    <a:pt x="1143" y="1"/>
                  </a:moveTo>
                  <a:lnTo>
                    <a:pt x="0" y="3716"/>
                  </a:lnTo>
                  <a:lnTo>
                    <a:pt x="333" y="3692"/>
                  </a:lnTo>
                  <a:lnTo>
                    <a:pt x="1369" y="322"/>
                  </a:lnTo>
                  <a:lnTo>
                    <a:pt x="1226" y="13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22"/>
            <p:cNvSpPr/>
            <p:nvPr/>
          </p:nvSpPr>
          <p:spPr>
            <a:xfrm>
              <a:off x="6221900" y="19971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22"/>
            <p:cNvSpPr/>
            <p:nvPr/>
          </p:nvSpPr>
          <p:spPr>
            <a:xfrm>
              <a:off x="6312675" y="2223325"/>
              <a:ext cx="108075" cy="243800"/>
            </a:xfrm>
            <a:custGeom>
              <a:avLst/>
              <a:gdLst/>
              <a:ahLst/>
              <a:cxnLst/>
              <a:rect l="l" t="t" r="r" b="b"/>
              <a:pathLst>
                <a:path w="4323" h="9752" extrusionOk="0">
                  <a:moveTo>
                    <a:pt x="215" y="0"/>
                  </a:moveTo>
                  <a:lnTo>
                    <a:pt x="1" y="298"/>
                  </a:lnTo>
                  <a:lnTo>
                    <a:pt x="4001" y="9704"/>
                  </a:lnTo>
                  <a:lnTo>
                    <a:pt x="4061" y="9751"/>
                  </a:lnTo>
                  <a:cubicBezTo>
                    <a:pt x="4132" y="9692"/>
                    <a:pt x="4227" y="9656"/>
                    <a:pt x="4323" y="9656"/>
                  </a:cubicBezTo>
                  <a:lnTo>
                    <a:pt x="21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22"/>
            <p:cNvSpPr/>
            <p:nvPr/>
          </p:nvSpPr>
          <p:spPr>
            <a:xfrm>
              <a:off x="6255225" y="2095025"/>
              <a:ext cx="59275" cy="127725"/>
            </a:xfrm>
            <a:custGeom>
              <a:avLst/>
              <a:gdLst/>
              <a:ahLst/>
              <a:cxnLst/>
              <a:rect l="l" t="t" r="r" b="b"/>
              <a:pathLst>
                <a:path w="2371" h="5109" extrusionOk="0">
                  <a:moveTo>
                    <a:pt x="334" y="1"/>
                  </a:moveTo>
                  <a:lnTo>
                    <a:pt x="1" y="48"/>
                  </a:lnTo>
                  <a:lnTo>
                    <a:pt x="2144" y="5108"/>
                  </a:lnTo>
                  <a:lnTo>
                    <a:pt x="2370" y="4811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22"/>
            <p:cNvSpPr/>
            <p:nvPr/>
          </p:nvSpPr>
          <p:spPr>
            <a:xfrm>
              <a:off x="6215350" y="1997100"/>
              <a:ext cx="44675" cy="91100"/>
            </a:xfrm>
            <a:custGeom>
              <a:avLst/>
              <a:gdLst/>
              <a:ahLst/>
              <a:cxnLst/>
              <a:rect l="l" t="t" r="r" b="b"/>
              <a:pathLst>
                <a:path w="1787" h="3644" extrusionOk="0">
                  <a:moveTo>
                    <a:pt x="262" y="1"/>
                  </a:moveTo>
                  <a:lnTo>
                    <a:pt x="262" y="12"/>
                  </a:lnTo>
                  <a:lnTo>
                    <a:pt x="272" y="35"/>
                  </a:lnTo>
                  <a:lnTo>
                    <a:pt x="272" y="35"/>
                  </a:lnTo>
                  <a:cubicBezTo>
                    <a:pt x="270" y="22"/>
                    <a:pt x="267" y="10"/>
                    <a:pt x="262" y="1"/>
                  </a:cubicBezTo>
                  <a:close/>
                  <a:moveTo>
                    <a:pt x="272" y="35"/>
                  </a:moveTo>
                  <a:cubicBezTo>
                    <a:pt x="274" y="53"/>
                    <a:pt x="274" y="75"/>
                    <a:pt x="274" y="96"/>
                  </a:cubicBezTo>
                  <a:cubicBezTo>
                    <a:pt x="262" y="179"/>
                    <a:pt x="179" y="239"/>
                    <a:pt x="96" y="239"/>
                  </a:cubicBezTo>
                  <a:lnTo>
                    <a:pt x="0" y="227"/>
                  </a:lnTo>
                  <a:lnTo>
                    <a:pt x="143" y="536"/>
                  </a:lnTo>
                  <a:lnTo>
                    <a:pt x="1465" y="3644"/>
                  </a:lnTo>
                  <a:lnTo>
                    <a:pt x="1786" y="3620"/>
                  </a:lnTo>
                  <a:lnTo>
                    <a:pt x="272" y="35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22"/>
            <p:cNvSpPr/>
            <p:nvPr/>
          </p:nvSpPr>
          <p:spPr>
            <a:xfrm>
              <a:off x="6221300" y="1996500"/>
              <a:ext cx="625" cy="625"/>
            </a:xfrm>
            <a:custGeom>
              <a:avLst/>
              <a:gdLst/>
              <a:ahLst/>
              <a:cxnLst/>
              <a:rect l="l" t="t" r="r" b="b"/>
              <a:pathLst>
                <a:path w="25" h="25" extrusionOk="0">
                  <a:moveTo>
                    <a:pt x="1" y="1"/>
                  </a:moveTo>
                  <a:cubicBezTo>
                    <a:pt x="1" y="13"/>
                    <a:pt x="1" y="13"/>
                    <a:pt x="24" y="25"/>
                  </a:cubicBezTo>
                  <a:cubicBezTo>
                    <a:pt x="24" y="13"/>
                    <a:pt x="1" y="13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22"/>
            <p:cNvSpPr/>
            <p:nvPr/>
          </p:nvSpPr>
          <p:spPr>
            <a:xfrm>
              <a:off x="6220700" y="1995900"/>
              <a:ext cx="325" cy="625"/>
            </a:xfrm>
            <a:custGeom>
              <a:avLst/>
              <a:gdLst/>
              <a:ahLst/>
              <a:cxnLst/>
              <a:rect l="l" t="t" r="r" b="b"/>
              <a:pathLst>
                <a:path w="13" h="25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1" y="1"/>
                    <a:pt x="13" y="1"/>
                    <a:pt x="1" y="1"/>
                  </a:cubicBezTo>
                  <a:cubicBezTo>
                    <a:pt x="13" y="25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22"/>
            <p:cNvSpPr/>
            <p:nvPr/>
          </p:nvSpPr>
          <p:spPr>
            <a:xfrm>
              <a:off x="6218925" y="199532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cubicBezTo>
                    <a:pt x="12" y="0"/>
                    <a:pt x="12" y="0"/>
                    <a:pt x="24" y="0"/>
                  </a:cubicBezTo>
                  <a:lnTo>
                    <a:pt x="0" y="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22"/>
            <p:cNvSpPr/>
            <p:nvPr/>
          </p:nvSpPr>
          <p:spPr>
            <a:xfrm>
              <a:off x="6231425" y="1302075"/>
              <a:ext cx="94675" cy="169400"/>
            </a:xfrm>
            <a:custGeom>
              <a:avLst/>
              <a:gdLst/>
              <a:ahLst/>
              <a:cxnLst/>
              <a:rect l="l" t="t" r="r" b="b"/>
              <a:pathLst>
                <a:path w="3787" h="6776" extrusionOk="0">
                  <a:moveTo>
                    <a:pt x="3429" y="1"/>
                  </a:moveTo>
                  <a:lnTo>
                    <a:pt x="0" y="6680"/>
                  </a:lnTo>
                  <a:cubicBezTo>
                    <a:pt x="36" y="6668"/>
                    <a:pt x="48" y="6668"/>
                    <a:pt x="72" y="6668"/>
                  </a:cubicBezTo>
                  <a:cubicBezTo>
                    <a:pt x="179" y="6668"/>
                    <a:pt x="250" y="6704"/>
                    <a:pt x="310" y="6775"/>
                  </a:cubicBezTo>
                  <a:lnTo>
                    <a:pt x="3787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22"/>
            <p:cNvSpPr/>
            <p:nvPr/>
          </p:nvSpPr>
          <p:spPr>
            <a:xfrm>
              <a:off x="6115625" y="1301775"/>
              <a:ext cx="69975" cy="103900"/>
            </a:xfrm>
            <a:custGeom>
              <a:avLst/>
              <a:gdLst/>
              <a:ahLst/>
              <a:cxnLst/>
              <a:rect l="l" t="t" r="r" b="b"/>
              <a:pathLst>
                <a:path w="2799" h="4156" extrusionOk="0">
                  <a:moveTo>
                    <a:pt x="2430" y="1"/>
                  </a:moveTo>
                  <a:lnTo>
                    <a:pt x="37" y="4037"/>
                  </a:lnTo>
                  <a:cubicBezTo>
                    <a:pt x="25" y="4061"/>
                    <a:pt x="1" y="4108"/>
                    <a:pt x="25" y="4156"/>
                  </a:cubicBezTo>
                  <a:cubicBezTo>
                    <a:pt x="84" y="4132"/>
                    <a:pt x="156" y="4120"/>
                    <a:pt x="215" y="4120"/>
                  </a:cubicBezTo>
                  <a:lnTo>
                    <a:pt x="346" y="4120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22"/>
            <p:cNvSpPr/>
            <p:nvPr/>
          </p:nvSpPr>
          <p:spPr>
            <a:xfrm>
              <a:off x="5970675" y="1427100"/>
              <a:ext cx="136650" cy="81875"/>
            </a:xfrm>
            <a:custGeom>
              <a:avLst/>
              <a:gdLst/>
              <a:ahLst/>
              <a:cxnLst/>
              <a:rect l="l" t="t" r="r" b="b"/>
              <a:pathLst>
                <a:path w="5466" h="3275" extrusionOk="0">
                  <a:moveTo>
                    <a:pt x="5323" y="0"/>
                  </a:moveTo>
                  <a:lnTo>
                    <a:pt x="0" y="2917"/>
                  </a:lnTo>
                  <a:lnTo>
                    <a:pt x="0" y="3274"/>
                  </a:lnTo>
                  <a:lnTo>
                    <a:pt x="5465" y="286"/>
                  </a:lnTo>
                  <a:cubicBezTo>
                    <a:pt x="5406" y="191"/>
                    <a:pt x="5358" y="107"/>
                    <a:pt x="5323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22"/>
            <p:cNvSpPr/>
            <p:nvPr/>
          </p:nvSpPr>
          <p:spPr>
            <a:xfrm>
              <a:off x="6136175" y="1427100"/>
              <a:ext cx="92600" cy="51500"/>
            </a:xfrm>
            <a:custGeom>
              <a:avLst/>
              <a:gdLst/>
              <a:ahLst/>
              <a:cxnLst/>
              <a:rect l="l" t="t" r="r" b="b"/>
              <a:pathLst>
                <a:path w="3704" h="2060" extrusionOk="0">
                  <a:moveTo>
                    <a:pt x="131" y="0"/>
                  </a:moveTo>
                  <a:cubicBezTo>
                    <a:pt x="108" y="107"/>
                    <a:pt x="60" y="214"/>
                    <a:pt x="0" y="286"/>
                  </a:cubicBezTo>
                  <a:lnTo>
                    <a:pt x="3632" y="2060"/>
                  </a:lnTo>
                  <a:cubicBezTo>
                    <a:pt x="3620" y="2024"/>
                    <a:pt x="3620" y="2000"/>
                    <a:pt x="3620" y="1965"/>
                  </a:cubicBezTo>
                  <a:cubicBezTo>
                    <a:pt x="3608" y="1881"/>
                    <a:pt x="3644" y="1798"/>
                    <a:pt x="3703" y="1738"/>
                  </a:cubicBezTo>
                  <a:lnTo>
                    <a:pt x="13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22"/>
            <p:cNvSpPr/>
            <p:nvPr/>
          </p:nvSpPr>
          <p:spPr>
            <a:xfrm>
              <a:off x="6237075" y="1476500"/>
              <a:ext cx="274475" cy="138425"/>
            </a:xfrm>
            <a:custGeom>
              <a:avLst/>
              <a:gdLst/>
              <a:ahLst/>
              <a:cxnLst/>
              <a:rect l="l" t="t" r="r" b="b"/>
              <a:pathLst>
                <a:path w="10979" h="5537" extrusionOk="0">
                  <a:moveTo>
                    <a:pt x="167" y="1"/>
                  </a:moveTo>
                  <a:cubicBezTo>
                    <a:pt x="143" y="108"/>
                    <a:pt x="84" y="203"/>
                    <a:pt x="1" y="239"/>
                  </a:cubicBezTo>
                  <a:cubicBezTo>
                    <a:pt x="12" y="263"/>
                    <a:pt x="12" y="274"/>
                    <a:pt x="12" y="286"/>
                  </a:cubicBezTo>
                  <a:lnTo>
                    <a:pt x="10847" y="5537"/>
                  </a:lnTo>
                  <a:cubicBezTo>
                    <a:pt x="10859" y="5442"/>
                    <a:pt x="10907" y="5335"/>
                    <a:pt x="10978" y="5263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22"/>
            <p:cNvSpPr/>
            <p:nvPr/>
          </p:nvSpPr>
          <p:spPr>
            <a:xfrm>
              <a:off x="6132900" y="1482450"/>
              <a:ext cx="104800" cy="217325"/>
            </a:xfrm>
            <a:custGeom>
              <a:avLst/>
              <a:gdLst/>
              <a:ahLst/>
              <a:cxnLst/>
              <a:rect l="l" t="t" r="r" b="b"/>
              <a:pathLst>
                <a:path w="4192" h="8693" extrusionOk="0">
                  <a:moveTo>
                    <a:pt x="3918" y="1"/>
                  </a:moveTo>
                  <a:lnTo>
                    <a:pt x="3918" y="25"/>
                  </a:lnTo>
                  <a:lnTo>
                    <a:pt x="0" y="8549"/>
                  </a:lnTo>
                  <a:cubicBezTo>
                    <a:pt x="108" y="8573"/>
                    <a:pt x="191" y="8621"/>
                    <a:pt x="286" y="8692"/>
                  </a:cubicBezTo>
                  <a:lnTo>
                    <a:pt x="4179" y="144"/>
                  </a:lnTo>
                  <a:cubicBezTo>
                    <a:pt x="4191" y="108"/>
                    <a:pt x="4191" y="84"/>
                    <a:pt x="4191" y="48"/>
                  </a:cubicBezTo>
                  <a:cubicBezTo>
                    <a:pt x="4191" y="36"/>
                    <a:pt x="4191" y="25"/>
                    <a:pt x="4179" y="1"/>
                  </a:cubicBezTo>
                  <a:cubicBezTo>
                    <a:pt x="4132" y="25"/>
                    <a:pt x="4108" y="36"/>
                    <a:pt x="4060" y="36"/>
                  </a:cubicBezTo>
                  <a:cubicBezTo>
                    <a:pt x="4001" y="36"/>
                    <a:pt x="3953" y="25"/>
                    <a:pt x="3918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22"/>
            <p:cNvSpPr/>
            <p:nvPr/>
          </p:nvSpPr>
          <p:spPr>
            <a:xfrm>
              <a:off x="6007575" y="1728325"/>
              <a:ext cx="116725" cy="237850"/>
            </a:xfrm>
            <a:custGeom>
              <a:avLst/>
              <a:gdLst/>
              <a:ahLst/>
              <a:cxnLst/>
              <a:rect l="l" t="t" r="r" b="b"/>
              <a:pathLst>
                <a:path w="4669" h="9514" extrusionOk="0">
                  <a:moveTo>
                    <a:pt x="4370" y="0"/>
                  </a:moveTo>
                  <a:lnTo>
                    <a:pt x="1" y="9406"/>
                  </a:lnTo>
                  <a:cubicBezTo>
                    <a:pt x="96" y="9418"/>
                    <a:pt x="191" y="9442"/>
                    <a:pt x="251" y="9513"/>
                  </a:cubicBezTo>
                  <a:cubicBezTo>
                    <a:pt x="263" y="9513"/>
                    <a:pt x="299" y="9501"/>
                    <a:pt x="310" y="9501"/>
                  </a:cubicBezTo>
                  <a:lnTo>
                    <a:pt x="4668" y="119"/>
                  </a:lnTo>
                  <a:cubicBezTo>
                    <a:pt x="4561" y="107"/>
                    <a:pt x="4466" y="60"/>
                    <a:pt x="437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22"/>
            <p:cNvSpPr/>
            <p:nvPr/>
          </p:nvSpPr>
          <p:spPr>
            <a:xfrm>
              <a:off x="6143900" y="1616400"/>
              <a:ext cx="367050" cy="96175"/>
            </a:xfrm>
            <a:custGeom>
              <a:avLst/>
              <a:gdLst/>
              <a:ahLst/>
              <a:cxnLst/>
              <a:rect l="l" t="t" r="r" b="b"/>
              <a:pathLst>
                <a:path w="14682" h="3847" extrusionOk="0">
                  <a:moveTo>
                    <a:pt x="14574" y="0"/>
                  </a:moveTo>
                  <a:lnTo>
                    <a:pt x="1" y="3549"/>
                  </a:lnTo>
                  <a:cubicBezTo>
                    <a:pt x="49" y="3632"/>
                    <a:pt x="84" y="3739"/>
                    <a:pt x="96" y="3846"/>
                  </a:cubicBezTo>
                  <a:lnTo>
                    <a:pt x="14681" y="298"/>
                  </a:lnTo>
                  <a:cubicBezTo>
                    <a:pt x="14610" y="227"/>
                    <a:pt x="14574" y="120"/>
                    <a:pt x="1457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22"/>
            <p:cNvSpPr/>
            <p:nvPr/>
          </p:nvSpPr>
          <p:spPr>
            <a:xfrm>
              <a:off x="5970375" y="1714025"/>
              <a:ext cx="140525" cy="44075"/>
            </a:xfrm>
            <a:custGeom>
              <a:avLst/>
              <a:gdLst/>
              <a:ahLst/>
              <a:cxnLst/>
              <a:rect l="l" t="t" r="r" b="b"/>
              <a:pathLst>
                <a:path w="5621" h="1763" extrusionOk="0">
                  <a:moveTo>
                    <a:pt x="5561" y="1"/>
                  </a:moveTo>
                  <a:lnTo>
                    <a:pt x="1" y="1441"/>
                  </a:lnTo>
                  <a:lnTo>
                    <a:pt x="1" y="1763"/>
                  </a:lnTo>
                  <a:lnTo>
                    <a:pt x="5620" y="298"/>
                  </a:lnTo>
                  <a:cubicBezTo>
                    <a:pt x="5597" y="203"/>
                    <a:pt x="5561" y="120"/>
                    <a:pt x="556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22"/>
            <p:cNvSpPr/>
            <p:nvPr/>
          </p:nvSpPr>
          <p:spPr>
            <a:xfrm>
              <a:off x="5970675" y="1973575"/>
              <a:ext cx="37525" cy="103625"/>
            </a:xfrm>
            <a:custGeom>
              <a:avLst/>
              <a:gdLst/>
              <a:ahLst/>
              <a:cxnLst/>
              <a:rect l="l" t="t" r="r" b="b"/>
              <a:pathLst>
                <a:path w="1501" h="4145" extrusionOk="0">
                  <a:moveTo>
                    <a:pt x="1239" y="1"/>
                  </a:moveTo>
                  <a:lnTo>
                    <a:pt x="0" y="3251"/>
                  </a:lnTo>
                  <a:lnTo>
                    <a:pt x="0" y="4144"/>
                  </a:lnTo>
                  <a:lnTo>
                    <a:pt x="1501" y="180"/>
                  </a:lnTo>
                  <a:cubicBezTo>
                    <a:pt x="1382" y="180"/>
                    <a:pt x="1274" y="108"/>
                    <a:pt x="123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22"/>
            <p:cNvSpPr/>
            <p:nvPr/>
          </p:nvSpPr>
          <p:spPr>
            <a:xfrm>
              <a:off x="5970675" y="1952450"/>
              <a:ext cx="34250" cy="18775"/>
            </a:xfrm>
            <a:custGeom>
              <a:avLst/>
              <a:gdLst/>
              <a:ahLst/>
              <a:cxnLst/>
              <a:rect l="l" t="t" r="r" b="b"/>
              <a:pathLst>
                <a:path w="1370" h="751" extrusionOk="0">
                  <a:moveTo>
                    <a:pt x="0" y="1"/>
                  </a:moveTo>
                  <a:lnTo>
                    <a:pt x="0" y="322"/>
                  </a:lnTo>
                  <a:lnTo>
                    <a:pt x="1215" y="751"/>
                  </a:lnTo>
                  <a:cubicBezTo>
                    <a:pt x="1203" y="620"/>
                    <a:pt x="1263" y="525"/>
                    <a:pt x="1370" y="47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22"/>
            <p:cNvSpPr/>
            <p:nvPr/>
          </p:nvSpPr>
          <p:spPr>
            <a:xfrm>
              <a:off x="6014125" y="1966450"/>
              <a:ext cx="208100" cy="36925"/>
            </a:xfrm>
            <a:custGeom>
              <a:avLst/>
              <a:gdLst/>
              <a:ahLst/>
              <a:cxnLst/>
              <a:rect l="l" t="t" r="r" b="b"/>
              <a:pathLst>
                <a:path w="8324" h="1477" extrusionOk="0">
                  <a:moveTo>
                    <a:pt x="60" y="0"/>
                  </a:moveTo>
                  <a:cubicBezTo>
                    <a:pt x="37" y="0"/>
                    <a:pt x="13" y="0"/>
                    <a:pt x="1" y="24"/>
                  </a:cubicBezTo>
                  <a:cubicBezTo>
                    <a:pt x="48" y="60"/>
                    <a:pt x="60" y="119"/>
                    <a:pt x="72" y="203"/>
                  </a:cubicBezTo>
                  <a:cubicBezTo>
                    <a:pt x="72" y="238"/>
                    <a:pt x="60" y="286"/>
                    <a:pt x="48" y="334"/>
                  </a:cubicBezTo>
                  <a:lnTo>
                    <a:pt x="7978" y="1465"/>
                  </a:lnTo>
                  <a:lnTo>
                    <a:pt x="8073" y="1477"/>
                  </a:lnTo>
                  <a:lnTo>
                    <a:pt x="8145" y="1465"/>
                  </a:lnTo>
                  <a:cubicBezTo>
                    <a:pt x="8152" y="1466"/>
                    <a:pt x="8159" y="1466"/>
                    <a:pt x="8166" y="1466"/>
                  </a:cubicBezTo>
                  <a:cubicBezTo>
                    <a:pt x="8240" y="1466"/>
                    <a:pt x="8301" y="1410"/>
                    <a:pt x="8323" y="1334"/>
                  </a:cubicBezTo>
                  <a:cubicBezTo>
                    <a:pt x="8323" y="1298"/>
                    <a:pt x="8323" y="1262"/>
                    <a:pt x="8311" y="1238"/>
                  </a:cubicBezTo>
                  <a:cubicBezTo>
                    <a:pt x="8311" y="1227"/>
                    <a:pt x="8288" y="1227"/>
                    <a:pt x="8288" y="1215"/>
                  </a:cubicBezTo>
                  <a:lnTo>
                    <a:pt x="8276" y="1203"/>
                  </a:lnTo>
                  <a:lnTo>
                    <a:pt x="8264" y="1203"/>
                  </a:lnTo>
                  <a:lnTo>
                    <a:pt x="8252" y="1179"/>
                  </a:lnTo>
                  <a:lnTo>
                    <a:pt x="8228" y="1179"/>
                  </a:lnTo>
                  <a:cubicBezTo>
                    <a:pt x="8216" y="1179"/>
                    <a:pt x="8216" y="1179"/>
                    <a:pt x="8204" y="1167"/>
                  </a:cubicBezTo>
                  <a:lnTo>
                    <a:pt x="7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22"/>
            <p:cNvSpPr/>
            <p:nvPr/>
          </p:nvSpPr>
          <p:spPr>
            <a:xfrm>
              <a:off x="5982875" y="2070275"/>
              <a:ext cx="442350" cy="54550"/>
            </a:xfrm>
            <a:custGeom>
              <a:avLst/>
              <a:gdLst/>
              <a:ahLst/>
              <a:cxnLst/>
              <a:rect l="l" t="t" r="r" b="b"/>
              <a:pathLst>
                <a:path w="17694" h="2182" extrusionOk="0">
                  <a:moveTo>
                    <a:pt x="17669" y="0"/>
                  </a:moveTo>
                  <a:cubicBezTo>
                    <a:pt x="17651" y="0"/>
                    <a:pt x="17634" y="4"/>
                    <a:pt x="17617" y="11"/>
                  </a:cubicBezTo>
                  <a:lnTo>
                    <a:pt x="17617" y="11"/>
                  </a:lnTo>
                  <a:lnTo>
                    <a:pt x="17693" y="2"/>
                  </a:lnTo>
                  <a:cubicBezTo>
                    <a:pt x="17685" y="1"/>
                    <a:pt x="17677" y="0"/>
                    <a:pt x="17669" y="0"/>
                  </a:cubicBezTo>
                  <a:close/>
                  <a:moveTo>
                    <a:pt x="17617" y="11"/>
                  </a:moveTo>
                  <a:lnTo>
                    <a:pt x="11085" y="705"/>
                  </a:lnTo>
                  <a:lnTo>
                    <a:pt x="10764" y="741"/>
                  </a:lnTo>
                  <a:lnTo>
                    <a:pt x="8406" y="991"/>
                  </a:lnTo>
                  <a:lnTo>
                    <a:pt x="8073" y="1015"/>
                  </a:lnTo>
                  <a:lnTo>
                    <a:pt x="1" y="1884"/>
                  </a:lnTo>
                  <a:cubicBezTo>
                    <a:pt x="13" y="1955"/>
                    <a:pt x="36" y="2062"/>
                    <a:pt x="48" y="2181"/>
                  </a:cubicBezTo>
                  <a:lnTo>
                    <a:pt x="7966" y="1336"/>
                  </a:lnTo>
                  <a:lnTo>
                    <a:pt x="8311" y="1300"/>
                  </a:lnTo>
                  <a:lnTo>
                    <a:pt x="10895" y="1038"/>
                  </a:lnTo>
                  <a:lnTo>
                    <a:pt x="11228" y="1003"/>
                  </a:lnTo>
                  <a:lnTo>
                    <a:pt x="17336" y="348"/>
                  </a:lnTo>
                  <a:lnTo>
                    <a:pt x="17550" y="62"/>
                  </a:lnTo>
                  <a:cubicBezTo>
                    <a:pt x="17564" y="42"/>
                    <a:pt x="17588" y="22"/>
                    <a:pt x="17617" y="1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22"/>
            <p:cNvSpPr/>
            <p:nvPr/>
          </p:nvSpPr>
          <p:spPr>
            <a:xfrm>
              <a:off x="5975150" y="2142950"/>
              <a:ext cx="153600" cy="118500"/>
            </a:xfrm>
            <a:custGeom>
              <a:avLst/>
              <a:gdLst/>
              <a:ahLst/>
              <a:cxnLst/>
              <a:rect l="l" t="t" r="r" b="b"/>
              <a:pathLst>
                <a:path w="6144" h="4740" extrusionOk="0">
                  <a:moveTo>
                    <a:pt x="179" y="1"/>
                  </a:moveTo>
                  <a:cubicBezTo>
                    <a:pt x="131" y="96"/>
                    <a:pt x="60" y="179"/>
                    <a:pt x="0" y="251"/>
                  </a:cubicBezTo>
                  <a:lnTo>
                    <a:pt x="5965" y="4739"/>
                  </a:lnTo>
                  <a:cubicBezTo>
                    <a:pt x="6001" y="4644"/>
                    <a:pt x="6060" y="4561"/>
                    <a:pt x="6144" y="4477"/>
                  </a:cubicBezTo>
                  <a:lnTo>
                    <a:pt x="17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22"/>
            <p:cNvSpPr/>
            <p:nvPr/>
          </p:nvSpPr>
          <p:spPr>
            <a:xfrm>
              <a:off x="6230825" y="2337325"/>
              <a:ext cx="183375" cy="136050"/>
            </a:xfrm>
            <a:custGeom>
              <a:avLst/>
              <a:gdLst/>
              <a:ahLst/>
              <a:cxnLst/>
              <a:rect l="l" t="t" r="r" b="b"/>
              <a:pathLst>
                <a:path w="7335" h="5442" extrusionOk="0">
                  <a:moveTo>
                    <a:pt x="96" y="0"/>
                  </a:moveTo>
                  <a:lnTo>
                    <a:pt x="1" y="131"/>
                  </a:lnTo>
                  <a:lnTo>
                    <a:pt x="7156" y="5442"/>
                  </a:lnTo>
                  <a:cubicBezTo>
                    <a:pt x="7168" y="5334"/>
                    <a:pt x="7240" y="5251"/>
                    <a:pt x="7335" y="5191"/>
                  </a:cubicBezTo>
                  <a:lnTo>
                    <a:pt x="7275" y="5144"/>
                  </a:lnTo>
                  <a:lnTo>
                    <a:pt x="596" y="179"/>
                  </a:lnTo>
                  <a:cubicBezTo>
                    <a:pt x="548" y="215"/>
                    <a:pt x="477" y="250"/>
                    <a:pt x="393" y="262"/>
                  </a:cubicBezTo>
                  <a:cubicBezTo>
                    <a:pt x="239" y="262"/>
                    <a:pt x="120" y="155"/>
                    <a:pt x="9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22"/>
            <p:cNvSpPr/>
            <p:nvPr/>
          </p:nvSpPr>
          <p:spPr>
            <a:xfrm>
              <a:off x="6143325" y="2269750"/>
              <a:ext cx="85750" cy="66400"/>
            </a:xfrm>
            <a:custGeom>
              <a:avLst/>
              <a:gdLst/>
              <a:ahLst/>
              <a:cxnLst/>
              <a:rect l="l" t="t" r="r" b="b"/>
              <a:pathLst>
                <a:path w="3430" h="2656" extrusionOk="0">
                  <a:moveTo>
                    <a:pt x="203" y="1"/>
                  </a:moveTo>
                  <a:cubicBezTo>
                    <a:pt x="143" y="96"/>
                    <a:pt x="83" y="179"/>
                    <a:pt x="0" y="239"/>
                  </a:cubicBezTo>
                  <a:lnTo>
                    <a:pt x="3239" y="2656"/>
                  </a:lnTo>
                  <a:lnTo>
                    <a:pt x="3429" y="2406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22"/>
            <p:cNvSpPr/>
            <p:nvPr/>
          </p:nvSpPr>
          <p:spPr>
            <a:xfrm>
              <a:off x="6078425" y="2276900"/>
              <a:ext cx="62225" cy="254225"/>
            </a:xfrm>
            <a:custGeom>
              <a:avLst/>
              <a:gdLst/>
              <a:ahLst/>
              <a:cxnLst/>
              <a:rect l="l" t="t" r="r" b="b"/>
              <a:pathLst>
                <a:path w="2489" h="10169" extrusionOk="0">
                  <a:moveTo>
                    <a:pt x="2489" y="0"/>
                  </a:moveTo>
                  <a:cubicBezTo>
                    <a:pt x="2441" y="12"/>
                    <a:pt x="2382" y="36"/>
                    <a:pt x="2322" y="36"/>
                  </a:cubicBezTo>
                  <a:cubicBezTo>
                    <a:pt x="2287" y="36"/>
                    <a:pt x="2227" y="36"/>
                    <a:pt x="2179" y="12"/>
                  </a:cubicBezTo>
                  <a:lnTo>
                    <a:pt x="1" y="10168"/>
                  </a:lnTo>
                  <a:lnTo>
                    <a:pt x="1" y="10168"/>
                  </a:lnTo>
                  <a:lnTo>
                    <a:pt x="453" y="9561"/>
                  </a:lnTo>
                  <a:lnTo>
                    <a:pt x="2489" y="60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22"/>
            <p:cNvSpPr/>
            <p:nvPr/>
          </p:nvSpPr>
          <p:spPr>
            <a:xfrm>
              <a:off x="6173375" y="2632600"/>
              <a:ext cx="89325" cy="90200"/>
            </a:xfrm>
            <a:custGeom>
              <a:avLst/>
              <a:gdLst/>
              <a:ahLst/>
              <a:cxnLst/>
              <a:rect l="l" t="t" r="r" b="b"/>
              <a:pathLst>
                <a:path w="3573" h="3608" extrusionOk="0">
                  <a:moveTo>
                    <a:pt x="286" y="0"/>
                  </a:moveTo>
                  <a:lnTo>
                    <a:pt x="1" y="167"/>
                  </a:lnTo>
                  <a:lnTo>
                    <a:pt x="3215" y="3608"/>
                  </a:lnTo>
                  <a:cubicBezTo>
                    <a:pt x="3275" y="3525"/>
                    <a:pt x="3346" y="3501"/>
                    <a:pt x="3442" y="3489"/>
                  </a:cubicBezTo>
                  <a:cubicBezTo>
                    <a:pt x="3489" y="3489"/>
                    <a:pt x="3525" y="3501"/>
                    <a:pt x="3573" y="3513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22"/>
            <p:cNvSpPr/>
            <p:nvPr/>
          </p:nvSpPr>
          <p:spPr>
            <a:xfrm>
              <a:off x="6264450" y="2726650"/>
              <a:ext cx="124750" cy="133975"/>
            </a:xfrm>
            <a:custGeom>
              <a:avLst/>
              <a:gdLst/>
              <a:ahLst/>
              <a:cxnLst/>
              <a:rect l="l" t="t" r="r" b="b"/>
              <a:pathLst>
                <a:path w="4990" h="5359" extrusionOk="0">
                  <a:moveTo>
                    <a:pt x="168" y="1"/>
                  </a:moveTo>
                  <a:lnTo>
                    <a:pt x="96" y="120"/>
                  </a:lnTo>
                  <a:cubicBezTo>
                    <a:pt x="84" y="167"/>
                    <a:pt x="60" y="203"/>
                    <a:pt x="37" y="227"/>
                  </a:cubicBezTo>
                  <a:lnTo>
                    <a:pt x="1" y="275"/>
                  </a:lnTo>
                  <a:lnTo>
                    <a:pt x="4775" y="5359"/>
                  </a:lnTo>
                  <a:cubicBezTo>
                    <a:pt x="4811" y="5287"/>
                    <a:pt x="4906" y="5216"/>
                    <a:pt x="4990" y="5156"/>
                  </a:cubicBezTo>
                  <a:lnTo>
                    <a:pt x="16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22"/>
            <p:cNvSpPr/>
            <p:nvPr/>
          </p:nvSpPr>
          <p:spPr>
            <a:xfrm>
              <a:off x="6082000" y="2532575"/>
              <a:ext cx="92900" cy="98250"/>
            </a:xfrm>
            <a:custGeom>
              <a:avLst/>
              <a:gdLst/>
              <a:ahLst/>
              <a:cxnLst/>
              <a:rect l="l" t="t" r="r" b="b"/>
              <a:pathLst>
                <a:path w="3716" h="3930" extrusionOk="0">
                  <a:moveTo>
                    <a:pt x="191" y="1"/>
                  </a:moveTo>
                  <a:lnTo>
                    <a:pt x="0" y="263"/>
                  </a:lnTo>
                  <a:lnTo>
                    <a:pt x="3429" y="3930"/>
                  </a:lnTo>
                  <a:lnTo>
                    <a:pt x="3715" y="3763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22"/>
            <p:cNvSpPr/>
            <p:nvPr/>
          </p:nvSpPr>
          <p:spPr>
            <a:xfrm>
              <a:off x="5970975" y="2070325"/>
              <a:ext cx="455725" cy="618550"/>
            </a:xfrm>
            <a:custGeom>
              <a:avLst/>
              <a:gdLst/>
              <a:ahLst/>
              <a:cxnLst/>
              <a:rect l="l" t="t" r="r" b="b"/>
              <a:pathLst>
                <a:path w="18229" h="24742" extrusionOk="0">
                  <a:moveTo>
                    <a:pt x="18193" y="0"/>
                  </a:moveTo>
                  <a:cubicBezTo>
                    <a:pt x="18134" y="0"/>
                    <a:pt x="18074" y="12"/>
                    <a:pt x="18038" y="60"/>
                  </a:cubicBezTo>
                  <a:lnTo>
                    <a:pt x="17836" y="346"/>
                  </a:lnTo>
                  <a:lnTo>
                    <a:pt x="13752" y="5787"/>
                  </a:lnTo>
                  <a:lnTo>
                    <a:pt x="13526" y="6085"/>
                  </a:lnTo>
                  <a:lnTo>
                    <a:pt x="10323" y="10371"/>
                  </a:lnTo>
                  <a:lnTo>
                    <a:pt x="10133" y="10633"/>
                  </a:lnTo>
                  <a:lnTo>
                    <a:pt x="4763" y="17836"/>
                  </a:lnTo>
                  <a:lnTo>
                    <a:pt x="4322" y="18443"/>
                  </a:lnTo>
                  <a:lnTo>
                    <a:pt x="0" y="24218"/>
                  </a:lnTo>
                  <a:lnTo>
                    <a:pt x="0" y="24742"/>
                  </a:lnTo>
                  <a:lnTo>
                    <a:pt x="4465" y="18765"/>
                  </a:lnTo>
                  <a:lnTo>
                    <a:pt x="4656" y="18515"/>
                  </a:lnTo>
                  <a:lnTo>
                    <a:pt x="10371" y="10811"/>
                  </a:lnTo>
                  <a:lnTo>
                    <a:pt x="10478" y="10680"/>
                  </a:lnTo>
                  <a:lnTo>
                    <a:pt x="10478" y="10657"/>
                  </a:lnTo>
                  <a:cubicBezTo>
                    <a:pt x="10466" y="10514"/>
                    <a:pt x="10573" y="10395"/>
                    <a:pt x="10716" y="10359"/>
                  </a:cubicBezTo>
                  <a:lnTo>
                    <a:pt x="12966" y="7359"/>
                  </a:lnTo>
                  <a:cubicBezTo>
                    <a:pt x="12954" y="7323"/>
                    <a:pt x="12954" y="7299"/>
                    <a:pt x="12954" y="7263"/>
                  </a:cubicBezTo>
                  <a:cubicBezTo>
                    <a:pt x="12931" y="7109"/>
                    <a:pt x="13073" y="6966"/>
                    <a:pt x="13228" y="6966"/>
                  </a:cubicBezTo>
                  <a:lnTo>
                    <a:pt x="13264" y="6966"/>
                  </a:lnTo>
                  <a:lnTo>
                    <a:pt x="13669" y="6430"/>
                  </a:lnTo>
                  <a:lnTo>
                    <a:pt x="13883" y="6132"/>
                  </a:lnTo>
                  <a:lnTo>
                    <a:pt x="18229" y="310"/>
                  </a:lnTo>
                  <a:cubicBezTo>
                    <a:pt x="18193" y="239"/>
                    <a:pt x="18169" y="167"/>
                    <a:pt x="18169" y="96"/>
                  </a:cubicBezTo>
                  <a:cubicBezTo>
                    <a:pt x="18169" y="60"/>
                    <a:pt x="18169" y="36"/>
                    <a:pt x="18193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22"/>
            <p:cNvSpPr/>
            <p:nvPr/>
          </p:nvSpPr>
          <p:spPr>
            <a:xfrm>
              <a:off x="6432625" y="2473600"/>
              <a:ext cx="5700" cy="9000"/>
            </a:xfrm>
            <a:custGeom>
              <a:avLst/>
              <a:gdLst/>
              <a:ahLst/>
              <a:cxnLst/>
              <a:rect l="l" t="t" r="r" b="b"/>
              <a:pathLst>
                <a:path w="228" h="360" extrusionOk="0">
                  <a:moveTo>
                    <a:pt x="52" y="0"/>
                  </a:moveTo>
                  <a:cubicBezTo>
                    <a:pt x="43" y="0"/>
                    <a:pt x="34" y="1"/>
                    <a:pt x="25" y="2"/>
                  </a:cubicBezTo>
                  <a:cubicBezTo>
                    <a:pt x="37" y="50"/>
                    <a:pt x="49" y="98"/>
                    <a:pt x="49" y="157"/>
                  </a:cubicBezTo>
                  <a:cubicBezTo>
                    <a:pt x="49" y="217"/>
                    <a:pt x="37" y="288"/>
                    <a:pt x="1" y="360"/>
                  </a:cubicBezTo>
                  <a:lnTo>
                    <a:pt x="120" y="288"/>
                  </a:lnTo>
                  <a:cubicBezTo>
                    <a:pt x="203" y="241"/>
                    <a:pt x="227" y="157"/>
                    <a:pt x="180" y="86"/>
                  </a:cubicBezTo>
                  <a:cubicBezTo>
                    <a:pt x="159" y="34"/>
                    <a:pt x="111" y="0"/>
                    <a:pt x="5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22"/>
            <p:cNvSpPr/>
            <p:nvPr/>
          </p:nvSpPr>
          <p:spPr>
            <a:xfrm>
              <a:off x="5970675" y="2486150"/>
              <a:ext cx="441150" cy="271775"/>
            </a:xfrm>
            <a:custGeom>
              <a:avLst/>
              <a:gdLst/>
              <a:ahLst/>
              <a:cxnLst/>
              <a:rect l="l" t="t" r="r" b="b"/>
              <a:pathLst>
                <a:path w="17646" h="10871" extrusionOk="0">
                  <a:moveTo>
                    <a:pt x="17646" y="0"/>
                  </a:moveTo>
                  <a:lnTo>
                    <a:pt x="8180" y="5632"/>
                  </a:lnTo>
                  <a:lnTo>
                    <a:pt x="7906" y="5799"/>
                  </a:lnTo>
                  <a:lnTo>
                    <a:pt x="0" y="10502"/>
                  </a:lnTo>
                  <a:lnTo>
                    <a:pt x="0" y="10871"/>
                  </a:lnTo>
                  <a:lnTo>
                    <a:pt x="8121" y="6037"/>
                  </a:lnTo>
                  <a:lnTo>
                    <a:pt x="8406" y="5870"/>
                  </a:lnTo>
                  <a:lnTo>
                    <a:pt x="17288" y="572"/>
                  </a:lnTo>
                  <a:lnTo>
                    <a:pt x="17646" y="12"/>
                  </a:lnTo>
                  <a:lnTo>
                    <a:pt x="1764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22"/>
            <p:cNvSpPr/>
            <p:nvPr/>
          </p:nvSpPr>
          <p:spPr>
            <a:xfrm>
              <a:off x="5970675" y="2940975"/>
              <a:ext cx="97050" cy="144075"/>
            </a:xfrm>
            <a:custGeom>
              <a:avLst/>
              <a:gdLst/>
              <a:ahLst/>
              <a:cxnLst/>
              <a:rect l="l" t="t" r="r" b="b"/>
              <a:pathLst>
                <a:path w="3882" h="5763" extrusionOk="0">
                  <a:moveTo>
                    <a:pt x="0" y="0"/>
                  </a:moveTo>
                  <a:lnTo>
                    <a:pt x="0" y="560"/>
                  </a:lnTo>
                  <a:lnTo>
                    <a:pt x="3632" y="5763"/>
                  </a:lnTo>
                  <a:cubicBezTo>
                    <a:pt x="3703" y="5691"/>
                    <a:pt x="3775" y="5620"/>
                    <a:pt x="3882" y="55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22"/>
            <p:cNvSpPr/>
            <p:nvPr/>
          </p:nvSpPr>
          <p:spPr>
            <a:xfrm>
              <a:off x="6244225" y="2877875"/>
              <a:ext cx="142300" cy="98825"/>
            </a:xfrm>
            <a:custGeom>
              <a:avLst/>
              <a:gdLst/>
              <a:ahLst/>
              <a:cxnLst/>
              <a:rect l="l" t="t" r="r" b="b"/>
              <a:pathLst>
                <a:path w="5692" h="3953" extrusionOk="0">
                  <a:moveTo>
                    <a:pt x="5513" y="0"/>
                  </a:moveTo>
                  <a:lnTo>
                    <a:pt x="0" y="3846"/>
                  </a:lnTo>
                  <a:lnTo>
                    <a:pt x="393" y="3953"/>
                  </a:lnTo>
                  <a:lnTo>
                    <a:pt x="5668" y="274"/>
                  </a:lnTo>
                  <a:lnTo>
                    <a:pt x="5692" y="238"/>
                  </a:lnTo>
                  <a:cubicBezTo>
                    <a:pt x="5620" y="179"/>
                    <a:pt x="5561" y="83"/>
                    <a:pt x="5513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22"/>
            <p:cNvSpPr/>
            <p:nvPr/>
          </p:nvSpPr>
          <p:spPr>
            <a:xfrm>
              <a:off x="6087350" y="2980250"/>
              <a:ext cx="158375" cy="109575"/>
            </a:xfrm>
            <a:custGeom>
              <a:avLst/>
              <a:gdLst/>
              <a:ahLst/>
              <a:cxnLst/>
              <a:rect l="l" t="t" r="r" b="b"/>
              <a:pathLst>
                <a:path w="6335" h="4383" extrusionOk="0">
                  <a:moveTo>
                    <a:pt x="5930" y="1"/>
                  </a:moveTo>
                  <a:lnTo>
                    <a:pt x="1" y="4120"/>
                  </a:lnTo>
                  <a:cubicBezTo>
                    <a:pt x="84" y="4192"/>
                    <a:pt x="144" y="4287"/>
                    <a:pt x="179" y="4382"/>
                  </a:cubicBezTo>
                  <a:lnTo>
                    <a:pt x="6335" y="96"/>
                  </a:lnTo>
                  <a:lnTo>
                    <a:pt x="593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22"/>
            <p:cNvSpPr/>
            <p:nvPr/>
          </p:nvSpPr>
          <p:spPr>
            <a:xfrm>
              <a:off x="6127250" y="2732300"/>
              <a:ext cx="137825" cy="205425"/>
            </a:xfrm>
            <a:custGeom>
              <a:avLst/>
              <a:gdLst/>
              <a:ahLst/>
              <a:cxnLst/>
              <a:rect l="l" t="t" r="r" b="b"/>
              <a:pathLst>
                <a:path w="5513" h="8217" extrusionOk="0">
                  <a:moveTo>
                    <a:pt x="5513" y="1"/>
                  </a:moveTo>
                  <a:cubicBezTo>
                    <a:pt x="5465" y="49"/>
                    <a:pt x="5394" y="96"/>
                    <a:pt x="5310" y="96"/>
                  </a:cubicBezTo>
                  <a:cubicBezTo>
                    <a:pt x="5239" y="96"/>
                    <a:pt x="5179" y="72"/>
                    <a:pt x="5120" y="37"/>
                  </a:cubicBezTo>
                  <a:lnTo>
                    <a:pt x="2381" y="4347"/>
                  </a:lnTo>
                  <a:cubicBezTo>
                    <a:pt x="2441" y="4394"/>
                    <a:pt x="2489" y="4466"/>
                    <a:pt x="2489" y="4561"/>
                  </a:cubicBezTo>
                  <a:cubicBezTo>
                    <a:pt x="2489" y="4716"/>
                    <a:pt x="2370" y="4859"/>
                    <a:pt x="2203" y="4859"/>
                  </a:cubicBezTo>
                  <a:cubicBezTo>
                    <a:pt x="2155" y="4859"/>
                    <a:pt x="2119" y="4835"/>
                    <a:pt x="2072" y="4823"/>
                  </a:cubicBezTo>
                  <a:lnTo>
                    <a:pt x="0" y="8061"/>
                  </a:lnTo>
                  <a:cubicBezTo>
                    <a:pt x="107" y="8085"/>
                    <a:pt x="203" y="8145"/>
                    <a:pt x="286" y="8216"/>
                  </a:cubicBezTo>
                  <a:lnTo>
                    <a:pt x="5477" y="49"/>
                  </a:lnTo>
                  <a:lnTo>
                    <a:pt x="551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22"/>
            <p:cNvSpPr/>
            <p:nvPr/>
          </p:nvSpPr>
          <p:spPr>
            <a:xfrm>
              <a:off x="6263575" y="2486150"/>
              <a:ext cx="153900" cy="243500"/>
            </a:xfrm>
            <a:custGeom>
              <a:avLst/>
              <a:gdLst/>
              <a:ahLst/>
              <a:cxnLst/>
              <a:rect l="l" t="t" r="r" b="b"/>
              <a:pathLst>
                <a:path w="6156" h="9740" extrusionOk="0">
                  <a:moveTo>
                    <a:pt x="5953" y="0"/>
                  </a:moveTo>
                  <a:lnTo>
                    <a:pt x="5584" y="560"/>
                  </a:lnTo>
                  <a:lnTo>
                    <a:pt x="0" y="9371"/>
                  </a:lnTo>
                  <a:cubicBezTo>
                    <a:pt x="84" y="9418"/>
                    <a:pt x="155" y="9502"/>
                    <a:pt x="155" y="9621"/>
                  </a:cubicBezTo>
                  <a:cubicBezTo>
                    <a:pt x="155" y="9668"/>
                    <a:pt x="155" y="9704"/>
                    <a:pt x="143" y="9740"/>
                  </a:cubicBezTo>
                  <a:lnTo>
                    <a:pt x="215" y="9621"/>
                  </a:lnTo>
                  <a:lnTo>
                    <a:pt x="6144" y="262"/>
                  </a:lnTo>
                  <a:lnTo>
                    <a:pt x="6156" y="131"/>
                  </a:lnTo>
                  <a:cubicBezTo>
                    <a:pt x="6072" y="96"/>
                    <a:pt x="6013" y="60"/>
                    <a:pt x="5953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22"/>
            <p:cNvSpPr/>
            <p:nvPr/>
          </p:nvSpPr>
          <p:spPr>
            <a:xfrm>
              <a:off x="6396025" y="2489125"/>
              <a:ext cx="29200" cy="364050"/>
            </a:xfrm>
            <a:custGeom>
              <a:avLst/>
              <a:gdLst/>
              <a:ahLst/>
              <a:cxnLst/>
              <a:rect l="l" t="t" r="r" b="b"/>
              <a:pathLst>
                <a:path w="1168" h="14562" extrusionOk="0">
                  <a:moveTo>
                    <a:pt x="846" y="1"/>
                  </a:moveTo>
                  <a:lnTo>
                    <a:pt x="834" y="132"/>
                  </a:lnTo>
                  <a:lnTo>
                    <a:pt x="1" y="14550"/>
                  </a:lnTo>
                  <a:cubicBezTo>
                    <a:pt x="24" y="14550"/>
                    <a:pt x="36" y="14550"/>
                    <a:pt x="72" y="14538"/>
                  </a:cubicBezTo>
                  <a:cubicBezTo>
                    <a:pt x="155" y="14538"/>
                    <a:pt x="239" y="14538"/>
                    <a:pt x="310" y="14562"/>
                  </a:cubicBezTo>
                  <a:lnTo>
                    <a:pt x="1167" y="1"/>
                  </a:lnTo>
                  <a:lnTo>
                    <a:pt x="1167" y="1"/>
                  </a:lnTo>
                  <a:cubicBezTo>
                    <a:pt x="1132" y="12"/>
                    <a:pt x="1084" y="24"/>
                    <a:pt x="1024" y="24"/>
                  </a:cubicBezTo>
                  <a:cubicBezTo>
                    <a:pt x="965" y="24"/>
                    <a:pt x="905" y="24"/>
                    <a:pt x="846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22"/>
            <p:cNvSpPr/>
            <p:nvPr/>
          </p:nvSpPr>
          <p:spPr>
            <a:xfrm>
              <a:off x="6426100" y="2483775"/>
              <a:ext cx="571225" cy="679875"/>
            </a:xfrm>
            <a:custGeom>
              <a:avLst/>
              <a:gdLst/>
              <a:ahLst/>
              <a:cxnLst/>
              <a:rect l="l" t="t" r="r" b="b"/>
              <a:pathLst>
                <a:path w="22849" h="27195" extrusionOk="0">
                  <a:moveTo>
                    <a:pt x="226" y="0"/>
                  </a:moveTo>
                  <a:cubicBezTo>
                    <a:pt x="191" y="95"/>
                    <a:pt x="107" y="167"/>
                    <a:pt x="0" y="215"/>
                  </a:cubicBezTo>
                  <a:lnTo>
                    <a:pt x="22610" y="27194"/>
                  </a:lnTo>
                  <a:cubicBezTo>
                    <a:pt x="22670" y="27099"/>
                    <a:pt x="22753" y="27039"/>
                    <a:pt x="22848" y="26980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22"/>
            <p:cNvSpPr/>
            <p:nvPr/>
          </p:nvSpPr>
          <p:spPr>
            <a:xfrm>
              <a:off x="6408525" y="2878750"/>
              <a:ext cx="217325" cy="182800"/>
            </a:xfrm>
            <a:custGeom>
              <a:avLst/>
              <a:gdLst/>
              <a:ahLst/>
              <a:cxnLst/>
              <a:rect l="l" t="t" r="r" b="b"/>
              <a:pathLst>
                <a:path w="8693" h="7312" extrusionOk="0">
                  <a:moveTo>
                    <a:pt x="215" y="1"/>
                  </a:moveTo>
                  <a:cubicBezTo>
                    <a:pt x="167" y="108"/>
                    <a:pt x="96" y="191"/>
                    <a:pt x="1" y="239"/>
                  </a:cubicBezTo>
                  <a:lnTo>
                    <a:pt x="8490" y="7311"/>
                  </a:lnTo>
                  <a:cubicBezTo>
                    <a:pt x="8549" y="7228"/>
                    <a:pt x="8609" y="7145"/>
                    <a:pt x="8692" y="7073"/>
                  </a:cubicBezTo>
                  <a:lnTo>
                    <a:pt x="215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22"/>
            <p:cNvSpPr/>
            <p:nvPr/>
          </p:nvSpPr>
          <p:spPr>
            <a:xfrm>
              <a:off x="6323100" y="3003175"/>
              <a:ext cx="1800" cy="1525"/>
            </a:xfrm>
            <a:custGeom>
              <a:avLst/>
              <a:gdLst/>
              <a:ahLst/>
              <a:cxnLst/>
              <a:rect l="l" t="t" r="r" b="b"/>
              <a:pathLst>
                <a:path w="72" h="61" extrusionOk="0">
                  <a:moveTo>
                    <a:pt x="24" y="1"/>
                  </a:moveTo>
                  <a:lnTo>
                    <a:pt x="0" y="48"/>
                  </a:lnTo>
                  <a:lnTo>
                    <a:pt x="72" y="60"/>
                  </a:lnTo>
                  <a:cubicBezTo>
                    <a:pt x="60" y="48"/>
                    <a:pt x="36" y="13"/>
                    <a:pt x="2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22"/>
            <p:cNvSpPr/>
            <p:nvPr/>
          </p:nvSpPr>
          <p:spPr>
            <a:xfrm>
              <a:off x="6135275" y="2944250"/>
              <a:ext cx="183975" cy="57750"/>
            </a:xfrm>
            <a:custGeom>
              <a:avLst/>
              <a:gdLst/>
              <a:ahLst/>
              <a:cxnLst/>
              <a:rect l="l" t="t" r="r" b="b"/>
              <a:pathLst>
                <a:path w="7359" h="2310" extrusionOk="0">
                  <a:moveTo>
                    <a:pt x="72" y="0"/>
                  </a:moveTo>
                  <a:lnTo>
                    <a:pt x="72" y="60"/>
                  </a:lnTo>
                  <a:cubicBezTo>
                    <a:pt x="72" y="155"/>
                    <a:pt x="48" y="250"/>
                    <a:pt x="1" y="322"/>
                  </a:cubicBezTo>
                  <a:lnTo>
                    <a:pt x="3977" y="1417"/>
                  </a:lnTo>
                  <a:lnTo>
                    <a:pt x="4382" y="1524"/>
                  </a:lnTo>
                  <a:lnTo>
                    <a:pt x="7192" y="2310"/>
                  </a:lnTo>
                  <a:lnTo>
                    <a:pt x="7359" y="2036"/>
                  </a:lnTo>
                  <a:lnTo>
                    <a:pt x="4739" y="1298"/>
                  </a:lnTo>
                  <a:lnTo>
                    <a:pt x="4335" y="1191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22"/>
            <p:cNvSpPr/>
            <p:nvPr/>
          </p:nvSpPr>
          <p:spPr>
            <a:xfrm>
              <a:off x="6331425" y="3000200"/>
              <a:ext cx="284000" cy="85150"/>
            </a:xfrm>
            <a:custGeom>
              <a:avLst/>
              <a:gdLst/>
              <a:ahLst/>
              <a:cxnLst/>
              <a:rect l="l" t="t" r="r" b="b"/>
              <a:pathLst>
                <a:path w="11360" h="3406" extrusionOk="0">
                  <a:moveTo>
                    <a:pt x="239" y="1"/>
                  </a:moveTo>
                  <a:cubicBezTo>
                    <a:pt x="227" y="132"/>
                    <a:pt x="144" y="239"/>
                    <a:pt x="1" y="274"/>
                  </a:cubicBezTo>
                  <a:lnTo>
                    <a:pt x="11288" y="3406"/>
                  </a:lnTo>
                  <a:lnTo>
                    <a:pt x="11359" y="3406"/>
                  </a:lnTo>
                  <a:cubicBezTo>
                    <a:pt x="11359" y="3382"/>
                    <a:pt x="11348" y="3334"/>
                    <a:pt x="11348" y="3310"/>
                  </a:cubicBezTo>
                  <a:cubicBezTo>
                    <a:pt x="11348" y="3227"/>
                    <a:pt x="11348" y="3156"/>
                    <a:pt x="11359" y="3096"/>
                  </a:cubicBezTo>
                  <a:lnTo>
                    <a:pt x="23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22"/>
            <p:cNvSpPr/>
            <p:nvPr/>
          </p:nvSpPr>
          <p:spPr>
            <a:xfrm>
              <a:off x="6231125" y="2883825"/>
              <a:ext cx="162550" cy="263450"/>
            </a:xfrm>
            <a:custGeom>
              <a:avLst/>
              <a:gdLst/>
              <a:ahLst/>
              <a:cxnLst/>
              <a:rect l="l" t="t" r="r" b="b"/>
              <a:pathLst>
                <a:path w="6502" h="10538" extrusionOk="0">
                  <a:moveTo>
                    <a:pt x="6216" y="0"/>
                  </a:moveTo>
                  <a:lnTo>
                    <a:pt x="6192" y="60"/>
                  </a:lnTo>
                  <a:lnTo>
                    <a:pt x="3537" y="4465"/>
                  </a:lnTo>
                  <a:lnTo>
                    <a:pt x="3382" y="4751"/>
                  </a:lnTo>
                  <a:lnTo>
                    <a:pt x="0" y="10359"/>
                  </a:lnTo>
                  <a:lnTo>
                    <a:pt x="120" y="10406"/>
                  </a:lnTo>
                  <a:lnTo>
                    <a:pt x="143" y="10406"/>
                  </a:lnTo>
                  <a:cubicBezTo>
                    <a:pt x="143" y="10406"/>
                    <a:pt x="155" y="10406"/>
                    <a:pt x="155" y="10418"/>
                  </a:cubicBezTo>
                  <a:lnTo>
                    <a:pt x="179" y="10418"/>
                  </a:lnTo>
                  <a:lnTo>
                    <a:pt x="191" y="10430"/>
                  </a:lnTo>
                  <a:cubicBezTo>
                    <a:pt x="191" y="10442"/>
                    <a:pt x="203" y="10442"/>
                    <a:pt x="203" y="10466"/>
                  </a:cubicBezTo>
                  <a:lnTo>
                    <a:pt x="250" y="10537"/>
                  </a:lnTo>
                  <a:lnTo>
                    <a:pt x="3703" y="4810"/>
                  </a:lnTo>
                  <a:lnTo>
                    <a:pt x="3703" y="4775"/>
                  </a:lnTo>
                  <a:cubicBezTo>
                    <a:pt x="3679" y="4727"/>
                    <a:pt x="3656" y="4691"/>
                    <a:pt x="3656" y="4644"/>
                  </a:cubicBezTo>
                  <a:cubicBezTo>
                    <a:pt x="3656" y="4489"/>
                    <a:pt x="3775" y="4358"/>
                    <a:pt x="3941" y="4346"/>
                  </a:cubicBezTo>
                  <a:lnTo>
                    <a:pt x="3977" y="4346"/>
                  </a:lnTo>
                  <a:lnTo>
                    <a:pt x="6501" y="143"/>
                  </a:lnTo>
                  <a:cubicBezTo>
                    <a:pt x="6394" y="119"/>
                    <a:pt x="6311" y="72"/>
                    <a:pt x="621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22"/>
            <p:cNvSpPr/>
            <p:nvPr/>
          </p:nvSpPr>
          <p:spPr>
            <a:xfrm>
              <a:off x="5970675" y="3148425"/>
              <a:ext cx="260175" cy="142325"/>
            </a:xfrm>
            <a:custGeom>
              <a:avLst/>
              <a:gdLst/>
              <a:ahLst/>
              <a:cxnLst/>
              <a:rect l="l" t="t" r="r" b="b"/>
              <a:pathLst>
                <a:path w="10407" h="5693" extrusionOk="0">
                  <a:moveTo>
                    <a:pt x="10061" y="1"/>
                  </a:moveTo>
                  <a:lnTo>
                    <a:pt x="0" y="5335"/>
                  </a:lnTo>
                  <a:lnTo>
                    <a:pt x="0" y="5692"/>
                  </a:lnTo>
                  <a:lnTo>
                    <a:pt x="10407" y="168"/>
                  </a:lnTo>
                  <a:lnTo>
                    <a:pt x="10359" y="84"/>
                  </a:lnTo>
                  <a:lnTo>
                    <a:pt x="1006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22"/>
            <p:cNvSpPr/>
            <p:nvPr/>
          </p:nvSpPr>
          <p:spPr>
            <a:xfrm>
              <a:off x="6090025" y="3098425"/>
              <a:ext cx="143800" cy="51825"/>
            </a:xfrm>
            <a:custGeom>
              <a:avLst/>
              <a:gdLst/>
              <a:ahLst/>
              <a:cxnLst/>
              <a:rect l="l" t="t" r="r" b="b"/>
              <a:pathLst>
                <a:path w="5752" h="2073" extrusionOk="0">
                  <a:moveTo>
                    <a:pt x="120" y="1"/>
                  </a:moveTo>
                  <a:cubicBezTo>
                    <a:pt x="108" y="108"/>
                    <a:pt x="60" y="215"/>
                    <a:pt x="1" y="298"/>
                  </a:cubicBezTo>
                  <a:lnTo>
                    <a:pt x="5299" y="1977"/>
                  </a:lnTo>
                  <a:lnTo>
                    <a:pt x="5597" y="2072"/>
                  </a:lnTo>
                  <a:lnTo>
                    <a:pt x="5597" y="2072"/>
                  </a:lnTo>
                  <a:lnTo>
                    <a:pt x="5549" y="2025"/>
                  </a:lnTo>
                  <a:cubicBezTo>
                    <a:pt x="5513" y="1953"/>
                    <a:pt x="5537" y="1846"/>
                    <a:pt x="5633" y="1822"/>
                  </a:cubicBezTo>
                  <a:cubicBezTo>
                    <a:pt x="5668" y="1798"/>
                    <a:pt x="5716" y="1798"/>
                    <a:pt x="5752" y="1798"/>
                  </a:cubicBezTo>
                  <a:lnTo>
                    <a:pt x="5633" y="1763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22"/>
            <p:cNvSpPr/>
            <p:nvPr/>
          </p:nvSpPr>
          <p:spPr>
            <a:xfrm>
              <a:off x="6300775" y="3287725"/>
              <a:ext cx="102125" cy="186675"/>
            </a:xfrm>
            <a:custGeom>
              <a:avLst/>
              <a:gdLst/>
              <a:ahLst/>
              <a:cxnLst/>
              <a:rect l="l" t="t" r="r" b="b"/>
              <a:pathLst>
                <a:path w="4085" h="7467" extrusionOk="0">
                  <a:moveTo>
                    <a:pt x="322" y="1"/>
                  </a:moveTo>
                  <a:lnTo>
                    <a:pt x="1" y="49"/>
                  </a:lnTo>
                  <a:lnTo>
                    <a:pt x="3799" y="7466"/>
                  </a:lnTo>
                  <a:cubicBezTo>
                    <a:pt x="3882" y="7383"/>
                    <a:pt x="3977" y="7347"/>
                    <a:pt x="4084" y="7311"/>
                  </a:cubicBezTo>
                  <a:lnTo>
                    <a:pt x="322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22"/>
            <p:cNvSpPr/>
            <p:nvPr/>
          </p:nvSpPr>
          <p:spPr>
            <a:xfrm>
              <a:off x="6228150" y="3143850"/>
              <a:ext cx="77125" cy="138250"/>
            </a:xfrm>
            <a:custGeom>
              <a:avLst/>
              <a:gdLst/>
              <a:ahLst/>
              <a:cxnLst/>
              <a:rect l="l" t="t" r="r" b="b"/>
              <a:pathLst>
                <a:path w="3085" h="5530" extrusionOk="0">
                  <a:moveTo>
                    <a:pt x="169" y="1"/>
                  </a:moveTo>
                  <a:cubicBezTo>
                    <a:pt x="147" y="1"/>
                    <a:pt x="127" y="9"/>
                    <a:pt x="108" y="29"/>
                  </a:cubicBezTo>
                  <a:cubicBezTo>
                    <a:pt x="24" y="77"/>
                    <a:pt x="0" y="160"/>
                    <a:pt x="24" y="231"/>
                  </a:cubicBezTo>
                  <a:lnTo>
                    <a:pt x="60" y="291"/>
                  </a:lnTo>
                  <a:lnTo>
                    <a:pt x="108" y="386"/>
                  </a:lnTo>
                  <a:lnTo>
                    <a:pt x="2751" y="5530"/>
                  </a:lnTo>
                  <a:lnTo>
                    <a:pt x="3084" y="5494"/>
                  </a:lnTo>
                  <a:lnTo>
                    <a:pt x="358" y="148"/>
                  </a:lnTo>
                  <a:lnTo>
                    <a:pt x="310" y="77"/>
                  </a:lnTo>
                  <a:cubicBezTo>
                    <a:pt x="310" y="53"/>
                    <a:pt x="298" y="53"/>
                    <a:pt x="298" y="41"/>
                  </a:cubicBezTo>
                  <a:cubicBezTo>
                    <a:pt x="298" y="41"/>
                    <a:pt x="298" y="29"/>
                    <a:pt x="286" y="29"/>
                  </a:cubicBezTo>
                  <a:lnTo>
                    <a:pt x="262" y="29"/>
                  </a:lnTo>
                  <a:cubicBezTo>
                    <a:pt x="262" y="29"/>
                    <a:pt x="250" y="29"/>
                    <a:pt x="250" y="17"/>
                  </a:cubicBezTo>
                  <a:lnTo>
                    <a:pt x="227" y="17"/>
                  </a:lnTo>
                  <a:cubicBezTo>
                    <a:pt x="205" y="6"/>
                    <a:pt x="186" y="1"/>
                    <a:pt x="16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22"/>
            <p:cNvSpPr/>
            <p:nvPr/>
          </p:nvSpPr>
          <p:spPr>
            <a:xfrm>
              <a:off x="6586525" y="3246075"/>
              <a:ext cx="3000" cy="3300"/>
            </a:xfrm>
            <a:custGeom>
              <a:avLst/>
              <a:gdLst/>
              <a:ahLst/>
              <a:cxnLst/>
              <a:rect l="l" t="t" r="r" b="b"/>
              <a:pathLst>
                <a:path w="120" h="132" extrusionOk="0">
                  <a:moveTo>
                    <a:pt x="120" y="0"/>
                  </a:moveTo>
                  <a:lnTo>
                    <a:pt x="1" y="24"/>
                  </a:lnTo>
                  <a:lnTo>
                    <a:pt x="1" y="36"/>
                  </a:lnTo>
                  <a:cubicBezTo>
                    <a:pt x="12" y="60"/>
                    <a:pt x="12" y="107"/>
                    <a:pt x="1" y="131"/>
                  </a:cubicBezTo>
                  <a:cubicBezTo>
                    <a:pt x="60" y="119"/>
                    <a:pt x="120" y="60"/>
                    <a:pt x="12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22"/>
            <p:cNvSpPr/>
            <p:nvPr/>
          </p:nvSpPr>
          <p:spPr>
            <a:xfrm>
              <a:off x="5970675" y="3248450"/>
              <a:ext cx="567350" cy="86050"/>
            </a:xfrm>
            <a:custGeom>
              <a:avLst/>
              <a:gdLst/>
              <a:ahLst/>
              <a:cxnLst/>
              <a:rect l="l" t="t" r="r" b="b"/>
              <a:pathLst>
                <a:path w="22694" h="3442" extrusionOk="0">
                  <a:moveTo>
                    <a:pt x="22634" y="0"/>
                  </a:moveTo>
                  <a:lnTo>
                    <a:pt x="13383" y="1274"/>
                  </a:lnTo>
                  <a:lnTo>
                    <a:pt x="13050" y="1322"/>
                  </a:lnTo>
                  <a:lnTo>
                    <a:pt x="0" y="3120"/>
                  </a:lnTo>
                  <a:lnTo>
                    <a:pt x="0" y="3441"/>
                  </a:lnTo>
                  <a:lnTo>
                    <a:pt x="13205" y="1620"/>
                  </a:lnTo>
                  <a:lnTo>
                    <a:pt x="13526" y="1572"/>
                  </a:lnTo>
                  <a:lnTo>
                    <a:pt x="22694" y="310"/>
                  </a:lnTo>
                  <a:cubicBezTo>
                    <a:pt x="22670" y="203"/>
                    <a:pt x="22634" y="107"/>
                    <a:pt x="2263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22"/>
            <p:cNvSpPr/>
            <p:nvPr/>
          </p:nvSpPr>
          <p:spPr>
            <a:xfrm>
              <a:off x="6683850" y="3085625"/>
              <a:ext cx="305425" cy="89325"/>
            </a:xfrm>
            <a:custGeom>
              <a:avLst/>
              <a:gdLst/>
              <a:ahLst/>
              <a:cxnLst/>
              <a:rect l="l" t="t" r="r" b="b"/>
              <a:pathLst>
                <a:path w="12217" h="3573" extrusionOk="0">
                  <a:moveTo>
                    <a:pt x="72" y="1"/>
                  </a:moveTo>
                  <a:cubicBezTo>
                    <a:pt x="60" y="132"/>
                    <a:pt x="37" y="227"/>
                    <a:pt x="1" y="322"/>
                  </a:cubicBezTo>
                  <a:lnTo>
                    <a:pt x="12181" y="3572"/>
                  </a:lnTo>
                  <a:lnTo>
                    <a:pt x="12181" y="3549"/>
                  </a:lnTo>
                  <a:cubicBezTo>
                    <a:pt x="12181" y="3442"/>
                    <a:pt x="12193" y="3358"/>
                    <a:pt x="12217" y="3263"/>
                  </a:cubicBezTo>
                  <a:lnTo>
                    <a:pt x="72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22"/>
            <p:cNvSpPr/>
            <p:nvPr/>
          </p:nvSpPr>
          <p:spPr>
            <a:xfrm>
              <a:off x="6585025" y="3175825"/>
              <a:ext cx="403650" cy="70850"/>
            </a:xfrm>
            <a:custGeom>
              <a:avLst/>
              <a:gdLst/>
              <a:ahLst/>
              <a:cxnLst/>
              <a:rect l="l" t="t" r="r" b="b"/>
              <a:pathLst>
                <a:path w="16146" h="2834" extrusionOk="0">
                  <a:moveTo>
                    <a:pt x="16110" y="0"/>
                  </a:moveTo>
                  <a:lnTo>
                    <a:pt x="1" y="2536"/>
                  </a:lnTo>
                  <a:cubicBezTo>
                    <a:pt x="37" y="2620"/>
                    <a:pt x="61" y="2715"/>
                    <a:pt x="72" y="2834"/>
                  </a:cubicBezTo>
                  <a:lnTo>
                    <a:pt x="191" y="2810"/>
                  </a:lnTo>
                  <a:lnTo>
                    <a:pt x="15658" y="393"/>
                  </a:lnTo>
                  <a:lnTo>
                    <a:pt x="16146" y="131"/>
                  </a:lnTo>
                  <a:cubicBezTo>
                    <a:pt x="16134" y="95"/>
                    <a:pt x="16134" y="48"/>
                    <a:pt x="1611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22"/>
            <p:cNvSpPr/>
            <p:nvPr/>
          </p:nvSpPr>
          <p:spPr>
            <a:xfrm>
              <a:off x="6566575" y="3113300"/>
              <a:ext cx="76525" cy="112850"/>
            </a:xfrm>
            <a:custGeom>
              <a:avLst/>
              <a:gdLst/>
              <a:ahLst/>
              <a:cxnLst/>
              <a:rect l="l" t="t" r="r" b="b"/>
              <a:pathLst>
                <a:path w="3061" h="4514" extrusionOk="0">
                  <a:moveTo>
                    <a:pt x="2739" y="1"/>
                  </a:moveTo>
                  <a:lnTo>
                    <a:pt x="1" y="4394"/>
                  </a:lnTo>
                  <a:cubicBezTo>
                    <a:pt x="108" y="4418"/>
                    <a:pt x="215" y="4454"/>
                    <a:pt x="298" y="4513"/>
                  </a:cubicBezTo>
                  <a:lnTo>
                    <a:pt x="3061" y="108"/>
                  </a:lnTo>
                  <a:cubicBezTo>
                    <a:pt x="2954" y="72"/>
                    <a:pt x="2846" y="49"/>
                    <a:pt x="273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22"/>
            <p:cNvSpPr/>
            <p:nvPr/>
          </p:nvSpPr>
          <p:spPr>
            <a:xfrm>
              <a:off x="6412700" y="3263025"/>
              <a:ext cx="135750" cy="210775"/>
            </a:xfrm>
            <a:custGeom>
              <a:avLst/>
              <a:gdLst/>
              <a:ahLst/>
              <a:cxnLst/>
              <a:rect l="l" t="t" r="r" b="b"/>
              <a:pathLst>
                <a:path w="5430" h="8431" extrusionOk="0">
                  <a:moveTo>
                    <a:pt x="5179" y="1"/>
                  </a:moveTo>
                  <a:lnTo>
                    <a:pt x="0" y="8287"/>
                  </a:lnTo>
                  <a:cubicBezTo>
                    <a:pt x="107" y="8311"/>
                    <a:pt x="191" y="8359"/>
                    <a:pt x="286" y="8430"/>
                  </a:cubicBezTo>
                  <a:lnTo>
                    <a:pt x="5430" y="203"/>
                  </a:lnTo>
                  <a:cubicBezTo>
                    <a:pt x="5310" y="156"/>
                    <a:pt x="5239" y="84"/>
                    <a:pt x="517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22"/>
            <p:cNvSpPr/>
            <p:nvPr/>
          </p:nvSpPr>
          <p:spPr>
            <a:xfrm>
              <a:off x="6420425" y="3178800"/>
              <a:ext cx="572425" cy="303325"/>
            </a:xfrm>
            <a:custGeom>
              <a:avLst/>
              <a:gdLst/>
              <a:ahLst/>
              <a:cxnLst/>
              <a:rect l="l" t="t" r="r" b="b"/>
              <a:pathLst>
                <a:path w="22897" h="12133" extrusionOk="0">
                  <a:moveTo>
                    <a:pt x="22742" y="0"/>
                  </a:moveTo>
                  <a:lnTo>
                    <a:pt x="22242" y="274"/>
                  </a:lnTo>
                  <a:lnTo>
                    <a:pt x="1" y="11859"/>
                  </a:lnTo>
                  <a:cubicBezTo>
                    <a:pt x="72" y="11942"/>
                    <a:pt x="132" y="12026"/>
                    <a:pt x="168" y="12133"/>
                  </a:cubicBezTo>
                  <a:lnTo>
                    <a:pt x="22897" y="286"/>
                  </a:lnTo>
                  <a:cubicBezTo>
                    <a:pt x="22813" y="203"/>
                    <a:pt x="22777" y="107"/>
                    <a:pt x="2274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22"/>
            <p:cNvSpPr/>
            <p:nvPr/>
          </p:nvSpPr>
          <p:spPr>
            <a:xfrm>
              <a:off x="6093300" y="3491025"/>
              <a:ext cx="300075" cy="161375"/>
            </a:xfrm>
            <a:custGeom>
              <a:avLst/>
              <a:gdLst/>
              <a:ahLst/>
              <a:cxnLst/>
              <a:rect l="l" t="t" r="r" b="b"/>
              <a:pathLst>
                <a:path w="12003" h="6455" extrusionOk="0">
                  <a:moveTo>
                    <a:pt x="11871" y="1"/>
                  </a:moveTo>
                  <a:lnTo>
                    <a:pt x="1" y="6192"/>
                  </a:lnTo>
                  <a:cubicBezTo>
                    <a:pt x="60" y="6228"/>
                    <a:pt x="108" y="6299"/>
                    <a:pt x="144" y="6359"/>
                  </a:cubicBezTo>
                  <a:cubicBezTo>
                    <a:pt x="156" y="6383"/>
                    <a:pt x="168" y="6430"/>
                    <a:pt x="179" y="6454"/>
                  </a:cubicBezTo>
                  <a:lnTo>
                    <a:pt x="12002" y="287"/>
                  </a:lnTo>
                  <a:cubicBezTo>
                    <a:pt x="11943" y="191"/>
                    <a:pt x="11895" y="108"/>
                    <a:pt x="1187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22"/>
            <p:cNvSpPr/>
            <p:nvPr/>
          </p:nvSpPr>
          <p:spPr>
            <a:xfrm>
              <a:off x="6187075" y="3708325"/>
              <a:ext cx="191425" cy="58075"/>
            </a:xfrm>
            <a:custGeom>
              <a:avLst/>
              <a:gdLst/>
              <a:ahLst/>
              <a:cxnLst/>
              <a:rect l="l" t="t" r="r" b="b"/>
              <a:pathLst>
                <a:path w="7657" h="2323" extrusionOk="0">
                  <a:moveTo>
                    <a:pt x="7561" y="0"/>
                  </a:moveTo>
                  <a:lnTo>
                    <a:pt x="0" y="2013"/>
                  </a:lnTo>
                  <a:cubicBezTo>
                    <a:pt x="36" y="2084"/>
                    <a:pt x="60" y="2167"/>
                    <a:pt x="60" y="2275"/>
                  </a:cubicBezTo>
                  <a:cubicBezTo>
                    <a:pt x="48" y="2286"/>
                    <a:pt x="48" y="2310"/>
                    <a:pt x="48" y="2322"/>
                  </a:cubicBezTo>
                  <a:lnTo>
                    <a:pt x="7656" y="298"/>
                  </a:lnTo>
                  <a:cubicBezTo>
                    <a:pt x="7608" y="203"/>
                    <a:pt x="7561" y="108"/>
                    <a:pt x="756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22"/>
            <p:cNvSpPr/>
            <p:nvPr/>
          </p:nvSpPr>
          <p:spPr>
            <a:xfrm>
              <a:off x="5970675" y="3494300"/>
              <a:ext cx="107775" cy="154525"/>
            </a:xfrm>
            <a:custGeom>
              <a:avLst/>
              <a:gdLst/>
              <a:ahLst/>
              <a:cxnLst/>
              <a:rect l="l" t="t" r="r" b="b"/>
              <a:pathLst>
                <a:path w="4311" h="6181" extrusionOk="0">
                  <a:moveTo>
                    <a:pt x="0" y="1"/>
                  </a:moveTo>
                  <a:lnTo>
                    <a:pt x="0" y="537"/>
                  </a:lnTo>
                  <a:lnTo>
                    <a:pt x="4072" y="6180"/>
                  </a:lnTo>
                  <a:cubicBezTo>
                    <a:pt x="4120" y="6109"/>
                    <a:pt x="4191" y="6025"/>
                    <a:pt x="4287" y="5990"/>
                  </a:cubicBezTo>
                  <a:cubicBezTo>
                    <a:pt x="4299" y="5990"/>
                    <a:pt x="4299" y="5966"/>
                    <a:pt x="4311" y="596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22"/>
            <p:cNvSpPr/>
            <p:nvPr/>
          </p:nvSpPr>
          <p:spPr>
            <a:xfrm>
              <a:off x="5970675" y="3658025"/>
              <a:ext cx="102725" cy="61925"/>
            </a:xfrm>
            <a:custGeom>
              <a:avLst/>
              <a:gdLst/>
              <a:ahLst/>
              <a:cxnLst/>
              <a:rect l="l" t="t" r="r" b="b"/>
              <a:pathLst>
                <a:path w="4109" h="2477" extrusionOk="0">
                  <a:moveTo>
                    <a:pt x="3989" y="0"/>
                  </a:moveTo>
                  <a:lnTo>
                    <a:pt x="0" y="2120"/>
                  </a:lnTo>
                  <a:lnTo>
                    <a:pt x="0" y="2477"/>
                  </a:lnTo>
                  <a:lnTo>
                    <a:pt x="4108" y="286"/>
                  </a:lnTo>
                  <a:cubicBezTo>
                    <a:pt x="4096" y="250"/>
                    <a:pt x="4061" y="227"/>
                    <a:pt x="4049" y="191"/>
                  </a:cubicBezTo>
                  <a:cubicBezTo>
                    <a:pt x="4001" y="131"/>
                    <a:pt x="3989" y="72"/>
                    <a:pt x="3989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22"/>
            <p:cNvSpPr/>
            <p:nvPr/>
          </p:nvSpPr>
          <p:spPr>
            <a:xfrm>
              <a:off x="6172775" y="3780950"/>
              <a:ext cx="177425" cy="231600"/>
            </a:xfrm>
            <a:custGeom>
              <a:avLst/>
              <a:gdLst/>
              <a:ahLst/>
              <a:cxnLst/>
              <a:rect l="l" t="t" r="r" b="b"/>
              <a:pathLst>
                <a:path w="7097" h="9264" extrusionOk="0">
                  <a:moveTo>
                    <a:pt x="310" y="1"/>
                  </a:moveTo>
                  <a:cubicBezTo>
                    <a:pt x="215" y="60"/>
                    <a:pt x="120" y="96"/>
                    <a:pt x="1" y="120"/>
                  </a:cubicBezTo>
                  <a:lnTo>
                    <a:pt x="6585" y="8966"/>
                  </a:lnTo>
                  <a:lnTo>
                    <a:pt x="7085" y="9264"/>
                  </a:lnTo>
                  <a:lnTo>
                    <a:pt x="7097" y="9121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22"/>
            <p:cNvSpPr/>
            <p:nvPr/>
          </p:nvSpPr>
          <p:spPr>
            <a:xfrm>
              <a:off x="6354950" y="4022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22"/>
            <p:cNvSpPr/>
            <p:nvPr/>
          </p:nvSpPr>
          <p:spPr>
            <a:xfrm>
              <a:off x="6356150" y="40208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cubicBezTo>
                    <a:pt x="0" y="1"/>
                    <a:pt x="0" y="1"/>
                    <a:pt x="0" y="13"/>
                  </a:cubicBezTo>
                  <a:cubicBezTo>
                    <a:pt x="0" y="1"/>
                    <a:pt x="0" y="1"/>
                    <a:pt x="0" y="13"/>
                  </a:cubicBezTo>
                  <a:cubicBezTo>
                    <a:pt x="0" y="1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22"/>
            <p:cNvSpPr/>
            <p:nvPr/>
          </p:nvSpPr>
          <p:spPr>
            <a:xfrm>
              <a:off x="6088250" y="3665750"/>
              <a:ext cx="70275" cy="92900"/>
            </a:xfrm>
            <a:custGeom>
              <a:avLst/>
              <a:gdLst/>
              <a:ahLst/>
              <a:cxnLst/>
              <a:rect l="l" t="t" r="r" b="b"/>
              <a:pathLst>
                <a:path w="2811" h="3716" extrusionOk="0">
                  <a:moveTo>
                    <a:pt x="250" y="1"/>
                  </a:moveTo>
                  <a:cubicBezTo>
                    <a:pt x="203" y="48"/>
                    <a:pt x="167" y="96"/>
                    <a:pt x="96" y="120"/>
                  </a:cubicBezTo>
                  <a:cubicBezTo>
                    <a:pt x="72" y="156"/>
                    <a:pt x="48" y="168"/>
                    <a:pt x="0" y="179"/>
                  </a:cubicBezTo>
                  <a:lnTo>
                    <a:pt x="2620" y="3716"/>
                  </a:lnTo>
                  <a:cubicBezTo>
                    <a:pt x="2656" y="3608"/>
                    <a:pt x="2739" y="3513"/>
                    <a:pt x="2810" y="3442"/>
                  </a:cubicBezTo>
                  <a:lnTo>
                    <a:pt x="25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22"/>
            <p:cNvSpPr/>
            <p:nvPr/>
          </p:nvSpPr>
          <p:spPr>
            <a:xfrm>
              <a:off x="6356425" y="4019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22"/>
            <p:cNvSpPr/>
            <p:nvPr/>
          </p:nvSpPr>
          <p:spPr>
            <a:xfrm>
              <a:off x="6355850" y="4021150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13"/>
                  </a:moveTo>
                  <a:cubicBezTo>
                    <a:pt x="0" y="13"/>
                    <a:pt x="0" y="1"/>
                    <a:pt x="0" y="13"/>
                  </a:cubicBezTo>
                  <a:cubicBezTo>
                    <a:pt x="12" y="1"/>
                    <a:pt x="12" y="1"/>
                    <a:pt x="0" y="13"/>
                  </a:cubicBezTo>
                  <a:cubicBezTo>
                    <a:pt x="0" y="1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22"/>
            <p:cNvSpPr/>
            <p:nvPr/>
          </p:nvSpPr>
          <p:spPr>
            <a:xfrm>
              <a:off x="6349900" y="3725000"/>
              <a:ext cx="47650" cy="294700"/>
            </a:xfrm>
            <a:custGeom>
              <a:avLst/>
              <a:gdLst/>
              <a:ahLst/>
              <a:cxnLst/>
              <a:rect l="l" t="t" r="r" b="b"/>
              <a:pathLst>
                <a:path w="1906" h="11788" extrusionOk="0">
                  <a:moveTo>
                    <a:pt x="1572" y="0"/>
                  </a:moveTo>
                  <a:lnTo>
                    <a:pt x="12" y="11359"/>
                  </a:lnTo>
                  <a:lnTo>
                    <a:pt x="0" y="11502"/>
                  </a:lnTo>
                  <a:lnTo>
                    <a:pt x="202" y="11621"/>
                  </a:lnTo>
                  <a:cubicBezTo>
                    <a:pt x="214" y="11621"/>
                    <a:pt x="214" y="11644"/>
                    <a:pt x="238" y="11656"/>
                  </a:cubicBezTo>
                  <a:lnTo>
                    <a:pt x="238" y="11668"/>
                  </a:lnTo>
                  <a:lnTo>
                    <a:pt x="250" y="11680"/>
                  </a:lnTo>
                  <a:cubicBezTo>
                    <a:pt x="250" y="11680"/>
                    <a:pt x="250" y="11704"/>
                    <a:pt x="262" y="11704"/>
                  </a:cubicBezTo>
                  <a:cubicBezTo>
                    <a:pt x="274" y="11716"/>
                    <a:pt x="274" y="11728"/>
                    <a:pt x="274" y="11740"/>
                  </a:cubicBezTo>
                  <a:lnTo>
                    <a:pt x="274" y="11764"/>
                  </a:lnTo>
                  <a:lnTo>
                    <a:pt x="274" y="11787"/>
                  </a:lnTo>
                  <a:lnTo>
                    <a:pt x="1905" y="48"/>
                  </a:lnTo>
                  <a:lnTo>
                    <a:pt x="1869" y="48"/>
                  </a:lnTo>
                  <a:cubicBezTo>
                    <a:pt x="1762" y="48"/>
                    <a:pt x="1667" y="36"/>
                    <a:pt x="157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22"/>
            <p:cNvSpPr/>
            <p:nvPr/>
          </p:nvSpPr>
          <p:spPr>
            <a:xfrm>
              <a:off x="6354950" y="402205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1"/>
                  </a:moveTo>
                  <a:cubicBezTo>
                    <a:pt x="12" y="1"/>
                    <a:pt x="12" y="1"/>
                    <a:pt x="0" y="1"/>
                  </a:cubicBezTo>
                  <a:cubicBezTo>
                    <a:pt x="12" y="1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22"/>
            <p:cNvSpPr/>
            <p:nvPr/>
          </p:nvSpPr>
          <p:spPr>
            <a:xfrm>
              <a:off x="6356150" y="40208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13"/>
                  </a:lnTo>
                  <a:lnTo>
                    <a:pt x="0" y="13"/>
                  </a:lnTo>
                  <a:cubicBezTo>
                    <a:pt x="0" y="13"/>
                    <a:pt x="0" y="1"/>
                    <a:pt x="0" y="13"/>
                  </a:cubicBezTo>
                  <a:cubicBezTo>
                    <a:pt x="0" y="1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22"/>
            <p:cNvSpPr/>
            <p:nvPr/>
          </p:nvSpPr>
          <p:spPr>
            <a:xfrm>
              <a:off x="6355850" y="4016400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0"/>
                  </a:moveTo>
                  <a:lnTo>
                    <a:pt x="12" y="12"/>
                  </a:lnTo>
                  <a:cubicBezTo>
                    <a:pt x="12" y="12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22"/>
            <p:cNvSpPr/>
            <p:nvPr/>
          </p:nvSpPr>
          <p:spPr>
            <a:xfrm>
              <a:off x="6155225" y="4019075"/>
              <a:ext cx="199750" cy="125625"/>
            </a:xfrm>
            <a:custGeom>
              <a:avLst/>
              <a:gdLst/>
              <a:ahLst/>
              <a:cxnLst/>
              <a:rect l="l" t="t" r="r" b="b"/>
              <a:pathLst>
                <a:path w="7990" h="5025" extrusionOk="0">
                  <a:moveTo>
                    <a:pt x="7620" y="1"/>
                  </a:moveTo>
                  <a:lnTo>
                    <a:pt x="0" y="5025"/>
                  </a:lnTo>
                  <a:lnTo>
                    <a:pt x="560" y="5025"/>
                  </a:lnTo>
                  <a:lnTo>
                    <a:pt x="7989" y="132"/>
                  </a:lnTo>
                  <a:lnTo>
                    <a:pt x="7989" y="132"/>
                  </a:lnTo>
                  <a:cubicBezTo>
                    <a:pt x="7966" y="143"/>
                    <a:pt x="7936" y="149"/>
                    <a:pt x="7906" y="149"/>
                  </a:cubicBezTo>
                  <a:cubicBezTo>
                    <a:pt x="7876" y="149"/>
                    <a:pt x="7847" y="143"/>
                    <a:pt x="7823" y="132"/>
                  </a:cubicBezTo>
                  <a:lnTo>
                    <a:pt x="762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22"/>
            <p:cNvSpPr/>
            <p:nvPr/>
          </p:nvSpPr>
          <p:spPr>
            <a:xfrm>
              <a:off x="6356150" y="4021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22"/>
            <p:cNvSpPr/>
            <p:nvPr/>
          </p:nvSpPr>
          <p:spPr>
            <a:xfrm>
              <a:off x="6356425" y="4019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22"/>
            <p:cNvSpPr/>
            <p:nvPr/>
          </p:nvSpPr>
          <p:spPr>
            <a:xfrm>
              <a:off x="6356150" y="40170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22"/>
            <p:cNvSpPr/>
            <p:nvPr/>
          </p:nvSpPr>
          <p:spPr>
            <a:xfrm>
              <a:off x="5970975" y="3781850"/>
              <a:ext cx="385775" cy="240975"/>
            </a:xfrm>
            <a:custGeom>
              <a:avLst/>
              <a:gdLst/>
              <a:ahLst/>
              <a:cxnLst/>
              <a:rect l="l" t="t" r="r" b="b"/>
              <a:pathLst>
                <a:path w="15431" h="9639" extrusionOk="0">
                  <a:moveTo>
                    <a:pt x="0" y="0"/>
                  </a:moveTo>
                  <a:lnTo>
                    <a:pt x="0" y="381"/>
                  </a:lnTo>
                  <a:lnTo>
                    <a:pt x="15002" y="9490"/>
                  </a:lnTo>
                  <a:lnTo>
                    <a:pt x="15217" y="9621"/>
                  </a:lnTo>
                  <a:cubicBezTo>
                    <a:pt x="15246" y="9632"/>
                    <a:pt x="15276" y="9638"/>
                    <a:pt x="15303" y="9638"/>
                  </a:cubicBezTo>
                  <a:cubicBezTo>
                    <a:pt x="15330" y="9638"/>
                    <a:pt x="15353" y="9632"/>
                    <a:pt x="15371" y="9621"/>
                  </a:cubicBezTo>
                  <a:lnTo>
                    <a:pt x="15395" y="9609"/>
                  </a:lnTo>
                  <a:lnTo>
                    <a:pt x="15407" y="9585"/>
                  </a:lnTo>
                  <a:cubicBezTo>
                    <a:pt x="15407" y="9585"/>
                    <a:pt x="15407" y="9573"/>
                    <a:pt x="15419" y="9573"/>
                  </a:cubicBezTo>
                  <a:cubicBezTo>
                    <a:pt x="15419" y="9561"/>
                    <a:pt x="15431" y="9537"/>
                    <a:pt x="15431" y="9537"/>
                  </a:cubicBezTo>
                  <a:lnTo>
                    <a:pt x="15431" y="9525"/>
                  </a:lnTo>
                  <a:lnTo>
                    <a:pt x="15431" y="9466"/>
                  </a:lnTo>
                  <a:cubicBezTo>
                    <a:pt x="15431" y="9442"/>
                    <a:pt x="15419" y="9430"/>
                    <a:pt x="15419" y="9406"/>
                  </a:cubicBezTo>
                  <a:cubicBezTo>
                    <a:pt x="15419" y="9394"/>
                    <a:pt x="15407" y="9394"/>
                    <a:pt x="15407" y="9382"/>
                  </a:cubicBezTo>
                  <a:lnTo>
                    <a:pt x="15407" y="9370"/>
                  </a:lnTo>
                  <a:lnTo>
                    <a:pt x="15371" y="9335"/>
                  </a:lnTo>
                  <a:lnTo>
                    <a:pt x="15169" y="9216"/>
                  </a:lnTo>
                  <a:lnTo>
                    <a:pt x="14681" y="89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22"/>
            <p:cNvSpPr/>
            <p:nvPr/>
          </p:nvSpPr>
          <p:spPr>
            <a:xfrm>
              <a:off x="6535325" y="3221950"/>
              <a:ext cx="50625" cy="50675"/>
            </a:xfrm>
            <a:custGeom>
              <a:avLst/>
              <a:gdLst/>
              <a:ahLst/>
              <a:cxnLst/>
              <a:rect l="l" t="t" r="r" b="b"/>
              <a:pathLst>
                <a:path w="2025" h="2027" extrusionOk="0">
                  <a:moveTo>
                    <a:pt x="1001" y="1"/>
                  </a:moveTo>
                  <a:cubicBezTo>
                    <a:pt x="441" y="36"/>
                    <a:pt x="1" y="489"/>
                    <a:pt x="36" y="1048"/>
                  </a:cubicBezTo>
                  <a:cubicBezTo>
                    <a:pt x="36" y="1144"/>
                    <a:pt x="60" y="1251"/>
                    <a:pt x="96" y="1358"/>
                  </a:cubicBezTo>
                  <a:cubicBezTo>
                    <a:pt x="120" y="1465"/>
                    <a:pt x="179" y="1548"/>
                    <a:pt x="239" y="1620"/>
                  </a:cubicBezTo>
                  <a:cubicBezTo>
                    <a:pt x="334" y="1727"/>
                    <a:pt x="405" y="1799"/>
                    <a:pt x="501" y="1858"/>
                  </a:cubicBezTo>
                  <a:cubicBezTo>
                    <a:pt x="642" y="1967"/>
                    <a:pt x="834" y="2026"/>
                    <a:pt x="1021" y="2026"/>
                  </a:cubicBezTo>
                  <a:cubicBezTo>
                    <a:pt x="1038" y="2026"/>
                    <a:pt x="1055" y="2026"/>
                    <a:pt x="1072" y="2025"/>
                  </a:cubicBezTo>
                  <a:cubicBezTo>
                    <a:pt x="1584" y="2013"/>
                    <a:pt x="2001" y="1608"/>
                    <a:pt x="2025" y="1096"/>
                  </a:cubicBezTo>
                  <a:lnTo>
                    <a:pt x="2025" y="989"/>
                  </a:lnTo>
                  <a:lnTo>
                    <a:pt x="2025" y="965"/>
                  </a:lnTo>
                  <a:cubicBezTo>
                    <a:pt x="2025" y="858"/>
                    <a:pt x="2001" y="763"/>
                    <a:pt x="1965" y="656"/>
                  </a:cubicBezTo>
                  <a:cubicBezTo>
                    <a:pt x="1894" y="453"/>
                    <a:pt x="1727" y="263"/>
                    <a:pt x="1537" y="155"/>
                  </a:cubicBezTo>
                  <a:cubicBezTo>
                    <a:pt x="1453" y="96"/>
                    <a:pt x="1346" y="60"/>
                    <a:pt x="1239" y="36"/>
                  </a:cubicBezTo>
                  <a:cubicBezTo>
                    <a:pt x="1167" y="13"/>
                    <a:pt x="1072" y="1"/>
                    <a:pt x="1001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22"/>
            <p:cNvSpPr/>
            <p:nvPr/>
          </p:nvSpPr>
          <p:spPr>
            <a:xfrm>
              <a:off x="6615100" y="3045125"/>
              <a:ext cx="70575" cy="71475"/>
            </a:xfrm>
            <a:custGeom>
              <a:avLst/>
              <a:gdLst/>
              <a:ahLst/>
              <a:cxnLst/>
              <a:rect l="l" t="t" r="r" b="b"/>
              <a:pathLst>
                <a:path w="2823" h="2859" extrusionOk="0">
                  <a:moveTo>
                    <a:pt x="1389" y="1"/>
                  </a:moveTo>
                  <a:cubicBezTo>
                    <a:pt x="1375" y="1"/>
                    <a:pt x="1360" y="1"/>
                    <a:pt x="1346" y="1"/>
                  </a:cubicBezTo>
                  <a:cubicBezTo>
                    <a:pt x="989" y="25"/>
                    <a:pt x="667" y="168"/>
                    <a:pt x="429" y="406"/>
                  </a:cubicBezTo>
                  <a:cubicBezTo>
                    <a:pt x="358" y="478"/>
                    <a:pt x="274" y="561"/>
                    <a:pt x="215" y="644"/>
                  </a:cubicBezTo>
                  <a:cubicBezTo>
                    <a:pt x="120" y="859"/>
                    <a:pt x="24" y="1061"/>
                    <a:pt x="12" y="1299"/>
                  </a:cubicBezTo>
                  <a:cubicBezTo>
                    <a:pt x="12" y="1359"/>
                    <a:pt x="1" y="1430"/>
                    <a:pt x="1" y="1513"/>
                  </a:cubicBezTo>
                  <a:cubicBezTo>
                    <a:pt x="1" y="1537"/>
                    <a:pt x="1" y="1585"/>
                    <a:pt x="12" y="1609"/>
                  </a:cubicBezTo>
                  <a:cubicBezTo>
                    <a:pt x="72" y="2121"/>
                    <a:pt x="382" y="2537"/>
                    <a:pt x="822" y="2728"/>
                  </a:cubicBezTo>
                  <a:cubicBezTo>
                    <a:pt x="917" y="2776"/>
                    <a:pt x="1013" y="2799"/>
                    <a:pt x="1132" y="2835"/>
                  </a:cubicBezTo>
                  <a:cubicBezTo>
                    <a:pt x="1251" y="2859"/>
                    <a:pt x="1358" y="2859"/>
                    <a:pt x="1477" y="2859"/>
                  </a:cubicBezTo>
                  <a:cubicBezTo>
                    <a:pt x="2048" y="2835"/>
                    <a:pt x="2548" y="2466"/>
                    <a:pt x="2739" y="1942"/>
                  </a:cubicBezTo>
                  <a:cubicBezTo>
                    <a:pt x="2763" y="1835"/>
                    <a:pt x="2798" y="1752"/>
                    <a:pt x="2810" y="1633"/>
                  </a:cubicBezTo>
                  <a:cubicBezTo>
                    <a:pt x="2822" y="1537"/>
                    <a:pt x="2822" y="1466"/>
                    <a:pt x="2822" y="1371"/>
                  </a:cubicBezTo>
                  <a:cubicBezTo>
                    <a:pt x="2799" y="611"/>
                    <a:pt x="2145" y="1"/>
                    <a:pt x="1389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22"/>
            <p:cNvSpPr/>
            <p:nvPr/>
          </p:nvSpPr>
          <p:spPr>
            <a:xfrm>
              <a:off x="5970675" y="2098000"/>
              <a:ext cx="13425" cy="55400"/>
            </a:xfrm>
            <a:custGeom>
              <a:avLst/>
              <a:gdLst/>
              <a:ahLst/>
              <a:cxnLst/>
              <a:rect l="l" t="t" r="r" b="b"/>
              <a:pathLst>
                <a:path w="537" h="2216" extrusionOk="0">
                  <a:moveTo>
                    <a:pt x="0" y="1"/>
                  </a:moveTo>
                  <a:lnTo>
                    <a:pt x="0" y="2215"/>
                  </a:lnTo>
                  <a:cubicBezTo>
                    <a:pt x="60" y="2168"/>
                    <a:pt x="120" y="2108"/>
                    <a:pt x="179" y="2049"/>
                  </a:cubicBezTo>
                  <a:cubicBezTo>
                    <a:pt x="251" y="1977"/>
                    <a:pt x="310" y="1882"/>
                    <a:pt x="358" y="1799"/>
                  </a:cubicBezTo>
                  <a:cubicBezTo>
                    <a:pt x="477" y="1596"/>
                    <a:pt x="536" y="1334"/>
                    <a:pt x="536" y="1072"/>
                  </a:cubicBezTo>
                  <a:cubicBezTo>
                    <a:pt x="536" y="953"/>
                    <a:pt x="524" y="846"/>
                    <a:pt x="489" y="763"/>
                  </a:cubicBezTo>
                  <a:cubicBezTo>
                    <a:pt x="417" y="465"/>
                    <a:pt x="239" y="191"/>
                    <a:pt x="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22"/>
            <p:cNvSpPr/>
            <p:nvPr/>
          </p:nvSpPr>
          <p:spPr>
            <a:xfrm>
              <a:off x="6103125" y="1404475"/>
              <a:ext cx="36950" cy="36050"/>
            </a:xfrm>
            <a:custGeom>
              <a:avLst/>
              <a:gdLst/>
              <a:ahLst/>
              <a:cxnLst/>
              <a:rect l="l" t="t" r="r" b="b"/>
              <a:pathLst>
                <a:path w="1478" h="1442" extrusionOk="0">
                  <a:moveTo>
                    <a:pt x="715" y="0"/>
                  </a:moveTo>
                  <a:cubicBezTo>
                    <a:pt x="644" y="0"/>
                    <a:pt x="572" y="12"/>
                    <a:pt x="525" y="24"/>
                  </a:cubicBezTo>
                  <a:cubicBezTo>
                    <a:pt x="227" y="131"/>
                    <a:pt x="1" y="417"/>
                    <a:pt x="13" y="738"/>
                  </a:cubicBezTo>
                  <a:cubicBezTo>
                    <a:pt x="13" y="786"/>
                    <a:pt x="25" y="834"/>
                    <a:pt x="25" y="881"/>
                  </a:cubicBezTo>
                  <a:cubicBezTo>
                    <a:pt x="60" y="977"/>
                    <a:pt x="96" y="1084"/>
                    <a:pt x="167" y="1155"/>
                  </a:cubicBezTo>
                  <a:cubicBezTo>
                    <a:pt x="292" y="1326"/>
                    <a:pt x="504" y="1442"/>
                    <a:pt x="740" y="1442"/>
                  </a:cubicBezTo>
                  <a:cubicBezTo>
                    <a:pt x="752" y="1442"/>
                    <a:pt x="763" y="1441"/>
                    <a:pt x="775" y="1441"/>
                  </a:cubicBezTo>
                  <a:cubicBezTo>
                    <a:pt x="989" y="1429"/>
                    <a:pt x="1191" y="1322"/>
                    <a:pt x="1322" y="1155"/>
                  </a:cubicBezTo>
                  <a:cubicBezTo>
                    <a:pt x="1382" y="1072"/>
                    <a:pt x="1441" y="977"/>
                    <a:pt x="1453" y="881"/>
                  </a:cubicBezTo>
                  <a:cubicBezTo>
                    <a:pt x="1477" y="846"/>
                    <a:pt x="1477" y="786"/>
                    <a:pt x="1477" y="715"/>
                  </a:cubicBezTo>
                  <a:cubicBezTo>
                    <a:pt x="1453" y="357"/>
                    <a:pt x="1191" y="72"/>
                    <a:pt x="846" y="12"/>
                  </a:cubicBezTo>
                  <a:cubicBezTo>
                    <a:pt x="798" y="12"/>
                    <a:pt x="763" y="0"/>
                    <a:pt x="715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22"/>
            <p:cNvSpPr/>
            <p:nvPr/>
          </p:nvSpPr>
          <p:spPr>
            <a:xfrm>
              <a:off x="6109075" y="1694975"/>
              <a:ext cx="37250" cy="36950"/>
            </a:xfrm>
            <a:custGeom>
              <a:avLst/>
              <a:gdLst/>
              <a:ahLst/>
              <a:cxnLst/>
              <a:rect l="l" t="t" r="r" b="b"/>
              <a:pathLst>
                <a:path w="1490" h="1478" extrusionOk="0">
                  <a:moveTo>
                    <a:pt x="703" y="1"/>
                  </a:moveTo>
                  <a:cubicBezTo>
                    <a:pt x="310" y="13"/>
                    <a:pt x="1" y="346"/>
                    <a:pt x="1" y="751"/>
                  </a:cubicBezTo>
                  <a:lnTo>
                    <a:pt x="1" y="763"/>
                  </a:lnTo>
                  <a:cubicBezTo>
                    <a:pt x="1" y="870"/>
                    <a:pt x="25" y="965"/>
                    <a:pt x="72" y="1060"/>
                  </a:cubicBezTo>
                  <a:cubicBezTo>
                    <a:pt x="132" y="1168"/>
                    <a:pt x="203" y="1263"/>
                    <a:pt x="310" y="1346"/>
                  </a:cubicBezTo>
                  <a:cubicBezTo>
                    <a:pt x="394" y="1406"/>
                    <a:pt x="489" y="1441"/>
                    <a:pt x="608" y="1465"/>
                  </a:cubicBezTo>
                  <a:cubicBezTo>
                    <a:pt x="668" y="1477"/>
                    <a:pt x="715" y="1477"/>
                    <a:pt x="775" y="1477"/>
                  </a:cubicBezTo>
                  <a:cubicBezTo>
                    <a:pt x="1180" y="1465"/>
                    <a:pt x="1489" y="1120"/>
                    <a:pt x="1477" y="715"/>
                  </a:cubicBezTo>
                  <a:lnTo>
                    <a:pt x="1477" y="703"/>
                  </a:lnTo>
                  <a:cubicBezTo>
                    <a:pt x="1477" y="596"/>
                    <a:pt x="1442" y="489"/>
                    <a:pt x="1382" y="406"/>
                  </a:cubicBezTo>
                  <a:cubicBezTo>
                    <a:pt x="1334" y="310"/>
                    <a:pt x="1275" y="239"/>
                    <a:pt x="1192" y="179"/>
                  </a:cubicBezTo>
                  <a:cubicBezTo>
                    <a:pt x="1120" y="120"/>
                    <a:pt x="1013" y="60"/>
                    <a:pt x="906" y="36"/>
                  </a:cubicBezTo>
                  <a:cubicBezTo>
                    <a:pt x="846" y="13"/>
                    <a:pt x="775" y="1"/>
                    <a:pt x="70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22"/>
            <p:cNvSpPr/>
            <p:nvPr/>
          </p:nvSpPr>
          <p:spPr>
            <a:xfrm>
              <a:off x="6425200" y="2059300"/>
              <a:ext cx="25925" cy="25325"/>
            </a:xfrm>
            <a:custGeom>
              <a:avLst/>
              <a:gdLst/>
              <a:ahLst/>
              <a:cxnLst/>
              <a:rect l="l" t="t" r="r" b="b"/>
              <a:pathLst>
                <a:path w="1037" h="1013" extrusionOk="0">
                  <a:moveTo>
                    <a:pt x="522" y="0"/>
                  </a:moveTo>
                  <a:cubicBezTo>
                    <a:pt x="515" y="0"/>
                    <a:pt x="508" y="1"/>
                    <a:pt x="500" y="1"/>
                  </a:cubicBezTo>
                  <a:cubicBezTo>
                    <a:pt x="238" y="1"/>
                    <a:pt x="48" y="191"/>
                    <a:pt x="0" y="430"/>
                  </a:cubicBezTo>
                  <a:lnTo>
                    <a:pt x="0" y="525"/>
                  </a:lnTo>
                  <a:cubicBezTo>
                    <a:pt x="0" y="608"/>
                    <a:pt x="36" y="680"/>
                    <a:pt x="60" y="739"/>
                  </a:cubicBezTo>
                  <a:cubicBezTo>
                    <a:pt x="155" y="906"/>
                    <a:pt x="334" y="1013"/>
                    <a:pt x="524" y="1013"/>
                  </a:cubicBezTo>
                  <a:cubicBezTo>
                    <a:pt x="810" y="1013"/>
                    <a:pt x="1036" y="775"/>
                    <a:pt x="1012" y="489"/>
                  </a:cubicBezTo>
                  <a:cubicBezTo>
                    <a:pt x="1012" y="211"/>
                    <a:pt x="787" y="0"/>
                    <a:pt x="52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22"/>
            <p:cNvSpPr/>
            <p:nvPr/>
          </p:nvSpPr>
          <p:spPr>
            <a:xfrm>
              <a:off x="6057300" y="3078375"/>
              <a:ext cx="35725" cy="35300"/>
            </a:xfrm>
            <a:custGeom>
              <a:avLst/>
              <a:gdLst/>
              <a:ahLst/>
              <a:cxnLst/>
              <a:rect l="l" t="t" r="r" b="b"/>
              <a:pathLst>
                <a:path w="1429" h="1412" extrusionOk="0">
                  <a:moveTo>
                    <a:pt x="759" y="1"/>
                  </a:moveTo>
                  <a:cubicBezTo>
                    <a:pt x="737" y="1"/>
                    <a:pt x="714" y="2"/>
                    <a:pt x="691" y="5"/>
                  </a:cubicBezTo>
                  <a:cubicBezTo>
                    <a:pt x="584" y="5"/>
                    <a:pt x="488" y="29"/>
                    <a:pt x="405" y="76"/>
                  </a:cubicBezTo>
                  <a:cubicBezTo>
                    <a:pt x="310" y="124"/>
                    <a:pt x="226" y="195"/>
                    <a:pt x="167" y="267"/>
                  </a:cubicBezTo>
                  <a:cubicBezTo>
                    <a:pt x="60" y="398"/>
                    <a:pt x="0" y="553"/>
                    <a:pt x="12" y="731"/>
                  </a:cubicBezTo>
                  <a:cubicBezTo>
                    <a:pt x="12" y="1099"/>
                    <a:pt x="334" y="1411"/>
                    <a:pt x="709" y="1411"/>
                  </a:cubicBezTo>
                  <a:cubicBezTo>
                    <a:pt x="723" y="1411"/>
                    <a:pt x="737" y="1411"/>
                    <a:pt x="750" y="1410"/>
                  </a:cubicBezTo>
                  <a:cubicBezTo>
                    <a:pt x="988" y="1410"/>
                    <a:pt x="1179" y="1291"/>
                    <a:pt x="1310" y="1112"/>
                  </a:cubicBezTo>
                  <a:cubicBezTo>
                    <a:pt x="1369" y="1029"/>
                    <a:pt x="1417" y="922"/>
                    <a:pt x="1429" y="814"/>
                  </a:cubicBezTo>
                  <a:lnTo>
                    <a:pt x="1429" y="684"/>
                  </a:lnTo>
                  <a:cubicBezTo>
                    <a:pt x="1429" y="612"/>
                    <a:pt x="1417" y="541"/>
                    <a:pt x="1381" y="457"/>
                  </a:cubicBezTo>
                  <a:cubicBezTo>
                    <a:pt x="1358" y="350"/>
                    <a:pt x="1298" y="267"/>
                    <a:pt x="1203" y="195"/>
                  </a:cubicBezTo>
                  <a:cubicBezTo>
                    <a:pt x="1087" y="79"/>
                    <a:pt x="934" y="1"/>
                    <a:pt x="759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22"/>
            <p:cNvSpPr/>
            <p:nvPr/>
          </p:nvSpPr>
          <p:spPr>
            <a:xfrm>
              <a:off x="6380550" y="2852850"/>
              <a:ext cx="35750" cy="35750"/>
            </a:xfrm>
            <a:custGeom>
              <a:avLst/>
              <a:gdLst/>
              <a:ahLst/>
              <a:cxnLst/>
              <a:rect l="l" t="t" r="r" b="b"/>
              <a:pathLst>
                <a:path w="1430" h="1430" extrusionOk="0">
                  <a:moveTo>
                    <a:pt x="620" y="1"/>
                  </a:moveTo>
                  <a:cubicBezTo>
                    <a:pt x="512" y="13"/>
                    <a:pt x="417" y="49"/>
                    <a:pt x="346" y="108"/>
                  </a:cubicBezTo>
                  <a:cubicBezTo>
                    <a:pt x="262" y="168"/>
                    <a:pt x="179" y="239"/>
                    <a:pt x="119" y="334"/>
                  </a:cubicBezTo>
                  <a:cubicBezTo>
                    <a:pt x="48" y="453"/>
                    <a:pt x="0" y="584"/>
                    <a:pt x="0" y="727"/>
                  </a:cubicBezTo>
                  <a:cubicBezTo>
                    <a:pt x="0" y="834"/>
                    <a:pt x="36" y="930"/>
                    <a:pt x="60" y="1013"/>
                  </a:cubicBezTo>
                  <a:cubicBezTo>
                    <a:pt x="108" y="1108"/>
                    <a:pt x="167" y="1180"/>
                    <a:pt x="239" y="1251"/>
                  </a:cubicBezTo>
                  <a:cubicBezTo>
                    <a:pt x="322" y="1323"/>
                    <a:pt x="417" y="1370"/>
                    <a:pt x="524" y="1406"/>
                  </a:cubicBezTo>
                  <a:cubicBezTo>
                    <a:pt x="596" y="1418"/>
                    <a:pt x="679" y="1430"/>
                    <a:pt x="750" y="1430"/>
                  </a:cubicBezTo>
                  <a:cubicBezTo>
                    <a:pt x="893" y="1430"/>
                    <a:pt x="1036" y="1382"/>
                    <a:pt x="1131" y="1299"/>
                  </a:cubicBezTo>
                  <a:cubicBezTo>
                    <a:pt x="1227" y="1239"/>
                    <a:pt x="1298" y="1144"/>
                    <a:pt x="1346" y="1061"/>
                  </a:cubicBezTo>
                  <a:cubicBezTo>
                    <a:pt x="1405" y="953"/>
                    <a:pt x="1429" y="822"/>
                    <a:pt x="1429" y="703"/>
                  </a:cubicBezTo>
                  <a:cubicBezTo>
                    <a:pt x="1429" y="394"/>
                    <a:pt x="1227" y="132"/>
                    <a:pt x="941" y="49"/>
                  </a:cubicBezTo>
                  <a:cubicBezTo>
                    <a:pt x="870" y="13"/>
                    <a:pt x="798" y="13"/>
                    <a:pt x="703" y="13"/>
                  </a:cubicBezTo>
                  <a:cubicBezTo>
                    <a:pt x="655" y="1"/>
                    <a:pt x="631" y="1"/>
                    <a:pt x="62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22"/>
            <p:cNvSpPr/>
            <p:nvPr/>
          </p:nvSpPr>
          <p:spPr>
            <a:xfrm>
              <a:off x="6112050" y="2933525"/>
              <a:ext cx="25625" cy="25350"/>
            </a:xfrm>
            <a:custGeom>
              <a:avLst/>
              <a:gdLst/>
              <a:ahLst/>
              <a:cxnLst/>
              <a:rect l="l" t="t" r="r" b="b"/>
              <a:pathLst>
                <a:path w="1025" h="1014" extrusionOk="0">
                  <a:moveTo>
                    <a:pt x="489" y="1"/>
                  </a:moveTo>
                  <a:cubicBezTo>
                    <a:pt x="227" y="24"/>
                    <a:pt x="1" y="262"/>
                    <a:pt x="1" y="524"/>
                  </a:cubicBezTo>
                  <a:cubicBezTo>
                    <a:pt x="1" y="803"/>
                    <a:pt x="227" y="1013"/>
                    <a:pt x="502" y="1013"/>
                  </a:cubicBezTo>
                  <a:cubicBezTo>
                    <a:pt x="510" y="1013"/>
                    <a:pt x="517" y="1013"/>
                    <a:pt x="525" y="1013"/>
                  </a:cubicBezTo>
                  <a:cubicBezTo>
                    <a:pt x="715" y="1013"/>
                    <a:pt x="858" y="905"/>
                    <a:pt x="953" y="751"/>
                  </a:cubicBezTo>
                  <a:cubicBezTo>
                    <a:pt x="1001" y="679"/>
                    <a:pt x="1013" y="584"/>
                    <a:pt x="1013" y="489"/>
                  </a:cubicBezTo>
                  <a:cubicBezTo>
                    <a:pt x="1025" y="477"/>
                    <a:pt x="1025" y="465"/>
                    <a:pt x="1013" y="429"/>
                  </a:cubicBezTo>
                  <a:cubicBezTo>
                    <a:pt x="1001" y="334"/>
                    <a:pt x="953" y="239"/>
                    <a:pt x="894" y="167"/>
                  </a:cubicBezTo>
                  <a:cubicBezTo>
                    <a:pt x="822" y="96"/>
                    <a:pt x="727" y="36"/>
                    <a:pt x="608" y="24"/>
                  </a:cubicBezTo>
                  <a:cubicBezTo>
                    <a:pt x="584" y="24"/>
                    <a:pt x="537" y="1"/>
                    <a:pt x="489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22"/>
            <p:cNvSpPr/>
            <p:nvPr/>
          </p:nvSpPr>
          <p:spPr>
            <a:xfrm>
              <a:off x="6306125" y="3104075"/>
              <a:ext cx="25925" cy="25350"/>
            </a:xfrm>
            <a:custGeom>
              <a:avLst/>
              <a:gdLst/>
              <a:ahLst/>
              <a:cxnLst/>
              <a:rect l="l" t="t" r="r" b="b"/>
              <a:pathLst>
                <a:path w="1037" h="1014" extrusionOk="0">
                  <a:moveTo>
                    <a:pt x="522" y="0"/>
                  </a:moveTo>
                  <a:cubicBezTo>
                    <a:pt x="515" y="0"/>
                    <a:pt x="508" y="0"/>
                    <a:pt x="501" y="1"/>
                  </a:cubicBezTo>
                  <a:cubicBezTo>
                    <a:pt x="215" y="13"/>
                    <a:pt x="1" y="251"/>
                    <a:pt x="1" y="525"/>
                  </a:cubicBezTo>
                  <a:cubicBezTo>
                    <a:pt x="1" y="792"/>
                    <a:pt x="227" y="1013"/>
                    <a:pt x="503" y="1013"/>
                  </a:cubicBezTo>
                  <a:cubicBezTo>
                    <a:pt x="510" y="1013"/>
                    <a:pt x="517" y="1013"/>
                    <a:pt x="525" y="1013"/>
                  </a:cubicBezTo>
                  <a:cubicBezTo>
                    <a:pt x="810" y="1013"/>
                    <a:pt x="1037" y="775"/>
                    <a:pt x="1013" y="489"/>
                  </a:cubicBezTo>
                  <a:cubicBezTo>
                    <a:pt x="1001" y="211"/>
                    <a:pt x="775" y="0"/>
                    <a:pt x="52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22"/>
            <p:cNvSpPr/>
            <p:nvPr/>
          </p:nvSpPr>
          <p:spPr>
            <a:xfrm>
              <a:off x="6408525" y="2464700"/>
              <a:ext cx="25325" cy="25350"/>
            </a:xfrm>
            <a:custGeom>
              <a:avLst/>
              <a:gdLst/>
              <a:ahLst/>
              <a:cxnLst/>
              <a:rect l="l" t="t" r="r" b="b"/>
              <a:pathLst>
                <a:path w="1013" h="1014" extrusionOk="0">
                  <a:moveTo>
                    <a:pt x="513" y="1"/>
                  </a:moveTo>
                  <a:cubicBezTo>
                    <a:pt x="505" y="1"/>
                    <a:pt x="497" y="1"/>
                    <a:pt x="489" y="1"/>
                  </a:cubicBezTo>
                  <a:cubicBezTo>
                    <a:pt x="382" y="1"/>
                    <a:pt x="298" y="37"/>
                    <a:pt x="227" y="96"/>
                  </a:cubicBezTo>
                  <a:cubicBezTo>
                    <a:pt x="132" y="156"/>
                    <a:pt x="60" y="239"/>
                    <a:pt x="36" y="347"/>
                  </a:cubicBezTo>
                  <a:cubicBezTo>
                    <a:pt x="12" y="406"/>
                    <a:pt x="1" y="466"/>
                    <a:pt x="1" y="525"/>
                  </a:cubicBezTo>
                  <a:cubicBezTo>
                    <a:pt x="1" y="644"/>
                    <a:pt x="48" y="763"/>
                    <a:pt x="120" y="835"/>
                  </a:cubicBezTo>
                  <a:lnTo>
                    <a:pt x="120" y="858"/>
                  </a:lnTo>
                  <a:cubicBezTo>
                    <a:pt x="179" y="918"/>
                    <a:pt x="251" y="954"/>
                    <a:pt x="334" y="989"/>
                  </a:cubicBezTo>
                  <a:cubicBezTo>
                    <a:pt x="393" y="1001"/>
                    <a:pt x="453" y="1013"/>
                    <a:pt x="513" y="1013"/>
                  </a:cubicBezTo>
                  <a:cubicBezTo>
                    <a:pt x="548" y="1013"/>
                    <a:pt x="608" y="1001"/>
                    <a:pt x="655" y="989"/>
                  </a:cubicBezTo>
                  <a:cubicBezTo>
                    <a:pt x="667" y="989"/>
                    <a:pt x="691" y="978"/>
                    <a:pt x="703" y="978"/>
                  </a:cubicBezTo>
                  <a:cubicBezTo>
                    <a:pt x="810" y="930"/>
                    <a:pt x="882" y="858"/>
                    <a:pt x="941" y="763"/>
                  </a:cubicBezTo>
                  <a:cubicBezTo>
                    <a:pt x="953" y="751"/>
                    <a:pt x="953" y="739"/>
                    <a:pt x="965" y="716"/>
                  </a:cubicBezTo>
                  <a:cubicBezTo>
                    <a:pt x="1001" y="644"/>
                    <a:pt x="1013" y="585"/>
                    <a:pt x="1013" y="501"/>
                  </a:cubicBezTo>
                  <a:cubicBezTo>
                    <a:pt x="1013" y="454"/>
                    <a:pt x="1001" y="394"/>
                    <a:pt x="977" y="347"/>
                  </a:cubicBezTo>
                  <a:cubicBezTo>
                    <a:pt x="908" y="151"/>
                    <a:pt x="729" y="1"/>
                    <a:pt x="51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22"/>
            <p:cNvSpPr/>
            <p:nvPr/>
          </p:nvSpPr>
          <p:spPr>
            <a:xfrm>
              <a:off x="6123675" y="2252200"/>
              <a:ext cx="25325" cy="25625"/>
            </a:xfrm>
            <a:custGeom>
              <a:avLst/>
              <a:gdLst/>
              <a:ahLst/>
              <a:cxnLst/>
              <a:rect l="l" t="t" r="r" b="b"/>
              <a:pathLst>
                <a:path w="1013" h="1025" extrusionOk="0">
                  <a:moveTo>
                    <a:pt x="488" y="0"/>
                  </a:moveTo>
                  <a:cubicBezTo>
                    <a:pt x="381" y="0"/>
                    <a:pt x="298" y="48"/>
                    <a:pt x="203" y="107"/>
                  </a:cubicBezTo>
                  <a:cubicBezTo>
                    <a:pt x="119" y="167"/>
                    <a:pt x="60" y="262"/>
                    <a:pt x="24" y="357"/>
                  </a:cubicBezTo>
                  <a:cubicBezTo>
                    <a:pt x="12" y="405"/>
                    <a:pt x="0" y="465"/>
                    <a:pt x="0" y="524"/>
                  </a:cubicBezTo>
                  <a:cubicBezTo>
                    <a:pt x="0" y="750"/>
                    <a:pt x="155" y="941"/>
                    <a:pt x="369" y="1000"/>
                  </a:cubicBezTo>
                  <a:cubicBezTo>
                    <a:pt x="417" y="1024"/>
                    <a:pt x="477" y="1024"/>
                    <a:pt x="512" y="1024"/>
                  </a:cubicBezTo>
                  <a:cubicBezTo>
                    <a:pt x="572" y="1024"/>
                    <a:pt x="631" y="1000"/>
                    <a:pt x="679" y="988"/>
                  </a:cubicBezTo>
                  <a:cubicBezTo>
                    <a:pt x="715" y="977"/>
                    <a:pt x="750" y="965"/>
                    <a:pt x="786" y="941"/>
                  </a:cubicBezTo>
                  <a:cubicBezTo>
                    <a:pt x="869" y="881"/>
                    <a:pt x="953" y="798"/>
                    <a:pt x="977" y="691"/>
                  </a:cubicBezTo>
                  <a:cubicBezTo>
                    <a:pt x="989" y="631"/>
                    <a:pt x="1012" y="572"/>
                    <a:pt x="1012" y="500"/>
                  </a:cubicBezTo>
                  <a:cubicBezTo>
                    <a:pt x="1012" y="334"/>
                    <a:pt x="929" y="203"/>
                    <a:pt x="810" y="107"/>
                  </a:cubicBezTo>
                  <a:cubicBezTo>
                    <a:pt x="727" y="48"/>
                    <a:pt x="619" y="0"/>
                    <a:pt x="51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22"/>
            <p:cNvSpPr/>
            <p:nvPr/>
          </p:nvSpPr>
          <p:spPr>
            <a:xfrm>
              <a:off x="6508250" y="1603550"/>
              <a:ext cx="25625" cy="25400"/>
            </a:xfrm>
            <a:custGeom>
              <a:avLst/>
              <a:gdLst/>
              <a:ahLst/>
              <a:cxnLst/>
              <a:rect l="l" t="t" r="r" b="b"/>
              <a:pathLst>
                <a:path w="1025" h="1016" extrusionOk="0">
                  <a:moveTo>
                    <a:pt x="530" y="1"/>
                  </a:moveTo>
                  <a:cubicBezTo>
                    <a:pt x="516" y="1"/>
                    <a:pt x="502" y="1"/>
                    <a:pt x="488" y="3"/>
                  </a:cubicBezTo>
                  <a:cubicBezTo>
                    <a:pt x="357" y="3"/>
                    <a:pt x="238" y="74"/>
                    <a:pt x="155" y="157"/>
                  </a:cubicBezTo>
                  <a:cubicBezTo>
                    <a:pt x="72" y="241"/>
                    <a:pt x="36" y="336"/>
                    <a:pt x="12" y="443"/>
                  </a:cubicBezTo>
                  <a:cubicBezTo>
                    <a:pt x="0" y="491"/>
                    <a:pt x="0" y="503"/>
                    <a:pt x="0" y="514"/>
                  </a:cubicBezTo>
                  <a:cubicBezTo>
                    <a:pt x="0" y="634"/>
                    <a:pt x="48" y="741"/>
                    <a:pt x="107" y="812"/>
                  </a:cubicBezTo>
                  <a:cubicBezTo>
                    <a:pt x="185" y="945"/>
                    <a:pt x="334" y="1016"/>
                    <a:pt x="488" y="1016"/>
                  </a:cubicBezTo>
                  <a:cubicBezTo>
                    <a:pt x="500" y="1016"/>
                    <a:pt x="512" y="1015"/>
                    <a:pt x="524" y="1015"/>
                  </a:cubicBezTo>
                  <a:cubicBezTo>
                    <a:pt x="810" y="1015"/>
                    <a:pt x="1024" y="776"/>
                    <a:pt x="1012" y="491"/>
                  </a:cubicBezTo>
                  <a:cubicBezTo>
                    <a:pt x="1012" y="219"/>
                    <a:pt x="797" y="1"/>
                    <a:pt x="53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22"/>
            <p:cNvSpPr/>
            <p:nvPr/>
          </p:nvSpPr>
          <p:spPr>
            <a:xfrm>
              <a:off x="6389175" y="3469300"/>
              <a:ext cx="36650" cy="35450"/>
            </a:xfrm>
            <a:custGeom>
              <a:avLst/>
              <a:gdLst/>
              <a:ahLst/>
              <a:cxnLst/>
              <a:rect l="l" t="t" r="r" b="b"/>
              <a:pathLst>
                <a:path w="1466" h="1418" extrusionOk="0">
                  <a:moveTo>
                    <a:pt x="703" y="1"/>
                  </a:moveTo>
                  <a:cubicBezTo>
                    <a:pt x="644" y="1"/>
                    <a:pt x="584" y="25"/>
                    <a:pt x="536" y="36"/>
                  </a:cubicBezTo>
                  <a:cubicBezTo>
                    <a:pt x="429" y="60"/>
                    <a:pt x="346" y="120"/>
                    <a:pt x="251" y="179"/>
                  </a:cubicBezTo>
                  <a:cubicBezTo>
                    <a:pt x="108" y="322"/>
                    <a:pt x="1" y="525"/>
                    <a:pt x="13" y="739"/>
                  </a:cubicBezTo>
                  <a:cubicBezTo>
                    <a:pt x="13" y="775"/>
                    <a:pt x="13" y="810"/>
                    <a:pt x="36" y="858"/>
                  </a:cubicBezTo>
                  <a:cubicBezTo>
                    <a:pt x="48" y="953"/>
                    <a:pt x="96" y="1060"/>
                    <a:pt x="167" y="1132"/>
                  </a:cubicBezTo>
                  <a:cubicBezTo>
                    <a:pt x="298" y="1310"/>
                    <a:pt x="525" y="1418"/>
                    <a:pt x="763" y="1418"/>
                  </a:cubicBezTo>
                  <a:cubicBezTo>
                    <a:pt x="1144" y="1418"/>
                    <a:pt x="1465" y="1072"/>
                    <a:pt x="1441" y="691"/>
                  </a:cubicBezTo>
                  <a:cubicBezTo>
                    <a:pt x="1441" y="632"/>
                    <a:pt x="1429" y="560"/>
                    <a:pt x="1418" y="501"/>
                  </a:cubicBezTo>
                  <a:cubicBezTo>
                    <a:pt x="1382" y="394"/>
                    <a:pt x="1322" y="298"/>
                    <a:pt x="1251" y="227"/>
                  </a:cubicBezTo>
                  <a:lnTo>
                    <a:pt x="1203" y="179"/>
                  </a:lnTo>
                  <a:cubicBezTo>
                    <a:pt x="1132" y="108"/>
                    <a:pt x="1025" y="60"/>
                    <a:pt x="929" y="36"/>
                  </a:cubicBezTo>
                  <a:cubicBezTo>
                    <a:pt x="846" y="25"/>
                    <a:pt x="775" y="1"/>
                    <a:pt x="70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22"/>
            <p:cNvSpPr/>
            <p:nvPr/>
          </p:nvSpPr>
          <p:spPr>
            <a:xfrm>
              <a:off x="6987775" y="3156175"/>
              <a:ext cx="36325" cy="35750"/>
            </a:xfrm>
            <a:custGeom>
              <a:avLst/>
              <a:gdLst/>
              <a:ahLst/>
              <a:cxnLst/>
              <a:rect l="l" t="t" r="r" b="b"/>
              <a:pathLst>
                <a:path w="1453" h="1430" extrusionOk="0">
                  <a:moveTo>
                    <a:pt x="713" y="0"/>
                  </a:moveTo>
                  <a:cubicBezTo>
                    <a:pt x="706" y="0"/>
                    <a:pt x="698" y="0"/>
                    <a:pt x="691" y="0"/>
                  </a:cubicBezTo>
                  <a:cubicBezTo>
                    <a:pt x="584" y="0"/>
                    <a:pt x="476" y="24"/>
                    <a:pt x="393" y="84"/>
                  </a:cubicBezTo>
                  <a:cubicBezTo>
                    <a:pt x="298" y="131"/>
                    <a:pt x="214" y="203"/>
                    <a:pt x="155" y="298"/>
                  </a:cubicBezTo>
                  <a:cubicBezTo>
                    <a:pt x="119" y="346"/>
                    <a:pt x="95" y="405"/>
                    <a:pt x="60" y="465"/>
                  </a:cubicBezTo>
                  <a:cubicBezTo>
                    <a:pt x="36" y="548"/>
                    <a:pt x="0" y="643"/>
                    <a:pt x="24" y="739"/>
                  </a:cubicBezTo>
                  <a:lnTo>
                    <a:pt x="24" y="774"/>
                  </a:lnTo>
                  <a:cubicBezTo>
                    <a:pt x="24" y="822"/>
                    <a:pt x="36" y="858"/>
                    <a:pt x="48" y="905"/>
                  </a:cubicBezTo>
                  <a:cubicBezTo>
                    <a:pt x="83" y="1012"/>
                    <a:pt x="119" y="1096"/>
                    <a:pt x="203" y="1191"/>
                  </a:cubicBezTo>
                  <a:cubicBezTo>
                    <a:pt x="334" y="1334"/>
                    <a:pt x="536" y="1429"/>
                    <a:pt x="750" y="1429"/>
                  </a:cubicBezTo>
                  <a:cubicBezTo>
                    <a:pt x="1131" y="1429"/>
                    <a:pt x="1453" y="1084"/>
                    <a:pt x="1429" y="703"/>
                  </a:cubicBezTo>
                  <a:cubicBezTo>
                    <a:pt x="1417" y="306"/>
                    <a:pt x="1107" y="0"/>
                    <a:pt x="713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22"/>
            <p:cNvSpPr/>
            <p:nvPr/>
          </p:nvSpPr>
          <p:spPr>
            <a:xfrm>
              <a:off x="6376075" y="3686575"/>
              <a:ext cx="40225" cy="39625"/>
            </a:xfrm>
            <a:custGeom>
              <a:avLst/>
              <a:gdLst/>
              <a:ahLst/>
              <a:cxnLst/>
              <a:rect l="l" t="t" r="r" b="b"/>
              <a:pathLst>
                <a:path w="1609" h="1585" extrusionOk="0">
                  <a:moveTo>
                    <a:pt x="816" y="0"/>
                  </a:moveTo>
                  <a:cubicBezTo>
                    <a:pt x="803" y="0"/>
                    <a:pt x="789" y="1"/>
                    <a:pt x="775" y="1"/>
                  </a:cubicBezTo>
                  <a:cubicBezTo>
                    <a:pt x="346" y="37"/>
                    <a:pt x="1" y="394"/>
                    <a:pt x="25" y="823"/>
                  </a:cubicBezTo>
                  <a:lnTo>
                    <a:pt x="25" y="882"/>
                  </a:lnTo>
                  <a:cubicBezTo>
                    <a:pt x="37" y="990"/>
                    <a:pt x="60" y="1085"/>
                    <a:pt x="108" y="1180"/>
                  </a:cubicBezTo>
                  <a:cubicBezTo>
                    <a:pt x="179" y="1347"/>
                    <a:pt x="346" y="1466"/>
                    <a:pt x="525" y="1537"/>
                  </a:cubicBezTo>
                  <a:cubicBezTo>
                    <a:pt x="620" y="1573"/>
                    <a:pt x="715" y="1585"/>
                    <a:pt x="822" y="1585"/>
                  </a:cubicBezTo>
                  <a:lnTo>
                    <a:pt x="858" y="1585"/>
                  </a:lnTo>
                  <a:cubicBezTo>
                    <a:pt x="1275" y="1549"/>
                    <a:pt x="1608" y="1192"/>
                    <a:pt x="1596" y="763"/>
                  </a:cubicBezTo>
                  <a:cubicBezTo>
                    <a:pt x="1585" y="348"/>
                    <a:pt x="1238" y="0"/>
                    <a:pt x="81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22"/>
            <p:cNvSpPr/>
            <p:nvPr/>
          </p:nvSpPr>
          <p:spPr>
            <a:xfrm>
              <a:off x="6069500" y="3642400"/>
              <a:ext cx="29200" cy="28375"/>
            </a:xfrm>
            <a:custGeom>
              <a:avLst/>
              <a:gdLst/>
              <a:ahLst/>
              <a:cxnLst/>
              <a:rect l="l" t="t" r="r" b="b"/>
              <a:pathLst>
                <a:path w="1168" h="1135" extrusionOk="0">
                  <a:moveTo>
                    <a:pt x="568" y="0"/>
                  </a:moveTo>
                  <a:cubicBezTo>
                    <a:pt x="494" y="0"/>
                    <a:pt x="418" y="14"/>
                    <a:pt x="346" y="42"/>
                  </a:cubicBezTo>
                  <a:cubicBezTo>
                    <a:pt x="334" y="42"/>
                    <a:pt x="322" y="66"/>
                    <a:pt x="322" y="66"/>
                  </a:cubicBezTo>
                  <a:cubicBezTo>
                    <a:pt x="227" y="101"/>
                    <a:pt x="155" y="173"/>
                    <a:pt x="108" y="256"/>
                  </a:cubicBezTo>
                  <a:cubicBezTo>
                    <a:pt x="36" y="363"/>
                    <a:pt x="0" y="494"/>
                    <a:pt x="24" y="625"/>
                  </a:cubicBezTo>
                  <a:cubicBezTo>
                    <a:pt x="36" y="697"/>
                    <a:pt x="48" y="756"/>
                    <a:pt x="84" y="828"/>
                  </a:cubicBezTo>
                  <a:cubicBezTo>
                    <a:pt x="96" y="863"/>
                    <a:pt x="108" y="887"/>
                    <a:pt x="143" y="923"/>
                  </a:cubicBezTo>
                  <a:cubicBezTo>
                    <a:pt x="253" y="1060"/>
                    <a:pt x="412" y="1134"/>
                    <a:pt x="582" y="1134"/>
                  </a:cubicBezTo>
                  <a:cubicBezTo>
                    <a:pt x="633" y="1134"/>
                    <a:pt x="686" y="1127"/>
                    <a:pt x="739" y="1113"/>
                  </a:cubicBezTo>
                  <a:cubicBezTo>
                    <a:pt x="774" y="1102"/>
                    <a:pt x="810" y="1090"/>
                    <a:pt x="834" y="1066"/>
                  </a:cubicBezTo>
                  <a:cubicBezTo>
                    <a:pt x="893" y="1042"/>
                    <a:pt x="953" y="994"/>
                    <a:pt x="989" y="959"/>
                  </a:cubicBezTo>
                  <a:cubicBezTo>
                    <a:pt x="1120" y="804"/>
                    <a:pt x="1167" y="601"/>
                    <a:pt x="1108" y="423"/>
                  </a:cubicBezTo>
                  <a:cubicBezTo>
                    <a:pt x="1096" y="387"/>
                    <a:pt x="1072" y="340"/>
                    <a:pt x="1060" y="316"/>
                  </a:cubicBezTo>
                  <a:cubicBezTo>
                    <a:pt x="1060" y="244"/>
                    <a:pt x="1012" y="185"/>
                    <a:pt x="953" y="137"/>
                  </a:cubicBezTo>
                  <a:cubicBezTo>
                    <a:pt x="851" y="51"/>
                    <a:pt x="712" y="0"/>
                    <a:pt x="56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22"/>
            <p:cNvSpPr/>
            <p:nvPr/>
          </p:nvSpPr>
          <p:spPr>
            <a:xfrm>
              <a:off x="6322200" y="2992450"/>
              <a:ext cx="14925" cy="14025"/>
            </a:xfrm>
            <a:custGeom>
              <a:avLst/>
              <a:gdLst/>
              <a:ahLst/>
              <a:cxnLst/>
              <a:rect l="l" t="t" r="r" b="b"/>
              <a:pathLst>
                <a:path w="597" h="561" extrusionOk="0">
                  <a:moveTo>
                    <a:pt x="287" y="1"/>
                  </a:moveTo>
                  <a:cubicBezTo>
                    <a:pt x="120" y="13"/>
                    <a:pt x="1" y="144"/>
                    <a:pt x="1" y="299"/>
                  </a:cubicBezTo>
                  <a:cubicBezTo>
                    <a:pt x="1" y="358"/>
                    <a:pt x="13" y="406"/>
                    <a:pt x="48" y="430"/>
                  </a:cubicBezTo>
                  <a:cubicBezTo>
                    <a:pt x="60" y="453"/>
                    <a:pt x="72" y="477"/>
                    <a:pt x="84" y="489"/>
                  </a:cubicBezTo>
                  <a:cubicBezTo>
                    <a:pt x="144" y="537"/>
                    <a:pt x="227" y="561"/>
                    <a:pt x="298" y="561"/>
                  </a:cubicBezTo>
                  <a:lnTo>
                    <a:pt x="346" y="561"/>
                  </a:lnTo>
                  <a:cubicBezTo>
                    <a:pt x="489" y="549"/>
                    <a:pt x="584" y="442"/>
                    <a:pt x="596" y="311"/>
                  </a:cubicBezTo>
                  <a:lnTo>
                    <a:pt x="596" y="275"/>
                  </a:lnTo>
                  <a:cubicBezTo>
                    <a:pt x="596" y="132"/>
                    <a:pt x="477" y="13"/>
                    <a:pt x="31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22"/>
            <p:cNvSpPr/>
            <p:nvPr/>
          </p:nvSpPr>
          <p:spPr>
            <a:xfrm>
              <a:off x="6251950" y="2719800"/>
              <a:ext cx="14925" cy="14925"/>
            </a:xfrm>
            <a:custGeom>
              <a:avLst/>
              <a:gdLst/>
              <a:ahLst/>
              <a:cxnLst/>
              <a:rect l="l" t="t" r="r" b="b"/>
              <a:pathLst>
                <a:path w="597" h="597" extrusionOk="0">
                  <a:moveTo>
                    <a:pt x="287" y="1"/>
                  </a:moveTo>
                  <a:cubicBezTo>
                    <a:pt x="191" y="1"/>
                    <a:pt x="120" y="37"/>
                    <a:pt x="60" y="120"/>
                  </a:cubicBezTo>
                  <a:cubicBezTo>
                    <a:pt x="13" y="179"/>
                    <a:pt x="1" y="239"/>
                    <a:pt x="1" y="310"/>
                  </a:cubicBezTo>
                  <a:cubicBezTo>
                    <a:pt x="1" y="394"/>
                    <a:pt x="49" y="477"/>
                    <a:pt x="108" y="537"/>
                  </a:cubicBezTo>
                  <a:cubicBezTo>
                    <a:pt x="168" y="572"/>
                    <a:pt x="227" y="596"/>
                    <a:pt x="299" y="596"/>
                  </a:cubicBezTo>
                  <a:cubicBezTo>
                    <a:pt x="406" y="572"/>
                    <a:pt x="477" y="549"/>
                    <a:pt x="525" y="501"/>
                  </a:cubicBezTo>
                  <a:cubicBezTo>
                    <a:pt x="549" y="477"/>
                    <a:pt x="560" y="441"/>
                    <a:pt x="584" y="394"/>
                  </a:cubicBezTo>
                  <a:cubicBezTo>
                    <a:pt x="596" y="370"/>
                    <a:pt x="596" y="322"/>
                    <a:pt x="596" y="275"/>
                  </a:cubicBezTo>
                  <a:cubicBezTo>
                    <a:pt x="596" y="156"/>
                    <a:pt x="525" y="72"/>
                    <a:pt x="430" y="25"/>
                  </a:cubicBezTo>
                  <a:lnTo>
                    <a:pt x="418" y="25"/>
                  </a:lnTo>
                  <a:cubicBezTo>
                    <a:pt x="370" y="13"/>
                    <a:pt x="322" y="1"/>
                    <a:pt x="28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22"/>
            <p:cNvSpPr/>
            <p:nvPr/>
          </p:nvSpPr>
          <p:spPr>
            <a:xfrm>
              <a:off x="6174575" y="2838875"/>
              <a:ext cx="14900" cy="14300"/>
            </a:xfrm>
            <a:custGeom>
              <a:avLst/>
              <a:gdLst/>
              <a:ahLst/>
              <a:cxnLst/>
              <a:rect l="l" t="t" r="r" b="b"/>
              <a:pathLst>
                <a:path w="596" h="572" extrusionOk="0">
                  <a:moveTo>
                    <a:pt x="286" y="0"/>
                  </a:moveTo>
                  <a:cubicBezTo>
                    <a:pt x="131" y="12"/>
                    <a:pt x="0" y="131"/>
                    <a:pt x="0" y="298"/>
                  </a:cubicBezTo>
                  <a:cubicBezTo>
                    <a:pt x="0" y="405"/>
                    <a:pt x="72" y="500"/>
                    <a:pt x="179" y="548"/>
                  </a:cubicBezTo>
                  <a:cubicBezTo>
                    <a:pt x="215" y="560"/>
                    <a:pt x="262" y="572"/>
                    <a:pt x="310" y="572"/>
                  </a:cubicBezTo>
                  <a:cubicBezTo>
                    <a:pt x="477" y="572"/>
                    <a:pt x="596" y="441"/>
                    <a:pt x="596" y="274"/>
                  </a:cubicBezTo>
                  <a:cubicBezTo>
                    <a:pt x="596" y="191"/>
                    <a:pt x="548" y="108"/>
                    <a:pt x="488" y="72"/>
                  </a:cubicBezTo>
                  <a:cubicBezTo>
                    <a:pt x="429" y="24"/>
                    <a:pt x="369" y="0"/>
                    <a:pt x="28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22"/>
            <p:cNvSpPr/>
            <p:nvPr/>
          </p:nvSpPr>
          <p:spPr>
            <a:xfrm>
              <a:off x="6164450" y="2236725"/>
              <a:ext cx="14600" cy="14600"/>
            </a:xfrm>
            <a:custGeom>
              <a:avLst/>
              <a:gdLst/>
              <a:ahLst/>
              <a:cxnLst/>
              <a:rect l="l" t="t" r="r" b="b"/>
              <a:pathLst>
                <a:path w="584" h="584" extrusionOk="0">
                  <a:moveTo>
                    <a:pt x="286" y="0"/>
                  </a:moveTo>
                  <a:cubicBezTo>
                    <a:pt x="120" y="0"/>
                    <a:pt x="0" y="131"/>
                    <a:pt x="0" y="298"/>
                  </a:cubicBezTo>
                  <a:cubicBezTo>
                    <a:pt x="0" y="464"/>
                    <a:pt x="131" y="583"/>
                    <a:pt x="298" y="583"/>
                  </a:cubicBezTo>
                  <a:cubicBezTo>
                    <a:pt x="465" y="583"/>
                    <a:pt x="584" y="453"/>
                    <a:pt x="584" y="286"/>
                  </a:cubicBezTo>
                  <a:cubicBezTo>
                    <a:pt x="584" y="119"/>
                    <a:pt x="453" y="0"/>
                    <a:pt x="28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22"/>
            <p:cNvSpPr/>
            <p:nvPr/>
          </p:nvSpPr>
          <p:spPr>
            <a:xfrm>
              <a:off x="5982275" y="2068825"/>
              <a:ext cx="14325" cy="14625"/>
            </a:xfrm>
            <a:custGeom>
              <a:avLst/>
              <a:gdLst/>
              <a:ahLst/>
              <a:cxnLst/>
              <a:rect l="l" t="t" r="r" b="b"/>
              <a:pathLst>
                <a:path w="573" h="585" extrusionOk="0">
                  <a:moveTo>
                    <a:pt x="275" y="1"/>
                  </a:moveTo>
                  <a:cubicBezTo>
                    <a:pt x="132" y="25"/>
                    <a:pt x="1" y="144"/>
                    <a:pt x="1" y="299"/>
                  </a:cubicBezTo>
                  <a:cubicBezTo>
                    <a:pt x="1" y="465"/>
                    <a:pt x="132" y="584"/>
                    <a:pt x="298" y="584"/>
                  </a:cubicBezTo>
                  <a:cubicBezTo>
                    <a:pt x="453" y="584"/>
                    <a:pt x="572" y="453"/>
                    <a:pt x="572" y="287"/>
                  </a:cubicBezTo>
                  <a:cubicBezTo>
                    <a:pt x="572" y="120"/>
                    <a:pt x="441" y="1"/>
                    <a:pt x="27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22"/>
            <p:cNvSpPr/>
            <p:nvPr/>
          </p:nvSpPr>
          <p:spPr>
            <a:xfrm>
              <a:off x="6225775" y="1468775"/>
              <a:ext cx="14900" cy="14425"/>
            </a:xfrm>
            <a:custGeom>
              <a:avLst/>
              <a:gdLst/>
              <a:ahLst/>
              <a:cxnLst/>
              <a:rect l="l" t="t" r="r" b="b"/>
              <a:pathLst>
                <a:path w="596" h="577" extrusionOk="0">
                  <a:moveTo>
                    <a:pt x="286" y="0"/>
                  </a:moveTo>
                  <a:cubicBezTo>
                    <a:pt x="262" y="0"/>
                    <a:pt x="226" y="12"/>
                    <a:pt x="214" y="12"/>
                  </a:cubicBezTo>
                  <a:cubicBezTo>
                    <a:pt x="167" y="36"/>
                    <a:pt x="143" y="48"/>
                    <a:pt x="107" y="71"/>
                  </a:cubicBezTo>
                  <a:cubicBezTo>
                    <a:pt x="48" y="131"/>
                    <a:pt x="0" y="214"/>
                    <a:pt x="24" y="298"/>
                  </a:cubicBezTo>
                  <a:cubicBezTo>
                    <a:pt x="24" y="333"/>
                    <a:pt x="36" y="357"/>
                    <a:pt x="36" y="393"/>
                  </a:cubicBezTo>
                  <a:cubicBezTo>
                    <a:pt x="60" y="464"/>
                    <a:pt x="107" y="512"/>
                    <a:pt x="167" y="536"/>
                  </a:cubicBezTo>
                  <a:cubicBezTo>
                    <a:pt x="214" y="572"/>
                    <a:pt x="262" y="572"/>
                    <a:pt x="322" y="572"/>
                  </a:cubicBezTo>
                  <a:cubicBezTo>
                    <a:pt x="338" y="575"/>
                    <a:pt x="352" y="576"/>
                    <a:pt x="365" y="576"/>
                  </a:cubicBezTo>
                  <a:cubicBezTo>
                    <a:pt x="400" y="576"/>
                    <a:pt x="426" y="565"/>
                    <a:pt x="453" y="548"/>
                  </a:cubicBezTo>
                  <a:cubicBezTo>
                    <a:pt x="536" y="512"/>
                    <a:pt x="595" y="417"/>
                    <a:pt x="595" y="310"/>
                  </a:cubicBezTo>
                  <a:lnTo>
                    <a:pt x="595" y="286"/>
                  </a:lnTo>
                  <a:cubicBezTo>
                    <a:pt x="595" y="214"/>
                    <a:pt x="572" y="155"/>
                    <a:pt x="524" y="107"/>
                  </a:cubicBezTo>
                  <a:cubicBezTo>
                    <a:pt x="464" y="48"/>
                    <a:pt x="393" y="0"/>
                    <a:pt x="28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22"/>
            <p:cNvSpPr/>
            <p:nvPr/>
          </p:nvSpPr>
          <p:spPr>
            <a:xfrm>
              <a:off x="6000750" y="1963775"/>
              <a:ext cx="14600" cy="14300"/>
            </a:xfrm>
            <a:custGeom>
              <a:avLst/>
              <a:gdLst/>
              <a:ahLst/>
              <a:cxnLst/>
              <a:rect l="l" t="t" r="r" b="b"/>
              <a:pathLst>
                <a:path w="584" h="572" extrusionOk="0">
                  <a:moveTo>
                    <a:pt x="286" y="0"/>
                  </a:moveTo>
                  <a:cubicBezTo>
                    <a:pt x="238" y="0"/>
                    <a:pt x="191" y="12"/>
                    <a:pt x="167" y="24"/>
                  </a:cubicBezTo>
                  <a:cubicBezTo>
                    <a:pt x="60" y="72"/>
                    <a:pt x="0" y="167"/>
                    <a:pt x="0" y="298"/>
                  </a:cubicBezTo>
                  <a:cubicBezTo>
                    <a:pt x="0" y="322"/>
                    <a:pt x="12" y="369"/>
                    <a:pt x="12" y="393"/>
                  </a:cubicBezTo>
                  <a:cubicBezTo>
                    <a:pt x="60" y="500"/>
                    <a:pt x="167" y="572"/>
                    <a:pt x="286" y="572"/>
                  </a:cubicBezTo>
                  <a:lnTo>
                    <a:pt x="298" y="572"/>
                  </a:lnTo>
                  <a:cubicBezTo>
                    <a:pt x="417" y="572"/>
                    <a:pt x="512" y="500"/>
                    <a:pt x="548" y="393"/>
                  </a:cubicBezTo>
                  <a:cubicBezTo>
                    <a:pt x="572" y="345"/>
                    <a:pt x="583" y="310"/>
                    <a:pt x="583" y="262"/>
                  </a:cubicBezTo>
                  <a:cubicBezTo>
                    <a:pt x="583" y="202"/>
                    <a:pt x="572" y="143"/>
                    <a:pt x="524" y="95"/>
                  </a:cubicBezTo>
                  <a:cubicBezTo>
                    <a:pt x="464" y="36"/>
                    <a:pt x="393" y="0"/>
                    <a:pt x="28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22"/>
            <p:cNvSpPr/>
            <p:nvPr/>
          </p:nvSpPr>
          <p:spPr>
            <a:xfrm>
              <a:off x="6232600" y="2329000"/>
              <a:ext cx="14925" cy="14900"/>
            </a:xfrm>
            <a:custGeom>
              <a:avLst/>
              <a:gdLst/>
              <a:ahLst/>
              <a:cxnLst/>
              <a:rect l="l" t="t" r="r" b="b"/>
              <a:pathLst>
                <a:path w="597" h="596" extrusionOk="0">
                  <a:moveTo>
                    <a:pt x="251" y="0"/>
                  </a:moveTo>
                  <a:cubicBezTo>
                    <a:pt x="108" y="36"/>
                    <a:pt x="1" y="155"/>
                    <a:pt x="13" y="298"/>
                  </a:cubicBezTo>
                  <a:lnTo>
                    <a:pt x="13" y="310"/>
                  </a:lnTo>
                  <a:cubicBezTo>
                    <a:pt x="25" y="488"/>
                    <a:pt x="168" y="595"/>
                    <a:pt x="311" y="595"/>
                  </a:cubicBezTo>
                  <a:cubicBezTo>
                    <a:pt x="382" y="595"/>
                    <a:pt x="465" y="572"/>
                    <a:pt x="501" y="500"/>
                  </a:cubicBezTo>
                  <a:cubicBezTo>
                    <a:pt x="561" y="452"/>
                    <a:pt x="596" y="369"/>
                    <a:pt x="596" y="286"/>
                  </a:cubicBezTo>
                  <a:cubicBezTo>
                    <a:pt x="596" y="119"/>
                    <a:pt x="453" y="0"/>
                    <a:pt x="299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22"/>
            <p:cNvSpPr/>
            <p:nvPr/>
          </p:nvSpPr>
          <p:spPr>
            <a:xfrm>
              <a:off x="6047175" y="2542100"/>
              <a:ext cx="14900" cy="14625"/>
            </a:xfrm>
            <a:custGeom>
              <a:avLst/>
              <a:gdLst/>
              <a:ahLst/>
              <a:cxnLst/>
              <a:rect l="l" t="t" r="r" b="b"/>
              <a:pathLst>
                <a:path w="596" h="585" extrusionOk="0">
                  <a:moveTo>
                    <a:pt x="298" y="1"/>
                  </a:moveTo>
                  <a:cubicBezTo>
                    <a:pt x="143" y="1"/>
                    <a:pt x="0" y="156"/>
                    <a:pt x="24" y="299"/>
                  </a:cubicBezTo>
                  <a:cubicBezTo>
                    <a:pt x="24" y="465"/>
                    <a:pt x="155" y="584"/>
                    <a:pt x="322" y="584"/>
                  </a:cubicBezTo>
                  <a:cubicBezTo>
                    <a:pt x="477" y="584"/>
                    <a:pt x="596" y="453"/>
                    <a:pt x="596" y="287"/>
                  </a:cubicBezTo>
                  <a:cubicBezTo>
                    <a:pt x="596" y="120"/>
                    <a:pt x="465" y="1"/>
                    <a:pt x="298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22"/>
            <p:cNvSpPr/>
            <p:nvPr/>
          </p:nvSpPr>
          <p:spPr>
            <a:xfrm>
              <a:off x="6294225" y="2244150"/>
              <a:ext cx="14900" cy="14650"/>
            </a:xfrm>
            <a:custGeom>
              <a:avLst/>
              <a:gdLst/>
              <a:ahLst/>
              <a:cxnLst/>
              <a:rect l="l" t="t" r="r" b="b"/>
              <a:pathLst>
                <a:path w="596" h="586" extrusionOk="0">
                  <a:moveTo>
                    <a:pt x="298" y="1"/>
                  </a:moveTo>
                  <a:cubicBezTo>
                    <a:pt x="143" y="1"/>
                    <a:pt x="1" y="156"/>
                    <a:pt x="24" y="298"/>
                  </a:cubicBezTo>
                  <a:cubicBezTo>
                    <a:pt x="24" y="334"/>
                    <a:pt x="36" y="358"/>
                    <a:pt x="36" y="394"/>
                  </a:cubicBezTo>
                  <a:cubicBezTo>
                    <a:pt x="81" y="505"/>
                    <a:pt x="167" y="585"/>
                    <a:pt x="295" y="585"/>
                  </a:cubicBezTo>
                  <a:cubicBezTo>
                    <a:pt x="304" y="585"/>
                    <a:pt x="313" y="585"/>
                    <a:pt x="322" y="584"/>
                  </a:cubicBezTo>
                  <a:cubicBezTo>
                    <a:pt x="477" y="584"/>
                    <a:pt x="596" y="453"/>
                    <a:pt x="596" y="286"/>
                  </a:cubicBezTo>
                  <a:cubicBezTo>
                    <a:pt x="596" y="132"/>
                    <a:pt x="477" y="13"/>
                    <a:pt x="33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22"/>
            <p:cNvSpPr/>
            <p:nvPr/>
          </p:nvSpPr>
          <p:spPr>
            <a:xfrm>
              <a:off x="6151950" y="3747600"/>
              <a:ext cx="36625" cy="36350"/>
            </a:xfrm>
            <a:custGeom>
              <a:avLst/>
              <a:gdLst/>
              <a:ahLst/>
              <a:cxnLst/>
              <a:rect l="l" t="t" r="r" b="b"/>
              <a:pathLst>
                <a:path w="1465" h="1454" extrusionOk="0">
                  <a:moveTo>
                    <a:pt x="733" y="1"/>
                  </a:moveTo>
                  <a:cubicBezTo>
                    <a:pt x="723" y="1"/>
                    <a:pt x="713" y="1"/>
                    <a:pt x="703" y="1"/>
                  </a:cubicBezTo>
                  <a:cubicBezTo>
                    <a:pt x="548" y="1"/>
                    <a:pt x="393" y="84"/>
                    <a:pt x="274" y="168"/>
                  </a:cubicBezTo>
                  <a:cubicBezTo>
                    <a:pt x="191" y="227"/>
                    <a:pt x="119" y="323"/>
                    <a:pt x="72" y="418"/>
                  </a:cubicBezTo>
                  <a:cubicBezTo>
                    <a:pt x="24" y="525"/>
                    <a:pt x="0" y="632"/>
                    <a:pt x="12" y="751"/>
                  </a:cubicBezTo>
                  <a:cubicBezTo>
                    <a:pt x="24" y="1156"/>
                    <a:pt x="369" y="1454"/>
                    <a:pt x="774" y="1454"/>
                  </a:cubicBezTo>
                  <a:lnTo>
                    <a:pt x="846" y="1454"/>
                  </a:lnTo>
                  <a:cubicBezTo>
                    <a:pt x="965" y="1430"/>
                    <a:pt x="1072" y="1394"/>
                    <a:pt x="1155" y="1335"/>
                  </a:cubicBezTo>
                  <a:cubicBezTo>
                    <a:pt x="1346" y="1192"/>
                    <a:pt x="1465" y="989"/>
                    <a:pt x="1465" y="751"/>
                  </a:cubicBezTo>
                  <a:lnTo>
                    <a:pt x="1465" y="704"/>
                  </a:lnTo>
                  <a:cubicBezTo>
                    <a:pt x="1465" y="620"/>
                    <a:pt x="1441" y="525"/>
                    <a:pt x="1405" y="442"/>
                  </a:cubicBezTo>
                  <a:cubicBezTo>
                    <a:pt x="1290" y="176"/>
                    <a:pt x="1041" y="1"/>
                    <a:pt x="73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1" name="Google Shape;3061;p22"/>
          <p:cNvGrpSpPr/>
          <p:nvPr/>
        </p:nvGrpSpPr>
        <p:grpSpPr>
          <a:xfrm flipH="1">
            <a:off x="7237610" y="44"/>
            <a:ext cx="1906399" cy="5143420"/>
            <a:chOff x="5970375" y="1301775"/>
            <a:chExt cx="1053725" cy="2842925"/>
          </a:xfrm>
        </p:grpSpPr>
        <p:sp>
          <p:nvSpPr>
            <p:cNvPr id="3062" name="Google Shape;3062;p22"/>
            <p:cNvSpPr/>
            <p:nvPr/>
          </p:nvSpPr>
          <p:spPr>
            <a:xfrm>
              <a:off x="6219225" y="199532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12" y="0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22"/>
            <p:cNvSpPr/>
            <p:nvPr/>
          </p:nvSpPr>
          <p:spPr>
            <a:xfrm>
              <a:off x="6136175" y="2102475"/>
              <a:ext cx="53900" cy="152425"/>
            </a:xfrm>
            <a:custGeom>
              <a:avLst/>
              <a:gdLst/>
              <a:ahLst/>
              <a:cxnLst/>
              <a:rect l="l" t="t" r="r" b="b"/>
              <a:pathLst>
                <a:path w="2156" h="6097" extrusionOk="0">
                  <a:moveTo>
                    <a:pt x="2155" y="0"/>
                  </a:moveTo>
                  <a:lnTo>
                    <a:pt x="1834" y="48"/>
                  </a:lnTo>
                  <a:lnTo>
                    <a:pt x="0" y="6001"/>
                  </a:lnTo>
                  <a:cubicBezTo>
                    <a:pt x="119" y="6001"/>
                    <a:pt x="215" y="6037"/>
                    <a:pt x="298" y="6096"/>
                  </a:cubicBezTo>
                  <a:lnTo>
                    <a:pt x="215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22"/>
            <p:cNvSpPr/>
            <p:nvPr/>
          </p:nvSpPr>
          <p:spPr>
            <a:xfrm>
              <a:off x="6184700" y="2002450"/>
              <a:ext cx="34250" cy="92900"/>
            </a:xfrm>
            <a:custGeom>
              <a:avLst/>
              <a:gdLst/>
              <a:ahLst/>
              <a:cxnLst/>
              <a:rect l="l" t="t" r="r" b="b"/>
              <a:pathLst>
                <a:path w="1370" h="3716" extrusionOk="0">
                  <a:moveTo>
                    <a:pt x="1143" y="1"/>
                  </a:moveTo>
                  <a:lnTo>
                    <a:pt x="0" y="3716"/>
                  </a:lnTo>
                  <a:lnTo>
                    <a:pt x="333" y="3692"/>
                  </a:lnTo>
                  <a:lnTo>
                    <a:pt x="1369" y="322"/>
                  </a:lnTo>
                  <a:lnTo>
                    <a:pt x="1226" y="13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22"/>
            <p:cNvSpPr/>
            <p:nvPr/>
          </p:nvSpPr>
          <p:spPr>
            <a:xfrm>
              <a:off x="6221900" y="19971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22"/>
            <p:cNvSpPr/>
            <p:nvPr/>
          </p:nvSpPr>
          <p:spPr>
            <a:xfrm>
              <a:off x="6312675" y="2223325"/>
              <a:ext cx="108075" cy="243800"/>
            </a:xfrm>
            <a:custGeom>
              <a:avLst/>
              <a:gdLst/>
              <a:ahLst/>
              <a:cxnLst/>
              <a:rect l="l" t="t" r="r" b="b"/>
              <a:pathLst>
                <a:path w="4323" h="9752" extrusionOk="0">
                  <a:moveTo>
                    <a:pt x="215" y="0"/>
                  </a:moveTo>
                  <a:lnTo>
                    <a:pt x="1" y="298"/>
                  </a:lnTo>
                  <a:lnTo>
                    <a:pt x="4001" y="9704"/>
                  </a:lnTo>
                  <a:lnTo>
                    <a:pt x="4061" y="9751"/>
                  </a:lnTo>
                  <a:cubicBezTo>
                    <a:pt x="4132" y="9692"/>
                    <a:pt x="4227" y="9656"/>
                    <a:pt x="4323" y="9656"/>
                  </a:cubicBezTo>
                  <a:lnTo>
                    <a:pt x="21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22"/>
            <p:cNvSpPr/>
            <p:nvPr/>
          </p:nvSpPr>
          <p:spPr>
            <a:xfrm>
              <a:off x="6255225" y="2095025"/>
              <a:ext cx="59275" cy="127725"/>
            </a:xfrm>
            <a:custGeom>
              <a:avLst/>
              <a:gdLst/>
              <a:ahLst/>
              <a:cxnLst/>
              <a:rect l="l" t="t" r="r" b="b"/>
              <a:pathLst>
                <a:path w="2371" h="5109" extrusionOk="0">
                  <a:moveTo>
                    <a:pt x="334" y="1"/>
                  </a:moveTo>
                  <a:lnTo>
                    <a:pt x="1" y="48"/>
                  </a:lnTo>
                  <a:lnTo>
                    <a:pt x="2144" y="5108"/>
                  </a:lnTo>
                  <a:lnTo>
                    <a:pt x="2370" y="4811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22"/>
            <p:cNvSpPr/>
            <p:nvPr/>
          </p:nvSpPr>
          <p:spPr>
            <a:xfrm>
              <a:off x="6215350" y="1997100"/>
              <a:ext cx="44675" cy="91100"/>
            </a:xfrm>
            <a:custGeom>
              <a:avLst/>
              <a:gdLst/>
              <a:ahLst/>
              <a:cxnLst/>
              <a:rect l="l" t="t" r="r" b="b"/>
              <a:pathLst>
                <a:path w="1787" h="3644" extrusionOk="0">
                  <a:moveTo>
                    <a:pt x="262" y="1"/>
                  </a:moveTo>
                  <a:lnTo>
                    <a:pt x="262" y="12"/>
                  </a:lnTo>
                  <a:lnTo>
                    <a:pt x="272" y="35"/>
                  </a:lnTo>
                  <a:lnTo>
                    <a:pt x="272" y="35"/>
                  </a:lnTo>
                  <a:cubicBezTo>
                    <a:pt x="270" y="22"/>
                    <a:pt x="267" y="10"/>
                    <a:pt x="262" y="1"/>
                  </a:cubicBezTo>
                  <a:close/>
                  <a:moveTo>
                    <a:pt x="272" y="35"/>
                  </a:moveTo>
                  <a:cubicBezTo>
                    <a:pt x="274" y="53"/>
                    <a:pt x="274" y="75"/>
                    <a:pt x="274" y="96"/>
                  </a:cubicBezTo>
                  <a:cubicBezTo>
                    <a:pt x="262" y="179"/>
                    <a:pt x="179" y="239"/>
                    <a:pt x="96" y="239"/>
                  </a:cubicBezTo>
                  <a:lnTo>
                    <a:pt x="0" y="227"/>
                  </a:lnTo>
                  <a:lnTo>
                    <a:pt x="143" y="536"/>
                  </a:lnTo>
                  <a:lnTo>
                    <a:pt x="1465" y="3644"/>
                  </a:lnTo>
                  <a:lnTo>
                    <a:pt x="1786" y="3620"/>
                  </a:lnTo>
                  <a:lnTo>
                    <a:pt x="272" y="35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22"/>
            <p:cNvSpPr/>
            <p:nvPr/>
          </p:nvSpPr>
          <p:spPr>
            <a:xfrm>
              <a:off x="6221300" y="1996500"/>
              <a:ext cx="625" cy="625"/>
            </a:xfrm>
            <a:custGeom>
              <a:avLst/>
              <a:gdLst/>
              <a:ahLst/>
              <a:cxnLst/>
              <a:rect l="l" t="t" r="r" b="b"/>
              <a:pathLst>
                <a:path w="25" h="25" extrusionOk="0">
                  <a:moveTo>
                    <a:pt x="1" y="1"/>
                  </a:moveTo>
                  <a:cubicBezTo>
                    <a:pt x="1" y="13"/>
                    <a:pt x="1" y="13"/>
                    <a:pt x="24" y="25"/>
                  </a:cubicBezTo>
                  <a:cubicBezTo>
                    <a:pt x="24" y="13"/>
                    <a:pt x="1" y="13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22"/>
            <p:cNvSpPr/>
            <p:nvPr/>
          </p:nvSpPr>
          <p:spPr>
            <a:xfrm>
              <a:off x="6220700" y="1995900"/>
              <a:ext cx="325" cy="625"/>
            </a:xfrm>
            <a:custGeom>
              <a:avLst/>
              <a:gdLst/>
              <a:ahLst/>
              <a:cxnLst/>
              <a:rect l="l" t="t" r="r" b="b"/>
              <a:pathLst>
                <a:path w="13" h="25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1" y="1"/>
                    <a:pt x="13" y="1"/>
                    <a:pt x="1" y="1"/>
                  </a:cubicBezTo>
                  <a:cubicBezTo>
                    <a:pt x="13" y="25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22"/>
            <p:cNvSpPr/>
            <p:nvPr/>
          </p:nvSpPr>
          <p:spPr>
            <a:xfrm>
              <a:off x="6218925" y="1995325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cubicBezTo>
                    <a:pt x="12" y="0"/>
                    <a:pt x="12" y="0"/>
                    <a:pt x="24" y="0"/>
                  </a:cubicBezTo>
                  <a:lnTo>
                    <a:pt x="0" y="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22"/>
            <p:cNvSpPr/>
            <p:nvPr/>
          </p:nvSpPr>
          <p:spPr>
            <a:xfrm>
              <a:off x="6231425" y="1302075"/>
              <a:ext cx="94675" cy="169400"/>
            </a:xfrm>
            <a:custGeom>
              <a:avLst/>
              <a:gdLst/>
              <a:ahLst/>
              <a:cxnLst/>
              <a:rect l="l" t="t" r="r" b="b"/>
              <a:pathLst>
                <a:path w="3787" h="6776" extrusionOk="0">
                  <a:moveTo>
                    <a:pt x="3429" y="1"/>
                  </a:moveTo>
                  <a:lnTo>
                    <a:pt x="0" y="6680"/>
                  </a:lnTo>
                  <a:cubicBezTo>
                    <a:pt x="36" y="6668"/>
                    <a:pt x="48" y="6668"/>
                    <a:pt x="72" y="6668"/>
                  </a:cubicBezTo>
                  <a:cubicBezTo>
                    <a:pt x="179" y="6668"/>
                    <a:pt x="250" y="6704"/>
                    <a:pt x="310" y="6775"/>
                  </a:cubicBezTo>
                  <a:lnTo>
                    <a:pt x="3787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22"/>
            <p:cNvSpPr/>
            <p:nvPr/>
          </p:nvSpPr>
          <p:spPr>
            <a:xfrm>
              <a:off x="6115625" y="1301775"/>
              <a:ext cx="69975" cy="103900"/>
            </a:xfrm>
            <a:custGeom>
              <a:avLst/>
              <a:gdLst/>
              <a:ahLst/>
              <a:cxnLst/>
              <a:rect l="l" t="t" r="r" b="b"/>
              <a:pathLst>
                <a:path w="2799" h="4156" extrusionOk="0">
                  <a:moveTo>
                    <a:pt x="2430" y="1"/>
                  </a:moveTo>
                  <a:lnTo>
                    <a:pt x="37" y="4037"/>
                  </a:lnTo>
                  <a:cubicBezTo>
                    <a:pt x="25" y="4061"/>
                    <a:pt x="1" y="4108"/>
                    <a:pt x="25" y="4156"/>
                  </a:cubicBezTo>
                  <a:cubicBezTo>
                    <a:pt x="84" y="4132"/>
                    <a:pt x="156" y="4120"/>
                    <a:pt x="215" y="4120"/>
                  </a:cubicBezTo>
                  <a:lnTo>
                    <a:pt x="346" y="4120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22"/>
            <p:cNvSpPr/>
            <p:nvPr/>
          </p:nvSpPr>
          <p:spPr>
            <a:xfrm>
              <a:off x="5970675" y="1427100"/>
              <a:ext cx="136650" cy="81875"/>
            </a:xfrm>
            <a:custGeom>
              <a:avLst/>
              <a:gdLst/>
              <a:ahLst/>
              <a:cxnLst/>
              <a:rect l="l" t="t" r="r" b="b"/>
              <a:pathLst>
                <a:path w="5466" h="3275" extrusionOk="0">
                  <a:moveTo>
                    <a:pt x="5323" y="0"/>
                  </a:moveTo>
                  <a:lnTo>
                    <a:pt x="0" y="2917"/>
                  </a:lnTo>
                  <a:lnTo>
                    <a:pt x="0" y="3274"/>
                  </a:lnTo>
                  <a:lnTo>
                    <a:pt x="5465" y="286"/>
                  </a:lnTo>
                  <a:cubicBezTo>
                    <a:pt x="5406" y="191"/>
                    <a:pt x="5358" y="107"/>
                    <a:pt x="5323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22"/>
            <p:cNvSpPr/>
            <p:nvPr/>
          </p:nvSpPr>
          <p:spPr>
            <a:xfrm>
              <a:off x="6136175" y="1427100"/>
              <a:ext cx="92600" cy="51500"/>
            </a:xfrm>
            <a:custGeom>
              <a:avLst/>
              <a:gdLst/>
              <a:ahLst/>
              <a:cxnLst/>
              <a:rect l="l" t="t" r="r" b="b"/>
              <a:pathLst>
                <a:path w="3704" h="2060" extrusionOk="0">
                  <a:moveTo>
                    <a:pt x="131" y="0"/>
                  </a:moveTo>
                  <a:cubicBezTo>
                    <a:pt x="108" y="107"/>
                    <a:pt x="60" y="214"/>
                    <a:pt x="0" y="286"/>
                  </a:cubicBezTo>
                  <a:lnTo>
                    <a:pt x="3632" y="2060"/>
                  </a:lnTo>
                  <a:cubicBezTo>
                    <a:pt x="3620" y="2024"/>
                    <a:pt x="3620" y="2000"/>
                    <a:pt x="3620" y="1965"/>
                  </a:cubicBezTo>
                  <a:cubicBezTo>
                    <a:pt x="3608" y="1881"/>
                    <a:pt x="3644" y="1798"/>
                    <a:pt x="3703" y="1738"/>
                  </a:cubicBezTo>
                  <a:lnTo>
                    <a:pt x="13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22"/>
            <p:cNvSpPr/>
            <p:nvPr/>
          </p:nvSpPr>
          <p:spPr>
            <a:xfrm>
              <a:off x="6237075" y="1476500"/>
              <a:ext cx="274475" cy="138425"/>
            </a:xfrm>
            <a:custGeom>
              <a:avLst/>
              <a:gdLst/>
              <a:ahLst/>
              <a:cxnLst/>
              <a:rect l="l" t="t" r="r" b="b"/>
              <a:pathLst>
                <a:path w="10979" h="5537" extrusionOk="0">
                  <a:moveTo>
                    <a:pt x="167" y="1"/>
                  </a:moveTo>
                  <a:cubicBezTo>
                    <a:pt x="143" y="108"/>
                    <a:pt x="84" y="203"/>
                    <a:pt x="1" y="239"/>
                  </a:cubicBezTo>
                  <a:cubicBezTo>
                    <a:pt x="12" y="263"/>
                    <a:pt x="12" y="274"/>
                    <a:pt x="12" y="286"/>
                  </a:cubicBezTo>
                  <a:lnTo>
                    <a:pt x="10847" y="5537"/>
                  </a:lnTo>
                  <a:cubicBezTo>
                    <a:pt x="10859" y="5442"/>
                    <a:pt x="10907" y="5335"/>
                    <a:pt x="10978" y="5263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22"/>
            <p:cNvSpPr/>
            <p:nvPr/>
          </p:nvSpPr>
          <p:spPr>
            <a:xfrm>
              <a:off x="6132900" y="1482450"/>
              <a:ext cx="104800" cy="217325"/>
            </a:xfrm>
            <a:custGeom>
              <a:avLst/>
              <a:gdLst/>
              <a:ahLst/>
              <a:cxnLst/>
              <a:rect l="l" t="t" r="r" b="b"/>
              <a:pathLst>
                <a:path w="4192" h="8693" extrusionOk="0">
                  <a:moveTo>
                    <a:pt x="3918" y="1"/>
                  </a:moveTo>
                  <a:lnTo>
                    <a:pt x="3918" y="25"/>
                  </a:lnTo>
                  <a:lnTo>
                    <a:pt x="0" y="8549"/>
                  </a:lnTo>
                  <a:cubicBezTo>
                    <a:pt x="108" y="8573"/>
                    <a:pt x="191" y="8621"/>
                    <a:pt x="286" y="8692"/>
                  </a:cubicBezTo>
                  <a:lnTo>
                    <a:pt x="4179" y="144"/>
                  </a:lnTo>
                  <a:cubicBezTo>
                    <a:pt x="4191" y="108"/>
                    <a:pt x="4191" y="84"/>
                    <a:pt x="4191" y="48"/>
                  </a:cubicBezTo>
                  <a:cubicBezTo>
                    <a:pt x="4191" y="36"/>
                    <a:pt x="4191" y="25"/>
                    <a:pt x="4179" y="1"/>
                  </a:cubicBezTo>
                  <a:cubicBezTo>
                    <a:pt x="4132" y="25"/>
                    <a:pt x="4108" y="36"/>
                    <a:pt x="4060" y="36"/>
                  </a:cubicBezTo>
                  <a:cubicBezTo>
                    <a:pt x="4001" y="36"/>
                    <a:pt x="3953" y="25"/>
                    <a:pt x="3918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22"/>
            <p:cNvSpPr/>
            <p:nvPr/>
          </p:nvSpPr>
          <p:spPr>
            <a:xfrm>
              <a:off x="6007575" y="1728325"/>
              <a:ext cx="116725" cy="237850"/>
            </a:xfrm>
            <a:custGeom>
              <a:avLst/>
              <a:gdLst/>
              <a:ahLst/>
              <a:cxnLst/>
              <a:rect l="l" t="t" r="r" b="b"/>
              <a:pathLst>
                <a:path w="4669" h="9514" extrusionOk="0">
                  <a:moveTo>
                    <a:pt x="4370" y="0"/>
                  </a:moveTo>
                  <a:lnTo>
                    <a:pt x="1" y="9406"/>
                  </a:lnTo>
                  <a:cubicBezTo>
                    <a:pt x="96" y="9418"/>
                    <a:pt x="191" y="9442"/>
                    <a:pt x="251" y="9513"/>
                  </a:cubicBezTo>
                  <a:cubicBezTo>
                    <a:pt x="263" y="9513"/>
                    <a:pt x="299" y="9501"/>
                    <a:pt x="310" y="9501"/>
                  </a:cubicBezTo>
                  <a:lnTo>
                    <a:pt x="4668" y="119"/>
                  </a:lnTo>
                  <a:cubicBezTo>
                    <a:pt x="4561" y="107"/>
                    <a:pt x="4466" y="60"/>
                    <a:pt x="437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22"/>
            <p:cNvSpPr/>
            <p:nvPr/>
          </p:nvSpPr>
          <p:spPr>
            <a:xfrm>
              <a:off x="6143900" y="1616400"/>
              <a:ext cx="367050" cy="96175"/>
            </a:xfrm>
            <a:custGeom>
              <a:avLst/>
              <a:gdLst/>
              <a:ahLst/>
              <a:cxnLst/>
              <a:rect l="l" t="t" r="r" b="b"/>
              <a:pathLst>
                <a:path w="14682" h="3847" extrusionOk="0">
                  <a:moveTo>
                    <a:pt x="14574" y="0"/>
                  </a:moveTo>
                  <a:lnTo>
                    <a:pt x="1" y="3549"/>
                  </a:lnTo>
                  <a:cubicBezTo>
                    <a:pt x="49" y="3632"/>
                    <a:pt x="84" y="3739"/>
                    <a:pt x="96" y="3846"/>
                  </a:cubicBezTo>
                  <a:lnTo>
                    <a:pt x="14681" y="298"/>
                  </a:lnTo>
                  <a:cubicBezTo>
                    <a:pt x="14610" y="227"/>
                    <a:pt x="14574" y="120"/>
                    <a:pt x="1457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22"/>
            <p:cNvSpPr/>
            <p:nvPr/>
          </p:nvSpPr>
          <p:spPr>
            <a:xfrm>
              <a:off x="5970375" y="1714025"/>
              <a:ext cx="140525" cy="44075"/>
            </a:xfrm>
            <a:custGeom>
              <a:avLst/>
              <a:gdLst/>
              <a:ahLst/>
              <a:cxnLst/>
              <a:rect l="l" t="t" r="r" b="b"/>
              <a:pathLst>
                <a:path w="5621" h="1763" extrusionOk="0">
                  <a:moveTo>
                    <a:pt x="5561" y="1"/>
                  </a:moveTo>
                  <a:lnTo>
                    <a:pt x="1" y="1441"/>
                  </a:lnTo>
                  <a:lnTo>
                    <a:pt x="1" y="1763"/>
                  </a:lnTo>
                  <a:lnTo>
                    <a:pt x="5620" y="298"/>
                  </a:lnTo>
                  <a:cubicBezTo>
                    <a:pt x="5597" y="203"/>
                    <a:pt x="5561" y="120"/>
                    <a:pt x="556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22"/>
            <p:cNvSpPr/>
            <p:nvPr/>
          </p:nvSpPr>
          <p:spPr>
            <a:xfrm>
              <a:off x="5970675" y="1973575"/>
              <a:ext cx="37525" cy="103625"/>
            </a:xfrm>
            <a:custGeom>
              <a:avLst/>
              <a:gdLst/>
              <a:ahLst/>
              <a:cxnLst/>
              <a:rect l="l" t="t" r="r" b="b"/>
              <a:pathLst>
                <a:path w="1501" h="4145" extrusionOk="0">
                  <a:moveTo>
                    <a:pt x="1239" y="1"/>
                  </a:moveTo>
                  <a:lnTo>
                    <a:pt x="0" y="3251"/>
                  </a:lnTo>
                  <a:lnTo>
                    <a:pt x="0" y="4144"/>
                  </a:lnTo>
                  <a:lnTo>
                    <a:pt x="1501" y="180"/>
                  </a:lnTo>
                  <a:cubicBezTo>
                    <a:pt x="1382" y="180"/>
                    <a:pt x="1274" y="108"/>
                    <a:pt x="123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22"/>
            <p:cNvSpPr/>
            <p:nvPr/>
          </p:nvSpPr>
          <p:spPr>
            <a:xfrm>
              <a:off x="5970675" y="1952450"/>
              <a:ext cx="34250" cy="18775"/>
            </a:xfrm>
            <a:custGeom>
              <a:avLst/>
              <a:gdLst/>
              <a:ahLst/>
              <a:cxnLst/>
              <a:rect l="l" t="t" r="r" b="b"/>
              <a:pathLst>
                <a:path w="1370" h="751" extrusionOk="0">
                  <a:moveTo>
                    <a:pt x="0" y="1"/>
                  </a:moveTo>
                  <a:lnTo>
                    <a:pt x="0" y="322"/>
                  </a:lnTo>
                  <a:lnTo>
                    <a:pt x="1215" y="751"/>
                  </a:lnTo>
                  <a:cubicBezTo>
                    <a:pt x="1203" y="620"/>
                    <a:pt x="1263" y="525"/>
                    <a:pt x="1370" y="47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22"/>
            <p:cNvSpPr/>
            <p:nvPr/>
          </p:nvSpPr>
          <p:spPr>
            <a:xfrm>
              <a:off x="6014125" y="1966450"/>
              <a:ext cx="208100" cy="36925"/>
            </a:xfrm>
            <a:custGeom>
              <a:avLst/>
              <a:gdLst/>
              <a:ahLst/>
              <a:cxnLst/>
              <a:rect l="l" t="t" r="r" b="b"/>
              <a:pathLst>
                <a:path w="8324" h="1477" extrusionOk="0">
                  <a:moveTo>
                    <a:pt x="60" y="0"/>
                  </a:moveTo>
                  <a:cubicBezTo>
                    <a:pt x="37" y="0"/>
                    <a:pt x="13" y="0"/>
                    <a:pt x="1" y="24"/>
                  </a:cubicBezTo>
                  <a:cubicBezTo>
                    <a:pt x="48" y="60"/>
                    <a:pt x="60" y="119"/>
                    <a:pt x="72" y="203"/>
                  </a:cubicBezTo>
                  <a:cubicBezTo>
                    <a:pt x="72" y="238"/>
                    <a:pt x="60" y="286"/>
                    <a:pt x="48" y="334"/>
                  </a:cubicBezTo>
                  <a:lnTo>
                    <a:pt x="7978" y="1465"/>
                  </a:lnTo>
                  <a:lnTo>
                    <a:pt x="8073" y="1477"/>
                  </a:lnTo>
                  <a:lnTo>
                    <a:pt x="8145" y="1465"/>
                  </a:lnTo>
                  <a:cubicBezTo>
                    <a:pt x="8152" y="1466"/>
                    <a:pt x="8159" y="1466"/>
                    <a:pt x="8166" y="1466"/>
                  </a:cubicBezTo>
                  <a:cubicBezTo>
                    <a:pt x="8240" y="1466"/>
                    <a:pt x="8301" y="1410"/>
                    <a:pt x="8323" y="1334"/>
                  </a:cubicBezTo>
                  <a:cubicBezTo>
                    <a:pt x="8323" y="1298"/>
                    <a:pt x="8323" y="1262"/>
                    <a:pt x="8311" y="1238"/>
                  </a:cubicBezTo>
                  <a:cubicBezTo>
                    <a:pt x="8311" y="1227"/>
                    <a:pt x="8288" y="1227"/>
                    <a:pt x="8288" y="1215"/>
                  </a:cubicBezTo>
                  <a:lnTo>
                    <a:pt x="8276" y="1203"/>
                  </a:lnTo>
                  <a:lnTo>
                    <a:pt x="8264" y="1203"/>
                  </a:lnTo>
                  <a:lnTo>
                    <a:pt x="8252" y="1179"/>
                  </a:lnTo>
                  <a:lnTo>
                    <a:pt x="8228" y="1179"/>
                  </a:lnTo>
                  <a:cubicBezTo>
                    <a:pt x="8216" y="1179"/>
                    <a:pt x="8216" y="1179"/>
                    <a:pt x="8204" y="1167"/>
                  </a:cubicBezTo>
                  <a:lnTo>
                    <a:pt x="7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22"/>
            <p:cNvSpPr/>
            <p:nvPr/>
          </p:nvSpPr>
          <p:spPr>
            <a:xfrm>
              <a:off x="5982875" y="2070275"/>
              <a:ext cx="442350" cy="54550"/>
            </a:xfrm>
            <a:custGeom>
              <a:avLst/>
              <a:gdLst/>
              <a:ahLst/>
              <a:cxnLst/>
              <a:rect l="l" t="t" r="r" b="b"/>
              <a:pathLst>
                <a:path w="17694" h="2182" extrusionOk="0">
                  <a:moveTo>
                    <a:pt x="17669" y="0"/>
                  </a:moveTo>
                  <a:cubicBezTo>
                    <a:pt x="17651" y="0"/>
                    <a:pt x="17634" y="4"/>
                    <a:pt x="17617" y="11"/>
                  </a:cubicBezTo>
                  <a:lnTo>
                    <a:pt x="17617" y="11"/>
                  </a:lnTo>
                  <a:lnTo>
                    <a:pt x="17693" y="2"/>
                  </a:lnTo>
                  <a:cubicBezTo>
                    <a:pt x="17685" y="1"/>
                    <a:pt x="17677" y="0"/>
                    <a:pt x="17669" y="0"/>
                  </a:cubicBezTo>
                  <a:close/>
                  <a:moveTo>
                    <a:pt x="17617" y="11"/>
                  </a:moveTo>
                  <a:lnTo>
                    <a:pt x="11085" y="705"/>
                  </a:lnTo>
                  <a:lnTo>
                    <a:pt x="10764" y="741"/>
                  </a:lnTo>
                  <a:lnTo>
                    <a:pt x="8406" y="991"/>
                  </a:lnTo>
                  <a:lnTo>
                    <a:pt x="8073" y="1015"/>
                  </a:lnTo>
                  <a:lnTo>
                    <a:pt x="1" y="1884"/>
                  </a:lnTo>
                  <a:cubicBezTo>
                    <a:pt x="13" y="1955"/>
                    <a:pt x="36" y="2062"/>
                    <a:pt x="48" y="2181"/>
                  </a:cubicBezTo>
                  <a:lnTo>
                    <a:pt x="7966" y="1336"/>
                  </a:lnTo>
                  <a:lnTo>
                    <a:pt x="8311" y="1300"/>
                  </a:lnTo>
                  <a:lnTo>
                    <a:pt x="10895" y="1038"/>
                  </a:lnTo>
                  <a:lnTo>
                    <a:pt x="11228" y="1003"/>
                  </a:lnTo>
                  <a:lnTo>
                    <a:pt x="17336" y="348"/>
                  </a:lnTo>
                  <a:lnTo>
                    <a:pt x="17550" y="62"/>
                  </a:lnTo>
                  <a:cubicBezTo>
                    <a:pt x="17564" y="42"/>
                    <a:pt x="17588" y="22"/>
                    <a:pt x="17617" y="1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22"/>
            <p:cNvSpPr/>
            <p:nvPr/>
          </p:nvSpPr>
          <p:spPr>
            <a:xfrm>
              <a:off x="5975150" y="2142950"/>
              <a:ext cx="153600" cy="118500"/>
            </a:xfrm>
            <a:custGeom>
              <a:avLst/>
              <a:gdLst/>
              <a:ahLst/>
              <a:cxnLst/>
              <a:rect l="l" t="t" r="r" b="b"/>
              <a:pathLst>
                <a:path w="6144" h="4740" extrusionOk="0">
                  <a:moveTo>
                    <a:pt x="179" y="1"/>
                  </a:moveTo>
                  <a:cubicBezTo>
                    <a:pt x="131" y="96"/>
                    <a:pt x="60" y="179"/>
                    <a:pt x="0" y="251"/>
                  </a:cubicBezTo>
                  <a:lnTo>
                    <a:pt x="5965" y="4739"/>
                  </a:lnTo>
                  <a:cubicBezTo>
                    <a:pt x="6001" y="4644"/>
                    <a:pt x="6060" y="4561"/>
                    <a:pt x="6144" y="4477"/>
                  </a:cubicBezTo>
                  <a:lnTo>
                    <a:pt x="17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22"/>
            <p:cNvSpPr/>
            <p:nvPr/>
          </p:nvSpPr>
          <p:spPr>
            <a:xfrm>
              <a:off x="6230825" y="2337325"/>
              <a:ext cx="183375" cy="136050"/>
            </a:xfrm>
            <a:custGeom>
              <a:avLst/>
              <a:gdLst/>
              <a:ahLst/>
              <a:cxnLst/>
              <a:rect l="l" t="t" r="r" b="b"/>
              <a:pathLst>
                <a:path w="7335" h="5442" extrusionOk="0">
                  <a:moveTo>
                    <a:pt x="96" y="0"/>
                  </a:moveTo>
                  <a:lnTo>
                    <a:pt x="1" y="131"/>
                  </a:lnTo>
                  <a:lnTo>
                    <a:pt x="7156" y="5442"/>
                  </a:lnTo>
                  <a:cubicBezTo>
                    <a:pt x="7168" y="5334"/>
                    <a:pt x="7240" y="5251"/>
                    <a:pt x="7335" y="5191"/>
                  </a:cubicBezTo>
                  <a:lnTo>
                    <a:pt x="7275" y="5144"/>
                  </a:lnTo>
                  <a:lnTo>
                    <a:pt x="596" y="179"/>
                  </a:lnTo>
                  <a:cubicBezTo>
                    <a:pt x="548" y="215"/>
                    <a:pt x="477" y="250"/>
                    <a:pt x="393" y="262"/>
                  </a:cubicBezTo>
                  <a:cubicBezTo>
                    <a:pt x="239" y="262"/>
                    <a:pt x="120" y="155"/>
                    <a:pt x="9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22"/>
            <p:cNvSpPr/>
            <p:nvPr/>
          </p:nvSpPr>
          <p:spPr>
            <a:xfrm>
              <a:off x="6143325" y="2269750"/>
              <a:ext cx="85750" cy="66400"/>
            </a:xfrm>
            <a:custGeom>
              <a:avLst/>
              <a:gdLst/>
              <a:ahLst/>
              <a:cxnLst/>
              <a:rect l="l" t="t" r="r" b="b"/>
              <a:pathLst>
                <a:path w="3430" h="2656" extrusionOk="0">
                  <a:moveTo>
                    <a:pt x="203" y="1"/>
                  </a:moveTo>
                  <a:cubicBezTo>
                    <a:pt x="143" y="96"/>
                    <a:pt x="83" y="179"/>
                    <a:pt x="0" y="239"/>
                  </a:cubicBezTo>
                  <a:lnTo>
                    <a:pt x="3239" y="2656"/>
                  </a:lnTo>
                  <a:lnTo>
                    <a:pt x="3429" y="2406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22"/>
            <p:cNvSpPr/>
            <p:nvPr/>
          </p:nvSpPr>
          <p:spPr>
            <a:xfrm>
              <a:off x="6078425" y="2276900"/>
              <a:ext cx="62225" cy="254225"/>
            </a:xfrm>
            <a:custGeom>
              <a:avLst/>
              <a:gdLst/>
              <a:ahLst/>
              <a:cxnLst/>
              <a:rect l="l" t="t" r="r" b="b"/>
              <a:pathLst>
                <a:path w="2489" h="10169" extrusionOk="0">
                  <a:moveTo>
                    <a:pt x="2489" y="0"/>
                  </a:moveTo>
                  <a:cubicBezTo>
                    <a:pt x="2441" y="12"/>
                    <a:pt x="2382" y="36"/>
                    <a:pt x="2322" y="36"/>
                  </a:cubicBezTo>
                  <a:cubicBezTo>
                    <a:pt x="2287" y="36"/>
                    <a:pt x="2227" y="36"/>
                    <a:pt x="2179" y="12"/>
                  </a:cubicBezTo>
                  <a:lnTo>
                    <a:pt x="1" y="10168"/>
                  </a:lnTo>
                  <a:lnTo>
                    <a:pt x="1" y="10168"/>
                  </a:lnTo>
                  <a:lnTo>
                    <a:pt x="453" y="9561"/>
                  </a:lnTo>
                  <a:lnTo>
                    <a:pt x="2489" y="60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22"/>
            <p:cNvSpPr/>
            <p:nvPr/>
          </p:nvSpPr>
          <p:spPr>
            <a:xfrm>
              <a:off x="6173375" y="2632600"/>
              <a:ext cx="89325" cy="90200"/>
            </a:xfrm>
            <a:custGeom>
              <a:avLst/>
              <a:gdLst/>
              <a:ahLst/>
              <a:cxnLst/>
              <a:rect l="l" t="t" r="r" b="b"/>
              <a:pathLst>
                <a:path w="3573" h="3608" extrusionOk="0">
                  <a:moveTo>
                    <a:pt x="286" y="0"/>
                  </a:moveTo>
                  <a:lnTo>
                    <a:pt x="1" y="167"/>
                  </a:lnTo>
                  <a:lnTo>
                    <a:pt x="3215" y="3608"/>
                  </a:lnTo>
                  <a:cubicBezTo>
                    <a:pt x="3275" y="3525"/>
                    <a:pt x="3346" y="3501"/>
                    <a:pt x="3442" y="3489"/>
                  </a:cubicBezTo>
                  <a:cubicBezTo>
                    <a:pt x="3489" y="3489"/>
                    <a:pt x="3525" y="3501"/>
                    <a:pt x="3573" y="3513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22"/>
            <p:cNvSpPr/>
            <p:nvPr/>
          </p:nvSpPr>
          <p:spPr>
            <a:xfrm>
              <a:off x="6264450" y="2726650"/>
              <a:ext cx="124750" cy="133975"/>
            </a:xfrm>
            <a:custGeom>
              <a:avLst/>
              <a:gdLst/>
              <a:ahLst/>
              <a:cxnLst/>
              <a:rect l="l" t="t" r="r" b="b"/>
              <a:pathLst>
                <a:path w="4990" h="5359" extrusionOk="0">
                  <a:moveTo>
                    <a:pt x="168" y="1"/>
                  </a:moveTo>
                  <a:lnTo>
                    <a:pt x="96" y="120"/>
                  </a:lnTo>
                  <a:cubicBezTo>
                    <a:pt x="84" y="167"/>
                    <a:pt x="60" y="203"/>
                    <a:pt x="37" y="227"/>
                  </a:cubicBezTo>
                  <a:lnTo>
                    <a:pt x="1" y="275"/>
                  </a:lnTo>
                  <a:lnTo>
                    <a:pt x="4775" y="5359"/>
                  </a:lnTo>
                  <a:cubicBezTo>
                    <a:pt x="4811" y="5287"/>
                    <a:pt x="4906" y="5216"/>
                    <a:pt x="4990" y="5156"/>
                  </a:cubicBezTo>
                  <a:lnTo>
                    <a:pt x="16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22"/>
            <p:cNvSpPr/>
            <p:nvPr/>
          </p:nvSpPr>
          <p:spPr>
            <a:xfrm>
              <a:off x="6082000" y="2532575"/>
              <a:ext cx="92900" cy="98250"/>
            </a:xfrm>
            <a:custGeom>
              <a:avLst/>
              <a:gdLst/>
              <a:ahLst/>
              <a:cxnLst/>
              <a:rect l="l" t="t" r="r" b="b"/>
              <a:pathLst>
                <a:path w="3716" h="3930" extrusionOk="0">
                  <a:moveTo>
                    <a:pt x="191" y="1"/>
                  </a:moveTo>
                  <a:lnTo>
                    <a:pt x="0" y="263"/>
                  </a:lnTo>
                  <a:lnTo>
                    <a:pt x="3429" y="3930"/>
                  </a:lnTo>
                  <a:lnTo>
                    <a:pt x="3715" y="3763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22"/>
            <p:cNvSpPr/>
            <p:nvPr/>
          </p:nvSpPr>
          <p:spPr>
            <a:xfrm>
              <a:off x="5970975" y="2070325"/>
              <a:ext cx="455725" cy="618550"/>
            </a:xfrm>
            <a:custGeom>
              <a:avLst/>
              <a:gdLst/>
              <a:ahLst/>
              <a:cxnLst/>
              <a:rect l="l" t="t" r="r" b="b"/>
              <a:pathLst>
                <a:path w="18229" h="24742" extrusionOk="0">
                  <a:moveTo>
                    <a:pt x="18193" y="0"/>
                  </a:moveTo>
                  <a:cubicBezTo>
                    <a:pt x="18134" y="0"/>
                    <a:pt x="18074" y="12"/>
                    <a:pt x="18038" y="60"/>
                  </a:cubicBezTo>
                  <a:lnTo>
                    <a:pt x="17836" y="346"/>
                  </a:lnTo>
                  <a:lnTo>
                    <a:pt x="13752" y="5787"/>
                  </a:lnTo>
                  <a:lnTo>
                    <a:pt x="13526" y="6085"/>
                  </a:lnTo>
                  <a:lnTo>
                    <a:pt x="10323" y="10371"/>
                  </a:lnTo>
                  <a:lnTo>
                    <a:pt x="10133" y="10633"/>
                  </a:lnTo>
                  <a:lnTo>
                    <a:pt x="4763" y="17836"/>
                  </a:lnTo>
                  <a:lnTo>
                    <a:pt x="4322" y="18443"/>
                  </a:lnTo>
                  <a:lnTo>
                    <a:pt x="0" y="24218"/>
                  </a:lnTo>
                  <a:lnTo>
                    <a:pt x="0" y="24742"/>
                  </a:lnTo>
                  <a:lnTo>
                    <a:pt x="4465" y="18765"/>
                  </a:lnTo>
                  <a:lnTo>
                    <a:pt x="4656" y="18515"/>
                  </a:lnTo>
                  <a:lnTo>
                    <a:pt x="10371" y="10811"/>
                  </a:lnTo>
                  <a:lnTo>
                    <a:pt x="10478" y="10680"/>
                  </a:lnTo>
                  <a:lnTo>
                    <a:pt x="10478" y="10657"/>
                  </a:lnTo>
                  <a:cubicBezTo>
                    <a:pt x="10466" y="10514"/>
                    <a:pt x="10573" y="10395"/>
                    <a:pt x="10716" y="10359"/>
                  </a:cubicBezTo>
                  <a:lnTo>
                    <a:pt x="12966" y="7359"/>
                  </a:lnTo>
                  <a:cubicBezTo>
                    <a:pt x="12954" y="7323"/>
                    <a:pt x="12954" y="7299"/>
                    <a:pt x="12954" y="7263"/>
                  </a:cubicBezTo>
                  <a:cubicBezTo>
                    <a:pt x="12931" y="7109"/>
                    <a:pt x="13073" y="6966"/>
                    <a:pt x="13228" y="6966"/>
                  </a:cubicBezTo>
                  <a:lnTo>
                    <a:pt x="13264" y="6966"/>
                  </a:lnTo>
                  <a:lnTo>
                    <a:pt x="13669" y="6430"/>
                  </a:lnTo>
                  <a:lnTo>
                    <a:pt x="13883" y="6132"/>
                  </a:lnTo>
                  <a:lnTo>
                    <a:pt x="18229" y="310"/>
                  </a:lnTo>
                  <a:cubicBezTo>
                    <a:pt x="18193" y="239"/>
                    <a:pt x="18169" y="167"/>
                    <a:pt x="18169" y="96"/>
                  </a:cubicBezTo>
                  <a:cubicBezTo>
                    <a:pt x="18169" y="60"/>
                    <a:pt x="18169" y="36"/>
                    <a:pt x="18193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22"/>
            <p:cNvSpPr/>
            <p:nvPr/>
          </p:nvSpPr>
          <p:spPr>
            <a:xfrm>
              <a:off x="6432625" y="2473600"/>
              <a:ext cx="5700" cy="9000"/>
            </a:xfrm>
            <a:custGeom>
              <a:avLst/>
              <a:gdLst/>
              <a:ahLst/>
              <a:cxnLst/>
              <a:rect l="l" t="t" r="r" b="b"/>
              <a:pathLst>
                <a:path w="228" h="360" extrusionOk="0">
                  <a:moveTo>
                    <a:pt x="52" y="0"/>
                  </a:moveTo>
                  <a:cubicBezTo>
                    <a:pt x="43" y="0"/>
                    <a:pt x="34" y="1"/>
                    <a:pt x="25" y="2"/>
                  </a:cubicBezTo>
                  <a:cubicBezTo>
                    <a:pt x="37" y="50"/>
                    <a:pt x="49" y="98"/>
                    <a:pt x="49" y="157"/>
                  </a:cubicBezTo>
                  <a:cubicBezTo>
                    <a:pt x="49" y="217"/>
                    <a:pt x="37" y="288"/>
                    <a:pt x="1" y="360"/>
                  </a:cubicBezTo>
                  <a:lnTo>
                    <a:pt x="120" y="288"/>
                  </a:lnTo>
                  <a:cubicBezTo>
                    <a:pt x="203" y="241"/>
                    <a:pt x="227" y="157"/>
                    <a:pt x="180" y="86"/>
                  </a:cubicBezTo>
                  <a:cubicBezTo>
                    <a:pt x="159" y="34"/>
                    <a:pt x="111" y="0"/>
                    <a:pt x="5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22"/>
            <p:cNvSpPr/>
            <p:nvPr/>
          </p:nvSpPr>
          <p:spPr>
            <a:xfrm>
              <a:off x="5970675" y="2486150"/>
              <a:ext cx="441150" cy="271775"/>
            </a:xfrm>
            <a:custGeom>
              <a:avLst/>
              <a:gdLst/>
              <a:ahLst/>
              <a:cxnLst/>
              <a:rect l="l" t="t" r="r" b="b"/>
              <a:pathLst>
                <a:path w="17646" h="10871" extrusionOk="0">
                  <a:moveTo>
                    <a:pt x="17646" y="0"/>
                  </a:moveTo>
                  <a:lnTo>
                    <a:pt x="8180" y="5632"/>
                  </a:lnTo>
                  <a:lnTo>
                    <a:pt x="7906" y="5799"/>
                  </a:lnTo>
                  <a:lnTo>
                    <a:pt x="0" y="10502"/>
                  </a:lnTo>
                  <a:lnTo>
                    <a:pt x="0" y="10871"/>
                  </a:lnTo>
                  <a:lnTo>
                    <a:pt x="8121" y="6037"/>
                  </a:lnTo>
                  <a:lnTo>
                    <a:pt x="8406" y="5870"/>
                  </a:lnTo>
                  <a:lnTo>
                    <a:pt x="17288" y="572"/>
                  </a:lnTo>
                  <a:lnTo>
                    <a:pt x="17646" y="12"/>
                  </a:lnTo>
                  <a:lnTo>
                    <a:pt x="1764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22"/>
            <p:cNvSpPr/>
            <p:nvPr/>
          </p:nvSpPr>
          <p:spPr>
            <a:xfrm>
              <a:off x="5970675" y="2940975"/>
              <a:ext cx="97050" cy="144075"/>
            </a:xfrm>
            <a:custGeom>
              <a:avLst/>
              <a:gdLst/>
              <a:ahLst/>
              <a:cxnLst/>
              <a:rect l="l" t="t" r="r" b="b"/>
              <a:pathLst>
                <a:path w="3882" h="5763" extrusionOk="0">
                  <a:moveTo>
                    <a:pt x="0" y="0"/>
                  </a:moveTo>
                  <a:lnTo>
                    <a:pt x="0" y="560"/>
                  </a:lnTo>
                  <a:lnTo>
                    <a:pt x="3632" y="5763"/>
                  </a:lnTo>
                  <a:cubicBezTo>
                    <a:pt x="3703" y="5691"/>
                    <a:pt x="3775" y="5620"/>
                    <a:pt x="3882" y="55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22"/>
            <p:cNvSpPr/>
            <p:nvPr/>
          </p:nvSpPr>
          <p:spPr>
            <a:xfrm>
              <a:off x="6244225" y="2877875"/>
              <a:ext cx="142300" cy="98825"/>
            </a:xfrm>
            <a:custGeom>
              <a:avLst/>
              <a:gdLst/>
              <a:ahLst/>
              <a:cxnLst/>
              <a:rect l="l" t="t" r="r" b="b"/>
              <a:pathLst>
                <a:path w="5692" h="3953" extrusionOk="0">
                  <a:moveTo>
                    <a:pt x="5513" y="0"/>
                  </a:moveTo>
                  <a:lnTo>
                    <a:pt x="0" y="3846"/>
                  </a:lnTo>
                  <a:lnTo>
                    <a:pt x="393" y="3953"/>
                  </a:lnTo>
                  <a:lnTo>
                    <a:pt x="5668" y="274"/>
                  </a:lnTo>
                  <a:lnTo>
                    <a:pt x="5692" y="238"/>
                  </a:lnTo>
                  <a:cubicBezTo>
                    <a:pt x="5620" y="179"/>
                    <a:pt x="5561" y="83"/>
                    <a:pt x="5513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22"/>
            <p:cNvSpPr/>
            <p:nvPr/>
          </p:nvSpPr>
          <p:spPr>
            <a:xfrm>
              <a:off x="6087350" y="2980250"/>
              <a:ext cx="158375" cy="109575"/>
            </a:xfrm>
            <a:custGeom>
              <a:avLst/>
              <a:gdLst/>
              <a:ahLst/>
              <a:cxnLst/>
              <a:rect l="l" t="t" r="r" b="b"/>
              <a:pathLst>
                <a:path w="6335" h="4383" extrusionOk="0">
                  <a:moveTo>
                    <a:pt x="5930" y="1"/>
                  </a:moveTo>
                  <a:lnTo>
                    <a:pt x="1" y="4120"/>
                  </a:lnTo>
                  <a:cubicBezTo>
                    <a:pt x="84" y="4192"/>
                    <a:pt x="144" y="4287"/>
                    <a:pt x="179" y="4382"/>
                  </a:cubicBezTo>
                  <a:lnTo>
                    <a:pt x="6335" y="96"/>
                  </a:lnTo>
                  <a:lnTo>
                    <a:pt x="593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22"/>
            <p:cNvSpPr/>
            <p:nvPr/>
          </p:nvSpPr>
          <p:spPr>
            <a:xfrm>
              <a:off x="6127250" y="2732300"/>
              <a:ext cx="137825" cy="205425"/>
            </a:xfrm>
            <a:custGeom>
              <a:avLst/>
              <a:gdLst/>
              <a:ahLst/>
              <a:cxnLst/>
              <a:rect l="l" t="t" r="r" b="b"/>
              <a:pathLst>
                <a:path w="5513" h="8217" extrusionOk="0">
                  <a:moveTo>
                    <a:pt x="5513" y="1"/>
                  </a:moveTo>
                  <a:cubicBezTo>
                    <a:pt x="5465" y="49"/>
                    <a:pt x="5394" y="96"/>
                    <a:pt x="5310" y="96"/>
                  </a:cubicBezTo>
                  <a:cubicBezTo>
                    <a:pt x="5239" y="96"/>
                    <a:pt x="5179" y="72"/>
                    <a:pt x="5120" y="37"/>
                  </a:cubicBezTo>
                  <a:lnTo>
                    <a:pt x="2381" y="4347"/>
                  </a:lnTo>
                  <a:cubicBezTo>
                    <a:pt x="2441" y="4394"/>
                    <a:pt x="2489" y="4466"/>
                    <a:pt x="2489" y="4561"/>
                  </a:cubicBezTo>
                  <a:cubicBezTo>
                    <a:pt x="2489" y="4716"/>
                    <a:pt x="2370" y="4859"/>
                    <a:pt x="2203" y="4859"/>
                  </a:cubicBezTo>
                  <a:cubicBezTo>
                    <a:pt x="2155" y="4859"/>
                    <a:pt x="2119" y="4835"/>
                    <a:pt x="2072" y="4823"/>
                  </a:cubicBezTo>
                  <a:lnTo>
                    <a:pt x="0" y="8061"/>
                  </a:lnTo>
                  <a:cubicBezTo>
                    <a:pt x="107" y="8085"/>
                    <a:pt x="203" y="8145"/>
                    <a:pt x="286" y="8216"/>
                  </a:cubicBezTo>
                  <a:lnTo>
                    <a:pt x="5477" y="49"/>
                  </a:lnTo>
                  <a:lnTo>
                    <a:pt x="551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22"/>
            <p:cNvSpPr/>
            <p:nvPr/>
          </p:nvSpPr>
          <p:spPr>
            <a:xfrm>
              <a:off x="6263575" y="2486150"/>
              <a:ext cx="153900" cy="243500"/>
            </a:xfrm>
            <a:custGeom>
              <a:avLst/>
              <a:gdLst/>
              <a:ahLst/>
              <a:cxnLst/>
              <a:rect l="l" t="t" r="r" b="b"/>
              <a:pathLst>
                <a:path w="6156" h="9740" extrusionOk="0">
                  <a:moveTo>
                    <a:pt x="5953" y="0"/>
                  </a:moveTo>
                  <a:lnTo>
                    <a:pt x="5584" y="560"/>
                  </a:lnTo>
                  <a:lnTo>
                    <a:pt x="0" y="9371"/>
                  </a:lnTo>
                  <a:cubicBezTo>
                    <a:pt x="84" y="9418"/>
                    <a:pt x="155" y="9502"/>
                    <a:pt x="155" y="9621"/>
                  </a:cubicBezTo>
                  <a:cubicBezTo>
                    <a:pt x="155" y="9668"/>
                    <a:pt x="155" y="9704"/>
                    <a:pt x="143" y="9740"/>
                  </a:cubicBezTo>
                  <a:lnTo>
                    <a:pt x="215" y="9621"/>
                  </a:lnTo>
                  <a:lnTo>
                    <a:pt x="6144" y="262"/>
                  </a:lnTo>
                  <a:lnTo>
                    <a:pt x="6156" y="131"/>
                  </a:lnTo>
                  <a:cubicBezTo>
                    <a:pt x="6072" y="96"/>
                    <a:pt x="6013" y="60"/>
                    <a:pt x="5953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22"/>
            <p:cNvSpPr/>
            <p:nvPr/>
          </p:nvSpPr>
          <p:spPr>
            <a:xfrm>
              <a:off x="6396025" y="2489125"/>
              <a:ext cx="29200" cy="364050"/>
            </a:xfrm>
            <a:custGeom>
              <a:avLst/>
              <a:gdLst/>
              <a:ahLst/>
              <a:cxnLst/>
              <a:rect l="l" t="t" r="r" b="b"/>
              <a:pathLst>
                <a:path w="1168" h="14562" extrusionOk="0">
                  <a:moveTo>
                    <a:pt x="846" y="1"/>
                  </a:moveTo>
                  <a:lnTo>
                    <a:pt x="834" y="132"/>
                  </a:lnTo>
                  <a:lnTo>
                    <a:pt x="1" y="14550"/>
                  </a:lnTo>
                  <a:cubicBezTo>
                    <a:pt x="24" y="14550"/>
                    <a:pt x="36" y="14550"/>
                    <a:pt x="72" y="14538"/>
                  </a:cubicBezTo>
                  <a:cubicBezTo>
                    <a:pt x="155" y="14538"/>
                    <a:pt x="239" y="14538"/>
                    <a:pt x="310" y="14562"/>
                  </a:cubicBezTo>
                  <a:lnTo>
                    <a:pt x="1167" y="1"/>
                  </a:lnTo>
                  <a:lnTo>
                    <a:pt x="1167" y="1"/>
                  </a:lnTo>
                  <a:cubicBezTo>
                    <a:pt x="1132" y="12"/>
                    <a:pt x="1084" y="24"/>
                    <a:pt x="1024" y="24"/>
                  </a:cubicBezTo>
                  <a:cubicBezTo>
                    <a:pt x="965" y="24"/>
                    <a:pt x="905" y="24"/>
                    <a:pt x="846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22"/>
            <p:cNvSpPr/>
            <p:nvPr/>
          </p:nvSpPr>
          <p:spPr>
            <a:xfrm>
              <a:off x="6426100" y="2483775"/>
              <a:ext cx="571225" cy="679875"/>
            </a:xfrm>
            <a:custGeom>
              <a:avLst/>
              <a:gdLst/>
              <a:ahLst/>
              <a:cxnLst/>
              <a:rect l="l" t="t" r="r" b="b"/>
              <a:pathLst>
                <a:path w="22849" h="27195" extrusionOk="0">
                  <a:moveTo>
                    <a:pt x="226" y="0"/>
                  </a:moveTo>
                  <a:cubicBezTo>
                    <a:pt x="191" y="95"/>
                    <a:pt x="107" y="167"/>
                    <a:pt x="0" y="215"/>
                  </a:cubicBezTo>
                  <a:lnTo>
                    <a:pt x="22610" y="27194"/>
                  </a:lnTo>
                  <a:cubicBezTo>
                    <a:pt x="22670" y="27099"/>
                    <a:pt x="22753" y="27039"/>
                    <a:pt x="22848" y="26980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22"/>
            <p:cNvSpPr/>
            <p:nvPr/>
          </p:nvSpPr>
          <p:spPr>
            <a:xfrm>
              <a:off x="6408525" y="2878750"/>
              <a:ext cx="217325" cy="182800"/>
            </a:xfrm>
            <a:custGeom>
              <a:avLst/>
              <a:gdLst/>
              <a:ahLst/>
              <a:cxnLst/>
              <a:rect l="l" t="t" r="r" b="b"/>
              <a:pathLst>
                <a:path w="8693" h="7312" extrusionOk="0">
                  <a:moveTo>
                    <a:pt x="215" y="1"/>
                  </a:moveTo>
                  <a:cubicBezTo>
                    <a:pt x="167" y="108"/>
                    <a:pt x="96" y="191"/>
                    <a:pt x="1" y="239"/>
                  </a:cubicBezTo>
                  <a:lnTo>
                    <a:pt x="8490" y="7311"/>
                  </a:lnTo>
                  <a:cubicBezTo>
                    <a:pt x="8549" y="7228"/>
                    <a:pt x="8609" y="7145"/>
                    <a:pt x="8692" y="7073"/>
                  </a:cubicBezTo>
                  <a:lnTo>
                    <a:pt x="215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22"/>
            <p:cNvSpPr/>
            <p:nvPr/>
          </p:nvSpPr>
          <p:spPr>
            <a:xfrm>
              <a:off x="6323100" y="3003175"/>
              <a:ext cx="1800" cy="1525"/>
            </a:xfrm>
            <a:custGeom>
              <a:avLst/>
              <a:gdLst/>
              <a:ahLst/>
              <a:cxnLst/>
              <a:rect l="l" t="t" r="r" b="b"/>
              <a:pathLst>
                <a:path w="72" h="61" extrusionOk="0">
                  <a:moveTo>
                    <a:pt x="24" y="1"/>
                  </a:moveTo>
                  <a:lnTo>
                    <a:pt x="0" y="48"/>
                  </a:lnTo>
                  <a:lnTo>
                    <a:pt x="72" y="60"/>
                  </a:lnTo>
                  <a:cubicBezTo>
                    <a:pt x="60" y="48"/>
                    <a:pt x="36" y="13"/>
                    <a:pt x="2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22"/>
            <p:cNvSpPr/>
            <p:nvPr/>
          </p:nvSpPr>
          <p:spPr>
            <a:xfrm>
              <a:off x="6135275" y="2944250"/>
              <a:ext cx="183975" cy="57750"/>
            </a:xfrm>
            <a:custGeom>
              <a:avLst/>
              <a:gdLst/>
              <a:ahLst/>
              <a:cxnLst/>
              <a:rect l="l" t="t" r="r" b="b"/>
              <a:pathLst>
                <a:path w="7359" h="2310" extrusionOk="0">
                  <a:moveTo>
                    <a:pt x="72" y="0"/>
                  </a:moveTo>
                  <a:lnTo>
                    <a:pt x="72" y="60"/>
                  </a:lnTo>
                  <a:cubicBezTo>
                    <a:pt x="72" y="155"/>
                    <a:pt x="48" y="250"/>
                    <a:pt x="1" y="322"/>
                  </a:cubicBezTo>
                  <a:lnTo>
                    <a:pt x="3977" y="1417"/>
                  </a:lnTo>
                  <a:lnTo>
                    <a:pt x="4382" y="1524"/>
                  </a:lnTo>
                  <a:lnTo>
                    <a:pt x="7192" y="2310"/>
                  </a:lnTo>
                  <a:lnTo>
                    <a:pt x="7359" y="2036"/>
                  </a:lnTo>
                  <a:lnTo>
                    <a:pt x="4739" y="1298"/>
                  </a:lnTo>
                  <a:lnTo>
                    <a:pt x="4335" y="1191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22"/>
            <p:cNvSpPr/>
            <p:nvPr/>
          </p:nvSpPr>
          <p:spPr>
            <a:xfrm>
              <a:off x="6331425" y="3000200"/>
              <a:ext cx="284000" cy="85150"/>
            </a:xfrm>
            <a:custGeom>
              <a:avLst/>
              <a:gdLst/>
              <a:ahLst/>
              <a:cxnLst/>
              <a:rect l="l" t="t" r="r" b="b"/>
              <a:pathLst>
                <a:path w="11360" h="3406" extrusionOk="0">
                  <a:moveTo>
                    <a:pt x="239" y="1"/>
                  </a:moveTo>
                  <a:cubicBezTo>
                    <a:pt x="227" y="132"/>
                    <a:pt x="144" y="239"/>
                    <a:pt x="1" y="274"/>
                  </a:cubicBezTo>
                  <a:lnTo>
                    <a:pt x="11288" y="3406"/>
                  </a:lnTo>
                  <a:lnTo>
                    <a:pt x="11359" y="3406"/>
                  </a:lnTo>
                  <a:cubicBezTo>
                    <a:pt x="11359" y="3382"/>
                    <a:pt x="11348" y="3334"/>
                    <a:pt x="11348" y="3310"/>
                  </a:cubicBezTo>
                  <a:cubicBezTo>
                    <a:pt x="11348" y="3227"/>
                    <a:pt x="11348" y="3156"/>
                    <a:pt x="11359" y="3096"/>
                  </a:cubicBezTo>
                  <a:lnTo>
                    <a:pt x="23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22"/>
            <p:cNvSpPr/>
            <p:nvPr/>
          </p:nvSpPr>
          <p:spPr>
            <a:xfrm>
              <a:off x="6231125" y="2883825"/>
              <a:ext cx="162550" cy="263450"/>
            </a:xfrm>
            <a:custGeom>
              <a:avLst/>
              <a:gdLst/>
              <a:ahLst/>
              <a:cxnLst/>
              <a:rect l="l" t="t" r="r" b="b"/>
              <a:pathLst>
                <a:path w="6502" h="10538" extrusionOk="0">
                  <a:moveTo>
                    <a:pt x="6216" y="0"/>
                  </a:moveTo>
                  <a:lnTo>
                    <a:pt x="6192" y="60"/>
                  </a:lnTo>
                  <a:lnTo>
                    <a:pt x="3537" y="4465"/>
                  </a:lnTo>
                  <a:lnTo>
                    <a:pt x="3382" y="4751"/>
                  </a:lnTo>
                  <a:lnTo>
                    <a:pt x="0" y="10359"/>
                  </a:lnTo>
                  <a:lnTo>
                    <a:pt x="120" y="10406"/>
                  </a:lnTo>
                  <a:lnTo>
                    <a:pt x="143" y="10406"/>
                  </a:lnTo>
                  <a:cubicBezTo>
                    <a:pt x="143" y="10406"/>
                    <a:pt x="155" y="10406"/>
                    <a:pt x="155" y="10418"/>
                  </a:cubicBezTo>
                  <a:lnTo>
                    <a:pt x="179" y="10418"/>
                  </a:lnTo>
                  <a:lnTo>
                    <a:pt x="191" y="10430"/>
                  </a:lnTo>
                  <a:cubicBezTo>
                    <a:pt x="191" y="10442"/>
                    <a:pt x="203" y="10442"/>
                    <a:pt x="203" y="10466"/>
                  </a:cubicBezTo>
                  <a:lnTo>
                    <a:pt x="250" y="10537"/>
                  </a:lnTo>
                  <a:lnTo>
                    <a:pt x="3703" y="4810"/>
                  </a:lnTo>
                  <a:lnTo>
                    <a:pt x="3703" y="4775"/>
                  </a:lnTo>
                  <a:cubicBezTo>
                    <a:pt x="3679" y="4727"/>
                    <a:pt x="3656" y="4691"/>
                    <a:pt x="3656" y="4644"/>
                  </a:cubicBezTo>
                  <a:cubicBezTo>
                    <a:pt x="3656" y="4489"/>
                    <a:pt x="3775" y="4358"/>
                    <a:pt x="3941" y="4346"/>
                  </a:cubicBezTo>
                  <a:lnTo>
                    <a:pt x="3977" y="4346"/>
                  </a:lnTo>
                  <a:lnTo>
                    <a:pt x="6501" y="143"/>
                  </a:lnTo>
                  <a:cubicBezTo>
                    <a:pt x="6394" y="119"/>
                    <a:pt x="6311" y="72"/>
                    <a:pt x="621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22"/>
            <p:cNvSpPr/>
            <p:nvPr/>
          </p:nvSpPr>
          <p:spPr>
            <a:xfrm>
              <a:off x="5970675" y="3148425"/>
              <a:ext cx="260175" cy="142325"/>
            </a:xfrm>
            <a:custGeom>
              <a:avLst/>
              <a:gdLst/>
              <a:ahLst/>
              <a:cxnLst/>
              <a:rect l="l" t="t" r="r" b="b"/>
              <a:pathLst>
                <a:path w="10407" h="5693" extrusionOk="0">
                  <a:moveTo>
                    <a:pt x="10061" y="1"/>
                  </a:moveTo>
                  <a:lnTo>
                    <a:pt x="0" y="5335"/>
                  </a:lnTo>
                  <a:lnTo>
                    <a:pt x="0" y="5692"/>
                  </a:lnTo>
                  <a:lnTo>
                    <a:pt x="10407" y="168"/>
                  </a:lnTo>
                  <a:lnTo>
                    <a:pt x="10359" y="84"/>
                  </a:lnTo>
                  <a:lnTo>
                    <a:pt x="1006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22"/>
            <p:cNvSpPr/>
            <p:nvPr/>
          </p:nvSpPr>
          <p:spPr>
            <a:xfrm>
              <a:off x="6090025" y="3098425"/>
              <a:ext cx="143800" cy="51825"/>
            </a:xfrm>
            <a:custGeom>
              <a:avLst/>
              <a:gdLst/>
              <a:ahLst/>
              <a:cxnLst/>
              <a:rect l="l" t="t" r="r" b="b"/>
              <a:pathLst>
                <a:path w="5752" h="2073" extrusionOk="0">
                  <a:moveTo>
                    <a:pt x="120" y="1"/>
                  </a:moveTo>
                  <a:cubicBezTo>
                    <a:pt x="108" y="108"/>
                    <a:pt x="60" y="215"/>
                    <a:pt x="1" y="298"/>
                  </a:cubicBezTo>
                  <a:lnTo>
                    <a:pt x="5299" y="1977"/>
                  </a:lnTo>
                  <a:lnTo>
                    <a:pt x="5597" y="2072"/>
                  </a:lnTo>
                  <a:lnTo>
                    <a:pt x="5597" y="2072"/>
                  </a:lnTo>
                  <a:lnTo>
                    <a:pt x="5549" y="2025"/>
                  </a:lnTo>
                  <a:cubicBezTo>
                    <a:pt x="5513" y="1953"/>
                    <a:pt x="5537" y="1846"/>
                    <a:pt x="5633" y="1822"/>
                  </a:cubicBezTo>
                  <a:cubicBezTo>
                    <a:pt x="5668" y="1798"/>
                    <a:pt x="5716" y="1798"/>
                    <a:pt x="5752" y="1798"/>
                  </a:cubicBezTo>
                  <a:lnTo>
                    <a:pt x="5633" y="1763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22"/>
            <p:cNvSpPr/>
            <p:nvPr/>
          </p:nvSpPr>
          <p:spPr>
            <a:xfrm>
              <a:off x="6300775" y="3287725"/>
              <a:ext cx="102125" cy="186675"/>
            </a:xfrm>
            <a:custGeom>
              <a:avLst/>
              <a:gdLst/>
              <a:ahLst/>
              <a:cxnLst/>
              <a:rect l="l" t="t" r="r" b="b"/>
              <a:pathLst>
                <a:path w="4085" h="7467" extrusionOk="0">
                  <a:moveTo>
                    <a:pt x="322" y="1"/>
                  </a:moveTo>
                  <a:lnTo>
                    <a:pt x="1" y="49"/>
                  </a:lnTo>
                  <a:lnTo>
                    <a:pt x="3799" y="7466"/>
                  </a:lnTo>
                  <a:cubicBezTo>
                    <a:pt x="3882" y="7383"/>
                    <a:pt x="3977" y="7347"/>
                    <a:pt x="4084" y="7311"/>
                  </a:cubicBezTo>
                  <a:lnTo>
                    <a:pt x="322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22"/>
            <p:cNvSpPr/>
            <p:nvPr/>
          </p:nvSpPr>
          <p:spPr>
            <a:xfrm>
              <a:off x="6228150" y="3143850"/>
              <a:ext cx="77125" cy="138250"/>
            </a:xfrm>
            <a:custGeom>
              <a:avLst/>
              <a:gdLst/>
              <a:ahLst/>
              <a:cxnLst/>
              <a:rect l="l" t="t" r="r" b="b"/>
              <a:pathLst>
                <a:path w="3085" h="5530" extrusionOk="0">
                  <a:moveTo>
                    <a:pt x="169" y="1"/>
                  </a:moveTo>
                  <a:cubicBezTo>
                    <a:pt x="147" y="1"/>
                    <a:pt x="127" y="9"/>
                    <a:pt x="108" y="29"/>
                  </a:cubicBezTo>
                  <a:cubicBezTo>
                    <a:pt x="24" y="77"/>
                    <a:pt x="0" y="160"/>
                    <a:pt x="24" y="231"/>
                  </a:cubicBezTo>
                  <a:lnTo>
                    <a:pt x="60" y="291"/>
                  </a:lnTo>
                  <a:lnTo>
                    <a:pt x="108" y="386"/>
                  </a:lnTo>
                  <a:lnTo>
                    <a:pt x="2751" y="5530"/>
                  </a:lnTo>
                  <a:lnTo>
                    <a:pt x="3084" y="5494"/>
                  </a:lnTo>
                  <a:lnTo>
                    <a:pt x="358" y="148"/>
                  </a:lnTo>
                  <a:lnTo>
                    <a:pt x="310" y="77"/>
                  </a:lnTo>
                  <a:cubicBezTo>
                    <a:pt x="310" y="53"/>
                    <a:pt x="298" y="53"/>
                    <a:pt x="298" y="41"/>
                  </a:cubicBezTo>
                  <a:cubicBezTo>
                    <a:pt x="298" y="41"/>
                    <a:pt x="298" y="29"/>
                    <a:pt x="286" y="29"/>
                  </a:cubicBezTo>
                  <a:lnTo>
                    <a:pt x="262" y="29"/>
                  </a:lnTo>
                  <a:cubicBezTo>
                    <a:pt x="262" y="29"/>
                    <a:pt x="250" y="29"/>
                    <a:pt x="250" y="17"/>
                  </a:cubicBezTo>
                  <a:lnTo>
                    <a:pt x="227" y="17"/>
                  </a:lnTo>
                  <a:cubicBezTo>
                    <a:pt x="205" y="6"/>
                    <a:pt x="186" y="1"/>
                    <a:pt x="16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22"/>
            <p:cNvSpPr/>
            <p:nvPr/>
          </p:nvSpPr>
          <p:spPr>
            <a:xfrm>
              <a:off x="6586525" y="3246075"/>
              <a:ext cx="3000" cy="3300"/>
            </a:xfrm>
            <a:custGeom>
              <a:avLst/>
              <a:gdLst/>
              <a:ahLst/>
              <a:cxnLst/>
              <a:rect l="l" t="t" r="r" b="b"/>
              <a:pathLst>
                <a:path w="120" h="132" extrusionOk="0">
                  <a:moveTo>
                    <a:pt x="120" y="0"/>
                  </a:moveTo>
                  <a:lnTo>
                    <a:pt x="1" y="24"/>
                  </a:lnTo>
                  <a:lnTo>
                    <a:pt x="1" y="36"/>
                  </a:lnTo>
                  <a:cubicBezTo>
                    <a:pt x="12" y="60"/>
                    <a:pt x="12" y="107"/>
                    <a:pt x="1" y="131"/>
                  </a:cubicBezTo>
                  <a:cubicBezTo>
                    <a:pt x="60" y="119"/>
                    <a:pt x="120" y="60"/>
                    <a:pt x="12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22"/>
            <p:cNvSpPr/>
            <p:nvPr/>
          </p:nvSpPr>
          <p:spPr>
            <a:xfrm>
              <a:off x="5970675" y="3248450"/>
              <a:ext cx="567350" cy="86050"/>
            </a:xfrm>
            <a:custGeom>
              <a:avLst/>
              <a:gdLst/>
              <a:ahLst/>
              <a:cxnLst/>
              <a:rect l="l" t="t" r="r" b="b"/>
              <a:pathLst>
                <a:path w="22694" h="3442" extrusionOk="0">
                  <a:moveTo>
                    <a:pt x="22634" y="0"/>
                  </a:moveTo>
                  <a:lnTo>
                    <a:pt x="13383" y="1274"/>
                  </a:lnTo>
                  <a:lnTo>
                    <a:pt x="13050" y="1322"/>
                  </a:lnTo>
                  <a:lnTo>
                    <a:pt x="0" y="3120"/>
                  </a:lnTo>
                  <a:lnTo>
                    <a:pt x="0" y="3441"/>
                  </a:lnTo>
                  <a:lnTo>
                    <a:pt x="13205" y="1620"/>
                  </a:lnTo>
                  <a:lnTo>
                    <a:pt x="13526" y="1572"/>
                  </a:lnTo>
                  <a:lnTo>
                    <a:pt x="22694" y="310"/>
                  </a:lnTo>
                  <a:cubicBezTo>
                    <a:pt x="22670" y="203"/>
                    <a:pt x="22634" y="107"/>
                    <a:pt x="2263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22"/>
            <p:cNvSpPr/>
            <p:nvPr/>
          </p:nvSpPr>
          <p:spPr>
            <a:xfrm>
              <a:off x="6683850" y="3085625"/>
              <a:ext cx="305425" cy="89325"/>
            </a:xfrm>
            <a:custGeom>
              <a:avLst/>
              <a:gdLst/>
              <a:ahLst/>
              <a:cxnLst/>
              <a:rect l="l" t="t" r="r" b="b"/>
              <a:pathLst>
                <a:path w="12217" h="3573" extrusionOk="0">
                  <a:moveTo>
                    <a:pt x="72" y="1"/>
                  </a:moveTo>
                  <a:cubicBezTo>
                    <a:pt x="60" y="132"/>
                    <a:pt x="37" y="227"/>
                    <a:pt x="1" y="322"/>
                  </a:cubicBezTo>
                  <a:lnTo>
                    <a:pt x="12181" y="3572"/>
                  </a:lnTo>
                  <a:lnTo>
                    <a:pt x="12181" y="3549"/>
                  </a:lnTo>
                  <a:cubicBezTo>
                    <a:pt x="12181" y="3442"/>
                    <a:pt x="12193" y="3358"/>
                    <a:pt x="12217" y="3263"/>
                  </a:cubicBezTo>
                  <a:lnTo>
                    <a:pt x="72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22"/>
            <p:cNvSpPr/>
            <p:nvPr/>
          </p:nvSpPr>
          <p:spPr>
            <a:xfrm>
              <a:off x="6585025" y="3175825"/>
              <a:ext cx="403650" cy="70850"/>
            </a:xfrm>
            <a:custGeom>
              <a:avLst/>
              <a:gdLst/>
              <a:ahLst/>
              <a:cxnLst/>
              <a:rect l="l" t="t" r="r" b="b"/>
              <a:pathLst>
                <a:path w="16146" h="2834" extrusionOk="0">
                  <a:moveTo>
                    <a:pt x="16110" y="0"/>
                  </a:moveTo>
                  <a:lnTo>
                    <a:pt x="1" y="2536"/>
                  </a:lnTo>
                  <a:cubicBezTo>
                    <a:pt x="37" y="2620"/>
                    <a:pt x="61" y="2715"/>
                    <a:pt x="72" y="2834"/>
                  </a:cubicBezTo>
                  <a:lnTo>
                    <a:pt x="191" y="2810"/>
                  </a:lnTo>
                  <a:lnTo>
                    <a:pt x="15658" y="393"/>
                  </a:lnTo>
                  <a:lnTo>
                    <a:pt x="16146" y="131"/>
                  </a:lnTo>
                  <a:cubicBezTo>
                    <a:pt x="16134" y="95"/>
                    <a:pt x="16134" y="48"/>
                    <a:pt x="1611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22"/>
            <p:cNvSpPr/>
            <p:nvPr/>
          </p:nvSpPr>
          <p:spPr>
            <a:xfrm>
              <a:off x="6566575" y="3113300"/>
              <a:ext cx="76525" cy="112850"/>
            </a:xfrm>
            <a:custGeom>
              <a:avLst/>
              <a:gdLst/>
              <a:ahLst/>
              <a:cxnLst/>
              <a:rect l="l" t="t" r="r" b="b"/>
              <a:pathLst>
                <a:path w="3061" h="4514" extrusionOk="0">
                  <a:moveTo>
                    <a:pt x="2739" y="1"/>
                  </a:moveTo>
                  <a:lnTo>
                    <a:pt x="1" y="4394"/>
                  </a:lnTo>
                  <a:cubicBezTo>
                    <a:pt x="108" y="4418"/>
                    <a:pt x="215" y="4454"/>
                    <a:pt x="298" y="4513"/>
                  </a:cubicBezTo>
                  <a:lnTo>
                    <a:pt x="3061" y="108"/>
                  </a:lnTo>
                  <a:cubicBezTo>
                    <a:pt x="2954" y="72"/>
                    <a:pt x="2846" y="49"/>
                    <a:pt x="273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22"/>
            <p:cNvSpPr/>
            <p:nvPr/>
          </p:nvSpPr>
          <p:spPr>
            <a:xfrm>
              <a:off x="6412700" y="3263025"/>
              <a:ext cx="135750" cy="210775"/>
            </a:xfrm>
            <a:custGeom>
              <a:avLst/>
              <a:gdLst/>
              <a:ahLst/>
              <a:cxnLst/>
              <a:rect l="l" t="t" r="r" b="b"/>
              <a:pathLst>
                <a:path w="5430" h="8431" extrusionOk="0">
                  <a:moveTo>
                    <a:pt x="5179" y="1"/>
                  </a:moveTo>
                  <a:lnTo>
                    <a:pt x="0" y="8287"/>
                  </a:lnTo>
                  <a:cubicBezTo>
                    <a:pt x="107" y="8311"/>
                    <a:pt x="191" y="8359"/>
                    <a:pt x="286" y="8430"/>
                  </a:cubicBezTo>
                  <a:lnTo>
                    <a:pt x="5430" y="203"/>
                  </a:lnTo>
                  <a:cubicBezTo>
                    <a:pt x="5310" y="156"/>
                    <a:pt x="5239" y="84"/>
                    <a:pt x="517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22"/>
            <p:cNvSpPr/>
            <p:nvPr/>
          </p:nvSpPr>
          <p:spPr>
            <a:xfrm>
              <a:off x="6420425" y="3178800"/>
              <a:ext cx="572425" cy="303325"/>
            </a:xfrm>
            <a:custGeom>
              <a:avLst/>
              <a:gdLst/>
              <a:ahLst/>
              <a:cxnLst/>
              <a:rect l="l" t="t" r="r" b="b"/>
              <a:pathLst>
                <a:path w="22897" h="12133" extrusionOk="0">
                  <a:moveTo>
                    <a:pt x="22742" y="0"/>
                  </a:moveTo>
                  <a:lnTo>
                    <a:pt x="22242" y="274"/>
                  </a:lnTo>
                  <a:lnTo>
                    <a:pt x="1" y="11859"/>
                  </a:lnTo>
                  <a:cubicBezTo>
                    <a:pt x="72" y="11942"/>
                    <a:pt x="132" y="12026"/>
                    <a:pt x="168" y="12133"/>
                  </a:cubicBezTo>
                  <a:lnTo>
                    <a:pt x="22897" y="286"/>
                  </a:lnTo>
                  <a:cubicBezTo>
                    <a:pt x="22813" y="203"/>
                    <a:pt x="22777" y="107"/>
                    <a:pt x="2274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22"/>
            <p:cNvSpPr/>
            <p:nvPr/>
          </p:nvSpPr>
          <p:spPr>
            <a:xfrm>
              <a:off x="6093300" y="3491025"/>
              <a:ext cx="300075" cy="161375"/>
            </a:xfrm>
            <a:custGeom>
              <a:avLst/>
              <a:gdLst/>
              <a:ahLst/>
              <a:cxnLst/>
              <a:rect l="l" t="t" r="r" b="b"/>
              <a:pathLst>
                <a:path w="12003" h="6455" extrusionOk="0">
                  <a:moveTo>
                    <a:pt x="11871" y="1"/>
                  </a:moveTo>
                  <a:lnTo>
                    <a:pt x="1" y="6192"/>
                  </a:lnTo>
                  <a:cubicBezTo>
                    <a:pt x="60" y="6228"/>
                    <a:pt x="108" y="6299"/>
                    <a:pt x="144" y="6359"/>
                  </a:cubicBezTo>
                  <a:cubicBezTo>
                    <a:pt x="156" y="6383"/>
                    <a:pt x="168" y="6430"/>
                    <a:pt x="179" y="6454"/>
                  </a:cubicBezTo>
                  <a:lnTo>
                    <a:pt x="12002" y="287"/>
                  </a:lnTo>
                  <a:cubicBezTo>
                    <a:pt x="11943" y="191"/>
                    <a:pt x="11895" y="108"/>
                    <a:pt x="1187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22"/>
            <p:cNvSpPr/>
            <p:nvPr/>
          </p:nvSpPr>
          <p:spPr>
            <a:xfrm>
              <a:off x="6187075" y="3708325"/>
              <a:ext cx="191425" cy="58075"/>
            </a:xfrm>
            <a:custGeom>
              <a:avLst/>
              <a:gdLst/>
              <a:ahLst/>
              <a:cxnLst/>
              <a:rect l="l" t="t" r="r" b="b"/>
              <a:pathLst>
                <a:path w="7657" h="2323" extrusionOk="0">
                  <a:moveTo>
                    <a:pt x="7561" y="0"/>
                  </a:moveTo>
                  <a:lnTo>
                    <a:pt x="0" y="2013"/>
                  </a:lnTo>
                  <a:cubicBezTo>
                    <a:pt x="36" y="2084"/>
                    <a:pt x="60" y="2167"/>
                    <a:pt x="60" y="2275"/>
                  </a:cubicBezTo>
                  <a:cubicBezTo>
                    <a:pt x="48" y="2286"/>
                    <a:pt x="48" y="2310"/>
                    <a:pt x="48" y="2322"/>
                  </a:cubicBezTo>
                  <a:lnTo>
                    <a:pt x="7656" y="298"/>
                  </a:lnTo>
                  <a:cubicBezTo>
                    <a:pt x="7608" y="203"/>
                    <a:pt x="7561" y="108"/>
                    <a:pt x="756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22"/>
            <p:cNvSpPr/>
            <p:nvPr/>
          </p:nvSpPr>
          <p:spPr>
            <a:xfrm>
              <a:off x="5970675" y="3494300"/>
              <a:ext cx="107775" cy="154525"/>
            </a:xfrm>
            <a:custGeom>
              <a:avLst/>
              <a:gdLst/>
              <a:ahLst/>
              <a:cxnLst/>
              <a:rect l="l" t="t" r="r" b="b"/>
              <a:pathLst>
                <a:path w="4311" h="6181" extrusionOk="0">
                  <a:moveTo>
                    <a:pt x="0" y="1"/>
                  </a:moveTo>
                  <a:lnTo>
                    <a:pt x="0" y="537"/>
                  </a:lnTo>
                  <a:lnTo>
                    <a:pt x="4072" y="6180"/>
                  </a:lnTo>
                  <a:cubicBezTo>
                    <a:pt x="4120" y="6109"/>
                    <a:pt x="4191" y="6025"/>
                    <a:pt x="4287" y="5990"/>
                  </a:cubicBezTo>
                  <a:cubicBezTo>
                    <a:pt x="4299" y="5990"/>
                    <a:pt x="4299" y="5966"/>
                    <a:pt x="4311" y="596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22"/>
            <p:cNvSpPr/>
            <p:nvPr/>
          </p:nvSpPr>
          <p:spPr>
            <a:xfrm>
              <a:off x="5970675" y="3658025"/>
              <a:ext cx="102725" cy="61925"/>
            </a:xfrm>
            <a:custGeom>
              <a:avLst/>
              <a:gdLst/>
              <a:ahLst/>
              <a:cxnLst/>
              <a:rect l="l" t="t" r="r" b="b"/>
              <a:pathLst>
                <a:path w="4109" h="2477" extrusionOk="0">
                  <a:moveTo>
                    <a:pt x="3989" y="0"/>
                  </a:moveTo>
                  <a:lnTo>
                    <a:pt x="0" y="2120"/>
                  </a:lnTo>
                  <a:lnTo>
                    <a:pt x="0" y="2477"/>
                  </a:lnTo>
                  <a:lnTo>
                    <a:pt x="4108" y="286"/>
                  </a:lnTo>
                  <a:cubicBezTo>
                    <a:pt x="4096" y="250"/>
                    <a:pt x="4061" y="227"/>
                    <a:pt x="4049" y="191"/>
                  </a:cubicBezTo>
                  <a:cubicBezTo>
                    <a:pt x="4001" y="131"/>
                    <a:pt x="3989" y="72"/>
                    <a:pt x="3989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22"/>
            <p:cNvSpPr/>
            <p:nvPr/>
          </p:nvSpPr>
          <p:spPr>
            <a:xfrm>
              <a:off x="6172775" y="3780950"/>
              <a:ext cx="177425" cy="231600"/>
            </a:xfrm>
            <a:custGeom>
              <a:avLst/>
              <a:gdLst/>
              <a:ahLst/>
              <a:cxnLst/>
              <a:rect l="l" t="t" r="r" b="b"/>
              <a:pathLst>
                <a:path w="7097" h="9264" extrusionOk="0">
                  <a:moveTo>
                    <a:pt x="310" y="1"/>
                  </a:moveTo>
                  <a:cubicBezTo>
                    <a:pt x="215" y="60"/>
                    <a:pt x="120" y="96"/>
                    <a:pt x="1" y="120"/>
                  </a:cubicBezTo>
                  <a:lnTo>
                    <a:pt x="6585" y="8966"/>
                  </a:lnTo>
                  <a:lnTo>
                    <a:pt x="7085" y="9264"/>
                  </a:lnTo>
                  <a:lnTo>
                    <a:pt x="7097" y="9121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22"/>
            <p:cNvSpPr/>
            <p:nvPr/>
          </p:nvSpPr>
          <p:spPr>
            <a:xfrm>
              <a:off x="6354950" y="4022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22"/>
            <p:cNvSpPr/>
            <p:nvPr/>
          </p:nvSpPr>
          <p:spPr>
            <a:xfrm>
              <a:off x="6356150" y="40208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cubicBezTo>
                    <a:pt x="0" y="1"/>
                    <a:pt x="0" y="1"/>
                    <a:pt x="0" y="13"/>
                  </a:cubicBezTo>
                  <a:cubicBezTo>
                    <a:pt x="0" y="1"/>
                    <a:pt x="0" y="1"/>
                    <a:pt x="0" y="13"/>
                  </a:cubicBezTo>
                  <a:cubicBezTo>
                    <a:pt x="0" y="1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22"/>
            <p:cNvSpPr/>
            <p:nvPr/>
          </p:nvSpPr>
          <p:spPr>
            <a:xfrm>
              <a:off x="6088250" y="3665750"/>
              <a:ext cx="70275" cy="92900"/>
            </a:xfrm>
            <a:custGeom>
              <a:avLst/>
              <a:gdLst/>
              <a:ahLst/>
              <a:cxnLst/>
              <a:rect l="l" t="t" r="r" b="b"/>
              <a:pathLst>
                <a:path w="2811" h="3716" extrusionOk="0">
                  <a:moveTo>
                    <a:pt x="250" y="1"/>
                  </a:moveTo>
                  <a:cubicBezTo>
                    <a:pt x="203" y="48"/>
                    <a:pt x="167" y="96"/>
                    <a:pt x="96" y="120"/>
                  </a:cubicBezTo>
                  <a:cubicBezTo>
                    <a:pt x="72" y="156"/>
                    <a:pt x="48" y="168"/>
                    <a:pt x="0" y="179"/>
                  </a:cubicBezTo>
                  <a:lnTo>
                    <a:pt x="2620" y="3716"/>
                  </a:lnTo>
                  <a:cubicBezTo>
                    <a:pt x="2656" y="3608"/>
                    <a:pt x="2739" y="3513"/>
                    <a:pt x="2810" y="3442"/>
                  </a:cubicBezTo>
                  <a:lnTo>
                    <a:pt x="25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22"/>
            <p:cNvSpPr/>
            <p:nvPr/>
          </p:nvSpPr>
          <p:spPr>
            <a:xfrm>
              <a:off x="6356425" y="4019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22"/>
            <p:cNvSpPr/>
            <p:nvPr/>
          </p:nvSpPr>
          <p:spPr>
            <a:xfrm>
              <a:off x="6355850" y="4021150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13"/>
                  </a:moveTo>
                  <a:cubicBezTo>
                    <a:pt x="0" y="13"/>
                    <a:pt x="0" y="1"/>
                    <a:pt x="0" y="13"/>
                  </a:cubicBezTo>
                  <a:cubicBezTo>
                    <a:pt x="12" y="1"/>
                    <a:pt x="12" y="1"/>
                    <a:pt x="0" y="13"/>
                  </a:cubicBezTo>
                  <a:cubicBezTo>
                    <a:pt x="0" y="1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22"/>
            <p:cNvSpPr/>
            <p:nvPr/>
          </p:nvSpPr>
          <p:spPr>
            <a:xfrm>
              <a:off x="6349900" y="3725000"/>
              <a:ext cx="47650" cy="294700"/>
            </a:xfrm>
            <a:custGeom>
              <a:avLst/>
              <a:gdLst/>
              <a:ahLst/>
              <a:cxnLst/>
              <a:rect l="l" t="t" r="r" b="b"/>
              <a:pathLst>
                <a:path w="1906" h="11788" extrusionOk="0">
                  <a:moveTo>
                    <a:pt x="1572" y="0"/>
                  </a:moveTo>
                  <a:lnTo>
                    <a:pt x="12" y="11359"/>
                  </a:lnTo>
                  <a:lnTo>
                    <a:pt x="0" y="11502"/>
                  </a:lnTo>
                  <a:lnTo>
                    <a:pt x="202" y="11621"/>
                  </a:lnTo>
                  <a:cubicBezTo>
                    <a:pt x="214" y="11621"/>
                    <a:pt x="214" y="11644"/>
                    <a:pt x="238" y="11656"/>
                  </a:cubicBezTo>
                  <a:lnTo>
                    <a:pt x="238" y="11668"/>
                  </a:lnTo>
                  <a:lnTo>
                    <a:pt x="250" y="11680"/>
                  </a:lnTo>
                  <a:cubicBezTo>
                    <a:pt x="250" y="11680"/>
                    <a:pt x="250" y="11704"/>
                    <a:pt x="262" y="11704"/>
                  </a:cubicBezTo>
                  <a:cubicBezTo>
                    <a:pt x="274" y="11716"/>
                    <a:pt x="274" y="11728"/>
                    <a:pt x="274" y="11740"/>
                  </a:cubicBezTo>
                  <a:lnTo>
                    <a:pt x="274" y="11764"/>
                  </a:lnTo>
                  <a:lnTo>
                    <a:pt x="274" y="11787"/>
                  </a:lnTo>
                  <a:lnTo>
                    <a:pt x="1905" y="48"/>
                  </a:lnTo>
                  <a:lnTo>
                    <a:pt x="1869" y="48"/>
                  </a:lnTo>
                  <a:cubicBezTo>
                    <a:pt x="1762" y="48"/>
                    <a:pt x="1667" y="36"/>
                    <a:pt x="157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22"/>
            <p:cNvSpPr/>
            <p:nvPr/>
          </p:nvSpPr>
          <p:spPr>
            <a:xfrm>
              <a:off x="6354950" y="4022050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1"/>
                  </a:moveTo>
                  <a:cubicBezTo>
                    <a:pt x="12" y="1"/>
                    <a:pt x="12" y="1"/>
                    <a:pt x="0" y="1"/>
                  </a:cubicBezTo>
                  <a:cubicBezTo>
                    <a:pt x="12" y="1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22"/>
            <p:cNvSpPr/>
            <p:nvPr/>
          </p:nvSpPr>
          <p:spPr>
            <a:xfrm>
              <a:off x="6356150" y="40208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13"/>
                  </a:lnTo>
                  <a:lnTo>
                    <a:pt x="0" y="13"/>
                  </a:lnTo>
                  <a:cubicBezTo>
                    <a:pt x="0" y="13"/>
                    <a:pt x="0" y="1"/>
                    <a:pt x="0" y="13"/>
                  </a:cubicBezTo>
                  <a:cubicBezTo>
                    <a:pt x="0" y="1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22"/>
            <p:cNvSpPr/>
            <p:nvPr/>
          </p:nvSpPr>
          <p:spPr>
            <a:xfrm>
              <a:off x="6355850" y="4016400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0"/>
                  </a:moveTo>
                  <a:lnTo>
                    <a:pt x="12" y="12"/>
                  </a:lnTo>
                  <a:cubicBezTo>
                    <a:pt x="12" y="12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22"/>
            <p:cNvSpPr/>
            <p:nvPr/>
          </p:nvSpPr>
          <p:spPr>
            <a:xfrm>
              <a:off x="6155225" y="4019075"/>
              <a:ext cx="199750" cy="125625"/>
            </a:xfrm>
            <a:custGeom>
              <a:avLst/>
              <a:gdLst/>
              <a:ahLst/>
              <a:cxnLst/>
              <a:rect l="l" t="t" r="r" b="b"/>
              <a:pathLst>
                <a:path w="7990" h="5025" extrusionOk="0">
                  <a:moveTo>
                    <a:pt x="7620" y="1"/>
                  </a:moveTo>
                  <a:lnTo>
                    <a:pt x="0" y="5025"/>
                  </a:lnTo>
                  <a:lnTo>
                    <a:pt x="560" y="5025"/>
                  </a:lnTo>
                  <a:lnTo>
                    <a:pt x="7989" y="132"/>
                  </a:lnTo>
                  <a:lnTo>
                    <a:pt x="7989" y="132"/>
                  </a:lnTo>
                  <a:cubicBezTo>
                    <a:pt x="7966" y="143"/>
                    <a:pt x="7936" y="149"/>
                    <a:pt x="7906" y="149"/>
                  </a:cubicBezTo>
                  <a:cubicBezTo>
                    <a:pt x="7876" y="149"/>
                    <a:pt x="7847" y="143"/>
                    <a:pt x="7823" y="132"/>
                  </a:cubicBezTo>
                  <a:lnTo>
                    <a:pt x="762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22"/>
            <p:cNvSpPr/>
            <p:nvPr/>
          </p:nvSpPr>
          <p:spPr>
            <a:xfrm>
              <a:off x="6356150" y="4021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22"/>
            <p:cNvSpPr/>
            <p:nvPr/>
          </p:nvSpPr>
          <p:spPr>
            <a:xfrm>
              <a:off x="6356425" y="4019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22"/>
            <p:cNvSpPr/>
            <p:nvPr/>
          </p:nvSpPr>
          <p:spPr>
            <a:xfrm>
              <a:off x="6356150" y="40170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22"/>
            <p:cNvSpPr/>
            <p:nvPr/>
          </p:nvSpPr>
          <p:spPr>
            <a:xfrm>
              <a:off x="5970975" y="3781850"/>
              <a:ext cx="385775" cy="240975"/>
            </a:xfrm>
            <a:custGeom>
              <a:avLst/>
              <a:gdLst/>
              <a:ahLst/>
              <a:cxnLst/>
              <a:rect l="l" t="t" r="r" b="b"/>
              <a:pathLst>
                <a:path w="15431" h="9639" extrusionOk="0">
                  <a:moveTo>
                    <a:pt x="0" y="0"/>
                  </a:moveTo>
                  <a:lnTo>
                    <a:pt x="0" y="381"/>
                  </a:lnTo>
                  <a:lnTo>
                    <a:pt x="15002" y="9490"/>
                  </a:lnTo>
                  <a:lnTo>
                    <a:pt x="15217" y="9621"/>
                  </a:lnTo>
                  <a:cubicBezTo>
                    <a:pt x="15246" y="9632"/>
                    <a:pt x="15276" y="9638"/>
                    <a:pt x="15303" y="9638"/>
                  </a:cubicBezTo>
                  <a:cubicBezTo>
                    <a:pt x="15330" y="9638"/>
                    <a:pt x="15353" y="9632"/>
                    <a:pt x="15371" y="9621"/>
                  </a:cubicBezTo>
                  <a:lnTo>
                    <a:pt x="15395" y="9609"/>
                  </a:lnTo>
                  <a:lnTo>
                    <a:pt x="15407" y="9585"/>
                  </a:lnTo>
                  <a:cubicBezTo>
                    <a:pt x="15407" y="9585"/>
                    <a:pt x="15407" y="9573"/>
                    <a:pt x="15419" y="9573"/>
                  </a:cubicBezTo>
                  <a:cubicBezTo>
                    <a:pt x="15419" y="9561"/>
                    <a:pt x="15431" y="9537"/>
                    <a:pt x="15431" y="9537"/>
                  </a:cubicBezTo>
                  <a:lnTo>
                    <a:pt x="15431" y="9525"/>
                  </a:lnTo>
                  <a:lnTo>
                    <a:pt x="15431" y="9466"/>
                  </a:lnTo>
                  <a:cubicBezTo>
                    <a:pt x="15431" y="9442"/>
                    <a:pt x="15419" y="9430"/>
                    <a:pt x="15419" y="9406"/>
                  </a:cubicBezTo>
                  <a:cubicBezTo>
                    <a:pt x="15419" y="9394"/>
                    <a:pt x="15407" y="9394"/>
                    <a:pt x="15407" y="9382"/>
                  </a:cubicBezTo>
                  <a:lnTo>
                    <a:pt x="15407" y="9370"/>
                  </a:lnTo>
                  <a:lnTo>
                    <a:pt x="15371" y="9335"/>
                  </a:lnTo>
                  <a:lnTo>
                    <a:pt x="15169" y="9216"/>
                  </a:lnTo>
                  <a:lnTo>
                    <a:pt x="14681" y="89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22"/>
            <p:cNvSpPr/>
            <p:nvPr/>
          </p:nvSpPr>
          <p:spPr>
            <a:xfrm>
              <a:off x="6535325" y="3221950"/>
              <a:ext cx="50625" cy="50675"/>
            </a:xfrm>
            <a:custGeom>
              <a:avLst/>
              <a:gdLst/>
              <a:ahLst/>
              <a:cxnLst/>
              <a:rect l="l" t="t" r="r" b="b"/>
              <a:pathLst>
                <a:path w="2025" h="2027" extrusionOk="0">
                  <a:moveTo>
                    <a:pt x="1001" y="1"/>
                  </a:moveTo>
                  <a:cubicBezTo>
                    <a:pt x="441" y="36"/>
                    <a:pt x="1" y="489"/>
                    <a:pt x="36" y="1048"/>
                  </a:cubicBezTo>
                  <a:cubicBezTo>
                    <a:pt x="36" y="1144"/>
                    <a:pt x="60" y="1251"/>
                    <a:pt x="96" y="1358"/>
                  </a:cubicBezTo>
                  <a:cubicBezTo>
                    <a:pt x="120" y="1465"/>
                    <a:pt x="179" y="1548"/>
                    <a:pt x="239" y="1620"/>
                  </a:cubicBezTo>
                  <a:cubicBezTo>
                    <a:pt x="334" y="1727"/>
                    <a:pt x="405" y="1799"/>
                    <a:pt x="501" y="1858"/>
                  </a:cubicBezTo>
                  <a:cubicBezTo>
                    <a:pt x="642" y="1967"/>
                    <a:pt x="834" y="2026"/>
                    <a:pt x="1021" y="2026"/>
                  </a:cubicBezTo>
                  <a:cubicBezTo>
                    <a:pt x="1038" y="2026"/>
                    <a:pt x="1055" y="2026"/>
                    <a:pt x="1072" y="2025"/>
                  </a:cubicBezTo>
                  <a:cubicBezTo>
                    <a:pt x="1584" y="2013"/>
                    <a:pt x="2001" y="1608"/>
                    <a:pt x="2025" y="1096"/>
                  </a:cubicBezTo>
                  <a:lnTo>
                    <a:pt x="2025" y="989"/>
                  </a:lnTo>
                  <a:lnTo>
                    <a:pt x="2025" y="965"/>
                  </a:lnTo>
                  <a:cubicBezTo>
                    <a:pt x="2025" y="858"/>
                    <a:pt x="2001" y="763"/>
                    <a:pt x="1965" y="656"/>
                  </a:cubicBezTo>
                  <a:cubicBezTo>
                    <a:pt x="1894" y="453"/>
                    <a:pt x="1727" y="263"/>
                    <a:pt x="1537" y="155"/>
                  </a:cubicBezTo>
                  <a:cubicBezTo>
                    <a:pt x="1453" y="96"/>
                    <a:pt x="1346" y="60"/>
                    <a:pt x="1239" y="36"/>
                  </a:cubicBezTo>
                  <a:cubicBezTo>
                    <a:pt x="1167" y="13"/>
                    <a:pt x="1072" y="1"/>
                    <a:pt x="1001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22"/>
            <p:cNvSpPr/>
            <p:nvPr/>
          </p:nvSpPr>
          <p:spPr>
            <a:xfrm>
              <a:off x="6615100" y="3045125"/>
              <a:ext cx="70575" cy="71475"/>
            </a:xfrm>
            <a:custGeom>
              <a:avLst/>
              <a:gdLst/>
              <a:ahLst/>
              <a:cxnLst/>
              <a:rect l="l" t="t" r="r" b="b"/>
              <a:pathLst>
                <a:path w="2823" h="2859" extrusionOk="0">
                  <a:moveTo>
                    <a:pt x="1389" y="1"/>
                  </a:moveTo>
                  <a:cubicBezTo>
                    <a:pt x="1375" y="1"/>
                    <a:pt x="1360" y="1"/>
                    <a:pt x="1346" y="1"/>
                  </a:cubicBezTo>
                  <a:cubicBezTo>
                    <a:pt x="989" y="25"/>
                    <a:pt x="667" y="168"/>
                    <a:pt x="429" y="406"/>
                  </a:cubicBezTo>
                  <a:cubicBezTo>
                    <a:pt x="358" y="478"/>
                    <a:pt x="274" y="561"/>
                    <a:pt x="215" y="644"/>
                  </a:cubicBezTo>
                  <a:cubicBezTo>
                    <a:pt x="120" y="859"/>
                    <a:pt x="24" y="1061"/>
                    <a:pt x="12" y="1299"/>
                  </a:cubicBezTo>
                  <a:cubicBezTo>
                    <a:pt x="12" y="1359"/>
                    <a:pt x="1" y="1430"/>
                    <a:pt x="1" y="1513"/>
                  </a:cubicBezTo>
                  <a:cubicBezTo>
                    <a:pt x="1" y="1537"/>
                    <a:pt x="1" y="1585"/>
                    <a:pt x="12" y="1609"/>
                  </a:cubicBezTo>
                  <a:cubicBezTo>
                    <a:pt x="72" y="2121"/>
                    <a:pt x="382" y="2537"/>
                    <a:pt x="822" y="2728"/>
                  </a:cubicBezTo>
                  <a:cubicBezTo>
                    <a:pt x="917" y="2776"/>
                    <a:pt x="1013" y="2799"/>
                    <a:pt x="1132" y="2835"/>
                  </a:cubicBezTo>
                  <a:cubicBezTo>
                    <a:pt x="1251" y="2859"/>
                    <a:pt x="1358" y="2859"/>
                    <a:pt x="1477" y="2859"/>
                  </a:cubicBezTo>
                  <a:cubicBezTo>
                    <a:pt x="2048" y="2835"/>
                    <a:pt x="2548" y="2466"/>
                    <a:pt x="2739" y="1942"/>
                  </a:cubicBezTo>
                  <a:cubicBezTo>
                    <a:pt x="2763" y="1835"/>
                    <a:pt x="2798" y="1752"/>
                    <a:pt x="2810" y="1633"/>
                  </a:cubicBezTo>
                  <a:cubicBezTo>
                    <a:pt x="2822" y="1537"/>
                    <a:pt x="2822" y="1466"/>
                    <a:pt x="2822" y="1371"/>
                  </a:cubicBezTo>
                  <a:cubicBezTo>
                    <a:pt x="2799" y="611"/>
                    <a:pt x="2145" y="1"/>
                    <a:pt x="1389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22"/>
            <p:cNvSpPr/>
            <p:nvPr/>
          </p:nvSpPr>
          <p:spPr>
            <a:xfrm>
              <a:off x="5970675" y="2098000"/>
              <a:ext cx="13425" cy="55400"/>
            </a:xfrm>
            <a:custGeom>
              <a:avLst/>
              <a:gdLst/>
              <a:ahLst/>
              <a:cxnLst/>
              <a:rect l="l" t="t" r="r" b="b"/>
              <a:pathLst>
                <a:path w="537" h="2216" extrusionOk="0">
                  <a:moveTo>
                    <a:pt x="0" y="1"/>
                  </a:moveTo>
                  <a:lnTo>
                    <a:pt x="0" y="2215"/>
                  </a:lnTo>
                  <a:cubicBezTo>
                    <a:pt x="60" y="2168"/>
                    <a:pt x="120" y="2108"/>
                    <a:pt x="179" y="2049"/>
                  </a:cubicBezTo>
                  <a:cubicBezTo>
                    <a:pt x="251" y="1977"/>
                    <a:pt x="310" y="1882"/>
                    <a:pt x="358" y="1799"/>
                  </a:cubicBezTo>
                  <a:cubicBezTo>
                    <a:pt x="477" y="1596"/>
                    <a:pt x="536" y="1334"/>
                    <a:pt x="536" y="1072"/>
                  </a:cubicBezTo>
                  <a:cubicBezTo>
                    <a:pt x="536" y="953"/>
                    <a:pt x="524" y="846"/>
                    <a:pt x="489" y="763"/>
                  </a:cubicBezTo>
                  <a:cubicBezTo>
                    <a:pt x="417" y="465"/>
                    <a:pt x="239" y="191"/>
                    <a:pt x="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22"/>
            <p:cNvSpPr/>
            <p:nvPr/>
          </p:nvSpPr>
          <p:spPr>
            <a:xfrm>
              <a:off x="6103125" y="1404475"/>
              <a:ext cx="36950" cy="36050"/>
            </a:xfrm>
            <a:custGeom>
              <a:avLst/>
              <a:gdLst/>
              <a:ahLst/>
              <a:cxnLst/>
              <a:rect l="l" t="t" r="r" b="b"/>
              <a:pathLst>
                <a:path w="1478" h="1442" extrusionOk="0">
                  <a:moveTo>
                    <a:pt x="715" y="0"/>
                  </a:moveTo>
                  <a:cubicBezTo>
                    <a:pt x="644" y="0"/>
                    <a:pt x="572" y="12"/>
                    <a:pt x="525" y="24"/>
                  </a:cubicBezTo>
                  <a:cubicBezTo>
                    <a:pt x="227" y="131"/>
                    <a:pt x="1" y="417"/>
                    <a:pt x="13" y="738"/>
                  </a:cubicBezTo>
                  <a:cubicBezTo>
                    <a:pt x="13" y="786"/>
                    <a:pt x="25" y="834"/>
                    <a:pt x="25" y="881"/>
                  </a:cubicBezTo>
                  <a:cubicBezTo>
                    <a:pt x="60" y="977"/>
                    <a:pt x="96" y="1084"/>
                    <a:pt x="167" y="1155"/>
                  </a:cubicBezTo>
                  <a:cubicBezTo>
                    <a:pt x="292" y="1326"/>
                    <a:pt x="504" y="1442"/>
                    <a:pt x="740" y="1442"/>
                  </a:cubicBezTo>
                  <a:cubicBezTo>
                    <a:pt x="752" y="1442"/>
                    <a:pt x="763" y="1441"/>
                    <a:pt x="775" y="1441"/>
                  </a:cubicBezTo>
                  <a:cubicBezTo>
                    <a:pt x="989" y="1429"/>
                    <a:pt x="1191" y="1322"/>
                    <a:pt x="1322" y="1155"/>
                  </a:cubicBezTo>
                  <a:cubicBezTo>
                    <a:pt x="1382" y="1072"/>
                    <a:pt x="1441" y="977"/>
                    <a:pt x="1453" y="881"/>
                  </a:cubicBezTo>
                  <a:cubicBezTo>
                    <a:pt x="1477" y="846"/>
                    <a:pt x="1477" y="786"/>
                    <a:pt x="1477" y="715"/>
                  </a:cubicBezTo>
                  <a:cubicBezTo>
                    <a:pt x="1453" y="357"/>
                    <a:pt x="1191" y="72"/>
                    <a:pt x="846" y="12"/>
                  </a:cubicBezTo>
                  <a:cubicBezTo>
                    <a:pt x="798" y="12"/>
                    <a:pt x="763" y="0"/>
                    <a:pt x="715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22"/>
            <p:cNvSpPr/>
            <p:nvPr/>
          </p:nvSpPr>
          <p:spPr>
            <a:xfrm>
              <a:off x="6109075" y="1694975"/>
              <a:ext cx="37250" cy="36950"/>
            </a:xfrm>
            <a:custGeom>
              <a:avLst/>
              <a:gdLst/>
              <a:ahLst/>
              <a:cxnLst/>
              <a:rect l="l" t="t" r="r" b="b"/>
              <a:pathLst>
                <a:path w="1490" h="1478" extrusionOk="0">
                  <a:moveTo>
                    <a:pt x="703" y="1"/>
                  </a:moveTo>
                  <a:cubicBezTo>
                    <a:pt x="310" y="13"/>
                    <a:pt x="1" y="346"/>
                    <a:pt x="1" y="751"/>
                  </a:cubicBezTo>
                  <a:lnTo>
                    <a:pt x="1" y="763"/>
                  </a:lnTo>
                  <a:cubicBezTo>
                    <a:pt x="1" y="870"/>
                    <a:pt x="25" y="965"/>
                    <a:pt x="72" y="1060"/>
                  </a:cubicBezTo>
                  <a:cubicBezTo>
                    <a:pt x="132" y="1168"/>
                    <a:pt x="203" y="1263"/>
                    <a:pt x="310" y="1346"/>
                  </a:cubicBezTo>
                  <a:cubicBezTo>
                    <a:pt x="394" y="1406"/>
                    <a:pt x="489" y="1441"/>
                    <a:pt x="608" y="1465"/>
                  </a:cubicBezTo>
                  <a:cubicBezTo>
                    <a:pt x="668" y="1477"/>
                    <a:pt x="715" y="1477"/>
                    <a:pt x="775" y="1477"/>
                  </a:cubicBezTo>
                  <a:cubicBezTo>
                    <a:pt x="1180" y="1465"/>
                    <a:pt x="1489" y="1120"/>
                    <a:pt x="1477" y="715"/>
                  </a:cubicBezTo>
                  <a:lnTo>
                    <a:pt x="1477" y="703"/>
                  </a:lnTo>
                  <a:cubicBezTo>
                    <a:pt x="1477" y="596"/>
                    <a:pt x="1442" y="489"/>
                    <a:pt x="1382" y="406"/>
                  </a:cubicBezTo>
                  <a:cubicBezTo>
                    <a:pt x="1334" y="310"/>
                    <a:pt x="1275" y="239"/>
                    <a:pt x="1192" y="179"/>
                  </a:cubicBezTo>
                  <a:cubicBezTo>
                    <a:pt x="1120" y="120"/>
                    <a:pt x="1013" y="60"/>
                    <a:pt x="906" y="36"/>
                  </a:cubicBezTo>
                  <a:cubicBezTo>
                    <a:pt x="846" y="13"/>
                    <a:pt x="775" y="1"/>
                    <a:pt x="70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22"/>
            <p:cNvSpPr/>
            <p:nvPr/>
          </p:nvSpPr>
          <p:spPr>
            <a:xfrm>
              <a:off x="6425200" y="2059300"/>
              <a:ext cx="25925" cy="25325"/>
            </a:xfrm>
            <a:custGeom>
              <a:avLst/>
              <a:gdLst/>
              <a:ahLst/>
              <a:cxnLst/>
              <a:rect l="l" t="t" r="r" b="b"/>
              <a:pathLst>
                <a:path w="1037" h="1013" extrusionOk="0">
                  <a:moveTo>
                    <a:pt x="522" y="0"/>
                  </a:moveTo>
                  <a:cubicBezTo>
                    <a:pt x="515" y="0"/>
                    <a:pt x="508" y="1"/>
                    <a:pt x="500" y="1"/>
                  </a:cubicBezTo>
                  <a:cubicBezTo>
                    <a:pt x="238" y="1"/>
                    <a:pt x="48" y="191"/>
                    <a:pt x="0" y="430"/>
                  </a:cubicBezTo>
                  <a:lnTo>
                    <a:pt x="0" y="525"/>
                  </a:lnTo>
                  <a:cubicBezTo>
                    <a:pt x="0" y="608"/>
                    <a:pt x="36" y="680"/>
                    <a:pt x="60" y="739"/>
                  </a:cubicBezTo>
                  <a:cubicBezTo>
                    <a:pt x="155" y="906"/>
                    <a:pt x="334" y="1013"/>
                    <a:pt x="524" y="1013"/>
                  </a:cubicBezTo>
                  <a:cubicBezTo>
                    <a:pt x="810" y="1013"/>
                    <a:pt x="1036" y="775"/>
                    <a:pt x="1012" y="489"/>
                  </a:cubicBezTo>
                  <a:cubicBezTo>
                    <a:pt x="1012" y="211"/>
                    <a:pt x="787" y="0"/>
                    <a:pt x="52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22"/>
            <p:cNvSpPr/>
            <p:nvPr/>
          </p:nvSpPr>
          <p:spPr>
            <a:xfrm>
              <a:off x="6057300" y="3078375"/>
              <a:ext cx="35725" cy="35300"/>
            </a:xfrm>
            <a:custGeom>
              <a:avLst/>
              <a:gdLst/>
              <a:ahLst/>
              <a:cxnLst/>
              <a:rect l="l" t="t" r="r" b="b"/>
              <a:pathLst>
                <a:path w="1429" h="1412" extrusionOk="0">
                  <a:moveTo>
                    <a:pt x="759" y="1"/>
                  </a:moveTo>
                  <a:cubicBezTo>
                    <a:pt x="737" y="1"/>
                    <a:pt x="714" y="2"/>
                    <a:pt x="691" y="5"/>
                  </a:cubicBezTo>
                  <a:cubicBezTo>
                    <a:pt x="584" y="5"/>
                    <a:pt x="488" y="29"/>
                    <a:pt x="405" y="76"/>
                  </a:cubicBezTo>
                  <a:cubicBezTo>
                    <a:pt x="310" y="124"/>
                    <a:pt x="226" y="195"/>
                    <a:pt x="167" y="267"/>
                  </a:cubicBezTo>
                  <a:cubicBezTo>
                    <a:pt x="60" y="398"/>
                    <a:pt x="0" y="553"/>
                    <a:pt x="12" y="731"/>
                  </a:cubicBezTo>
                  <a:cubicBezTo>
                    <a:pt x="12" y="1099"/>
                    <a:pt x="334" y="1411"/>
                    <a:pt x="709" y="1411"/>
                  </a:cubicBezTo>
                  <a:cubicBezTo>
                    <a:pt x="723" y="1411"/>
                    <a:pt x="737" y="1411"/>
                    <a:pt x="750" y="1410"/>
                  </a:cubicBezTo>
                  <a:cubicBezTo>
                    <a:pt x="988" y="1410"/>
                    <a:pt x="1179" y="1291"/>
                    <a:pt x="1310" y="1112"/>
                  </a:cubicBezTo>
                  <a:cubicBezTo>
                    <a:pt x="1369" y="1029"/>
                    <a:pt x="1417" y="922"/>
                    <a:pt x="1429" y="814"/>
                  </a:cubicBezTo>
                  <a:lnTo>
                    <a:pt x="1429" y="684"/>
                  </a:lnTo>
                  <a:cubicBezTo>
                    <a:pt x="1429" y="612"/>
                    <a:pt x="1417" y="541"/>
                    <a:pt x="1381" y="457"/>
                  </a:cubicBezTo>
                  <a:cubicBezTo>
                    <a:pt x="1358" y="350"/>
                    <a:pt x="1298" y="267"/>
                    <a:pt x="1203" y="195"/>
                  </a:cubicBezTo>
                  <a:cubicBezTo>
                    <a:pt x="1087" y="79"/>
                    <a:pt x="934" y="1"/>
                    <a:pt x="759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22"/>
            <p:cNvSpPr/>
            <p:nvPr/>
          </p:nvSpPr>
          <p:spPr>
            <a:xfrm>
              <a:off x="6380550" y="2852850"/>
              <a:ext cx="35750" cy="35750"/>
            </a:xfrm>
            <a:custGeom>
              <a:avLst/>
              <a:gdLst/>
              <a:ahLst/>
              <a:cxnLst/>
              <a:rect l="l" t="t" r="r" b="b"/>
              <a:pathLst>
                <a:path w="1430" h="1430" extrusionOk="0">
                  <a:moveTo>
                    <a:pt x="620" y="1"/>
                  </a:moveTo>
                  <a:cubicBezTo>
                    <a:pt x="512" y="13"/>
                    <a:pt x="417" y="49"/>
                    <a:pt x="346" y="108"/>
                  </a:cubicBezTo>
                  <a:cubicBezTo>
                    <a:pt x="262" y="168"/>
                    <a:pt x="179" y="239"/>
                    <a:pt x="119" y="334"/>
                  </a:cubicBezTo>
                  <a:cubicBezTo>
                    <a:pt x="48" y="453"/>
                    <a:pt x="0" y="584"/>
                    <a:pt x="0" y="727"/>
                  </a:cubicBezTo>
                  <a:cubicBezTo>
                    <a:pt x="0" y="834"/>
                    <a:pt x="36" y="930"/>
                    <a:pt x="60" y="1013"/>
                  </a:cubicBezTo>
                  <a:cubicBezTo>
                    <a:pt x="108" y="1108"/>
                    <a:pt x="167" y="1180"/>
                    <a:pt x="239" y="1251"/>
                  </a:cubicBezTo>
                  <a:cubicBezTo>
                    <a:pt x="322" y="1323"/>
                    <a:pt x="417" y="1370"/>
                    <a:pt x="524" y="1406"/>
                  </a:cubicBezTo>
                  <a:cubicBezTo>
                    <a:pt x="596" y="1418"/>
                    <a:pt x="679" y="1430"/>
                    <a:pt x="750" y="1430"/>
                  </a:cubicBezTo>
                  <a:cubicBezTo>
                    <a:pt x="893" y="1430"/>
                    <a:pt x="1036" y="1382"/>
                    <a:pt x="1131" y="1299"/>
                  </a:cubicBezTo>
                  <a:cubicBezTo>
                    <a:pt x="1227" y="1239"/>
                    <a:pt x="1298" y="1144"/>
                    <a:pt x="1346" y="1061"/>
                  </a:cubicBezTo>
                  <a:cubicBezTo>
                    <a:pt x="1405" y="953"/>
                    <a:pt x="1429" y="822"/>
                    <a:pt x="1429" y="703"/>
                  </a:cubicBezTo>
                  <a:cubicBezTo>
                    <a:pt x="1429" y="394"/>
                    <a:pt x="1227" y="132"/>
                    <a:pt x="941" y="49"/>
                  </a:cubicBezTo>
                  <a:cubicBezTo>
                    <a:pt x="870" y="13"/>
                    <a:pt x="798" y="13"/>
                    <a:pt x="703" y="13"/>
                  </a:cubicBezTo>
                  <a:cubicBezTo>
                    <a:pt x="655" y="1"/>
                    <a:pt x="631" y="1"/>
                    <a:pt x="62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22"/>
            <p:cNvSpPr/>
            <p:nvPr/>
          </p:nvSpPr>
          <p:spPr>
            <a:xfrm>
              <a:off x="6112050" y="2933525"/>
              <a:ext cx="25625" cy="25350"/>
            </a:xfrm>
            <a:custGeom>
              <a:avLst/>
              <a:gdLst/>
              <a:ahLst/>
              <a:cxnLst/>
              <a:rect l="l" t="t" r="r" b="b"/>
              <a:pathLst>
                <a:path w="1025" h="1014" extrusionOk="0">
                  <a:moveTo>
                    <a:pt x="489" y="1"/>
                  </a:moveTo>
                  <a:cubicBezTo>
                    <a:pt x="227" y="24"/>
                    <a:pt x="1" y="262"/>
                    <a:pt x="1" y="524"/>
                  </a:cubicBezTo>
                  <a:cubicBezTo>
                    <a:pt x="1" y="803"/>
                    <a:pt x="227" y="1013"/>
                    <a:pt x="502" y="1013"/>
                  </a:cubicBezTo>
                  <a:cubicBezTo>
                    <a:pt x="510" y="1013"/>
                    <a:pt x="517" y="1013"/>
                    <a:pt x="525" y="1013"/>
                  </a:cubicBezTo>
                  <a:cubicBezTo>
                    <a:pt x="715" y="1013"/>
                    <a:pt x="858" y="905"/>
                    <a:pt x="953" y="751"/>
                  </a:cubicBezTo>
                  <a:cubicBezTo>
                    <a:pt x="1001" y="679"/>
                    <a:pt x="1013" y="584"/>
                    <a:pt x="1013" y="489"/>
                  </a:cubicBezTo>
                  <a:cubicBezTo>
                    <a:pt x="1025" y="477"/>
                    <a:pt x="1025" y="465"/>
                    <a:pt x="1013" y="429"/>
                  </a:cubicBezTo>
                  <a:cubicBezTo>
                    <a:pt x="1001" y="334"/>
                    <a:pt x="953" y="239"/>
                    <a:pt x="894" y="167"/>
                  </a:cubicBezTo>
                  <a:cubicBezTo>
                    <a:pt x="822" y="96"/>
                    <a:pt x="727" y="36"/>
                    <a:pt x="608" y="24"/>
                  </a:cubicBezTo>
                  <a:cubicBezTo>
                    <a:pt x="584" y="24"/>
                    <a:pt x="537" y="1"/>
                    <a:pt x="489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22"/>
            <p:cNvSpPr/>
            <p:nvPr/>
          </p:nvSpPr>
          <p:spPr>
            <a:xfrm>
              <a:off x="6306125" y="3104075"/>
              <a:ext cx="25925" cy="25350"/>
            </a:xfrm>
            <a:custGeom>
              <a:avLst/>
              <a:gdLst/>
              <a:ahLst/>
              <a:cxnLst/>
              <a:rect l="l" t="t" r="r" b="b"/>
              <a:pathLst>
                <a:path w="1037" h="1014" extrusionOk="0">
                  <a:moveTo>
                    <a:pt x="522" y="0"/>
                  </a:moveTo>
                  <a:cubicBezTo>
                    <a:pt x="515" y="0"/>
                    <a:pt x="508" y="0"/>
                    <a:pt x="501" y="1"/>
                  </a:cubicBezTo>
                  <a:cubicBezTo>
                    <a:pt x="215" y="13"/>
                    <a:pt x="1" y="251"/>
                    <a:pt x="1" y="525"/>
                  </a:cubicBezTo>
                  <a:cubicBezTo>
                    <a:pt x="1" y="792"/>
                    <a:pt x="227" y="1013"/>
                    <a:pt x="503" y="1013"/>
                  </a:cubicBezTo>
                  <a:cubicBezTo>
                    <a:pt x="510" y="1013"/>
                    <a:pt x="517" y="1013"/>
                    <a:pt x="525" y="1013"/>
                  </a:cubicBezTo>
                  <a:cubicBezTo>
                    <a:pt x="810" y="1013"/>
                    <a:pt x="1037" y="775"/>
                    <a:pt x="1013" y="489"/>
                  </a:cubicBezTo>
                  <a:cubicBezTo>
                    <a:pt x="1001" y="211"/>
                    <a:pt x="775" y="0"/>
                    <a:pt x="52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22"/>
            <p:cNvSpPr/>
            <p:nvPr/>
          </p:nvSpPr>
          <p:spPr>
            <a:xfrm>
              <a:off x="6408525" y="2464700"/>
              <a:ext cx="25325" cy="25350"/>
            </a:xfrm>
            <a:custGeom>
              <a:avLst/>
              <a:gdLst/>
              <a:ahLst/>
              <a:cxnLst/>
              <a:rect l="l" t="t" r="r" b="b"/>
              <a:pathLst>
                <a:path w="1013" h="1014" extrusionOk="0">
                  <a:moveTo>
                    <a:pt x="513" y="1"/>
                  </a:moveTo>
                  <a:cubicBezTo>
                    <a:pt x="505" y="1"/>
                    <a:pt x="497" y="1"/>
                    <a:pt x="489" y="1"/>
                  </a:cubicBezTo>
                  <a:cubicBezTo>
                    <a:pt x="382" y="1"/>
                    <a:pt x="298" y="37"/>
                    <a:pt x="227" y="96"/>
                  </a:cubicBezTo>
                  <a:cubicBezTo>
                    <a:pt x="132" y="156"/>
                    <a:pt x="60" y="239"/>
                    <a:pt x="36" y="347"/>
                  </a:cubicBezTo>
                  <a:cubicBezTo>
                    <a:pt x="12" y="406"/>
                    <a:pt x="1" y="466"/>
                    <a:pt x="1" y="525"/>
                  </a:cubicBezTo>
                  <a:cubicBezTo>
                    <a:pt x="1" y="644"/>
                    <a:pt x="48" y="763"/>
                    <a:pt x="120" y="835"/>
                  </a:cubicBezTo>
                  <a:lnTo>
                    <a:pt x="120" y="858"/>
                  </a:lnTo>
                  <a:cubicBezTo>
                    <a:pt x="179" y="918"/>
                    <a:pt x="251" y="954"/>
                    <a:pt x="334" y="989"/>
                  </a:cubicBezTo>
                  <a:cubicBezTo>
                    <a:pt x="393" y="1001"/>
                    <a:pt x="453" y="1013"/>
                    <a:pt x="513" y="1013"/>
                  </a:cubicBezTo>
                  <a:cubicBezTo>
                    <a:pt x="548" y="1013"/>
                    <a:pt x="608" y="1001"/>
                    <a:pt x="655" y="989"/>
                  </a:cubicBezTo>
                  <a:cubicBezTo>
                    <a:pt x="667" y="989"/>
                    <a:pt x="691" y="978"/>
                    <a:pt x="703" y="978"/>
                  </a:cubicBezTo>
                  <a:cubicBezTo>
                    <a:pt x="810" y="930"/>
                    <a:pt x="882" y="858"/>
                    <a:pt x="941" y="763"/>
                  </a:cubicBezTo>
                  <a:cubicBezTo>
                    <a:pt x="953" y="751"/>
                    <a:pt x="953" y="739"/>
                    <a:pt x="965" y="716"/>
                  </a:cubicBezTo>
                  <a:cubicBezTo>
                    <a:pt x="1001" y="644"/>
                    <a:pt x="1013" y="585"/>
                    <a:pt x="1013" y="501"/>
                  </a:cubicBezTo>
                  <a:cubicBezTo>
                    <a:pt x="1013" y="454"/>
                    <a:pt x="1001" y="394"/>
                    <a:pt x="977" y="347"/>
                  </a:cubicBezTo>
                  <a:cubicBezTo>
                    <a:pt x="908" y="151"/>
                    <a:pt x="729" y="1"/>
                    <a:pt x="51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22"/>
            <p:cNvSpPr/>
            <p:nvPr/>
          </p:nvSpPr>
          <p:spPr>
            <a:xfrm>
              <a:off x="6123675" y="2252200"/>
              <a:ext cx="25325" cy="25625"/>
            </a:xfrm>
            <a:custGeom>
              <a:avLst/>
              <a:gdLst/>
              <a:ahLst/>
              <a:cxnLst/>
              <a:rect l="l" t="t" r="r" b="b"/>
              <a:pathLst>
                <a:path w="1013" h="1025" extrusionOk="0">
                  <a:moveTo>
                    <a:pt x="488" y="0"/>
                  </a:moveTo>
                  <a:cubicBezTo>
                    <a:pt x="381" y="0"/>
                    <a:pt x="298" y="48"/>
                    <a:pt x="203" y="107"/>
                  </a:cubicBezTo>
                  <a:cubicBezTo>
                    <a:pt x="119" y="167"/>
                    <a:pt x="60" y="262"/>
                    <a:pt x="24" y="357"/>
                  </a:cubicBezTo>
                  <a:cubicBezTo>
                    <a:pt x="12" y="405"/>
                    <a:pt x="0" y="465"/>
                    <a:pt x="0" y="524"/>
                  </a:cubicBezTo>
                  <a:cubicBezTo>
                    <a:pt x="0" y="750"/>
                    <a:pt x="155" y="941"/>
                    <a:pt x="369" y="1000"/>
                  </a:cubicBezTo>
                  <a:cubicBezTo>
                    <a:pt x="417" y="1024"/>
                    <a:pt x="477" y="1024"/>
                    <a:pt x="512" y="1024"/>
                  </a:cubicBezTo>
                  <a:cubicBezTo>
                    <a:pt x="572" y="1024"/>
                    <a:pt x="631" y="1000"/>
                    <a:pt x="679" y="988"/>
                  </a:cubicBezTo>
                  <a:cubicBezTo>
                    <a:pt x="715" y="977"/>
                    <a:pt x="750" y="965"/>
                    <a:pt x="786" y="941"/>
                  </a:cubicBezTo>
                  <a:cubicBezTo>
                    <a:pt x="869" y="881"/>
                    <a:pt x="953" y="798"/>
                    <a:pt x="977" y="691"/>
                  </a:cubicBezTo>
                  <a:cubicBezTo>
                    <a:pt x="989" y="631"/>
                    <a:pt x="1012" y="572"/>
                    <a:pt x="1012" y="500"/>
                  </a:cubicBezTo>
                  <a:cubicBezTo>
                    <a:pt x="1012" y="334"/>
                    <a:pt x="929" y="203"/>
                    <a:pt x="810" y="107"/>
                  </a:cubicBezTo>
                  <a:cubicBezTo>
                    <a:pt x="727" y="48"/>
                    <a:pt x="619" y="0"/>
                    <a:pt x="51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22"/>
            <p:cNvSpPr/>
            <p:nvPr/>
          </p:nvSpPr>
          <p:spPr>
            <a:xfrm>
              <a:off x="6508250" y="1603550"/>
              <a:ext cx="25625" cy="25400"/>
            </a:xfrm>
            <a:custGeom>
              <a:avLst/>
              <a:gdLst/>
              <a:ahLst/>
              <a:cxnLst/>
              <a:rect l="l" t="t" r="r" b="b"/>
              <a:pathLst>
                <a:path w="1025" h="1016" extrusionOk="0">
                  <a:moveTo>
                    <a:pt x="530" y="1"/>
                  </a:moveTo>
                  <a:cubicBezTo>
                    <a:pt x="516" y="1"/>
                    <a:pt x="502" y="1"/>
                    <a:pt x="488" y="3"/>
                  </a:cubicBezTo>
                  <a:cubicBezTo>
                    <a:pt x="357" y="3"/>
                    <a:pt x="238" y="74"/>
                    <a:pt x="155" y="157"/>
                  </a:cubicBezTo>
                  <a:cubicBezTo>
                    <a:pt x="72" y="241"/>
                    <a:pt x="36" y="336"/>
                    <a:pt x="12" y="443"/>
                  </a:cubicBezTo>
                  <a:cubicBezTo>
                    <a:pt x="0" y="491"/>
                    <a:pt x="0" y="503"/>
                    <a:pt x="0" y="514"/>
                  </a:cubicBezTo>
                  <a:cubicBezTo>
                    <a:pt x="0" y="634"/>
                    <a:pt x="48" y="741"/>
                    <a:pt x="107" y="812"/>
                  </a:cubicBezTo>
                  <a:cubicBezTo>
                    <a:pt x="185" y="945"/>
                    <a:pt x="334" y="1016"/>
                    <a:pt x="488" y="1016"/>
                  </a:cubicBezTo>
                  <a:cubicBezTo>
                    <a:pt x="500" y="1016"/>
                    <a:pt x="512" y="1015"/>
                    <a:pt x="524" y="1015"/>
                  </a:cubicBezTo>
                  <a:cubicBezTo>
                    <a:pt x="810" y="1015"/>
                    <a:pt x="1024" y="776"/>
                    <a:pt x="1012" y="491"/>
                  </a:cubicBezTo>
                  <a:cubicBezTo>
                    <a:pt x="1012" y="219"/>
                    <a:pt x="797" y="1"/>
                    <a:pt x="53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22"/>
            <p:cNvSpPr/>
            <p:nvPr/>
          </p:nvSpPr>
          <p:spPr>
            <a:xfrm>
              <a:off x="6389175" y="3469300"/>
              <a:ext cx="36650" cy="35450"/>
            </a:xfrm>
            <a:custGeom>
              <a:avLst/>
              <a:gdLst/>
              <a:ahLst/>
              <a:cxnLst/>
              <a:rect l="l" t="t" r="r" b="b"/>
              <a:pathLst>
                <a:path w="1466" h="1418" extrusionOk="0">
                  <a:moveTo>
                    <a:pt x="703" y="1"/>
                  </a:moveTo>
                  <a:cubicBezTo>
                    <a:pt x="644" y="1"/>
                    <a:pt x="584" y="25"/>
                    <a:pt x="536" y="36"/>
                  </a:cubicBezTo>
                  <a:cubicBezTo>
                    <a:pt x="429" y="60"/>
                    <a:pt x="346" y="120"/>
                    <a:pt x="251" y="179"/>
                  </a:cubicBezTo>
                  <a:cubicBezTo>
                    <a:pt x="108" y="322"/>
                    <a:pt x="1" y="525"/>
                    <a:pt x="13" y="739"/>
                  </a:cubicBezTo>
                  <a:cubicBezTo>
                    <a:pt x="13" y="775"/>
                    <a:pt x="13" y="810"/>
                    <a:pt x="36" y="858"/>
                  </a:cubicBezTo>
                  <a:cubicBezTo>
                    <a:pt x="48" y="953"/>
                    <a:pt x="96" y="1060"/>
                    <a:pt x="167" y="1132"/>
                  </a:cubicBezTo>
                  <a:cubicBezTo>
                    <a:pt x="298" y="1310"/>
                    <a:pt x="525" y="1418"/>
                    <a:pt x="763" y="1418"/>
                  </a:cubicBezTo>
                  <a:cubicBezTo>
                    <a:pt x="1144" y="1418"/>
                    <a:pt x="1465" y="1072"/>
                    <a:pt x="1441" y="691"/>
                  </a:cubicBezTo>
                  <a:cubicBezTo>
                    <a:pt x="1441" y="632"/>
                    <a:pt x="1429" y="560"/>
                    <a:pt x="1418" y="501"/>
                  </a:cubicBezTo>
                  <a:cubicBezTo>
                    <a:pt x="1382" y="394"/>
                    <a:pt x="1322" y="298"/>
                    <a:pt x="1251" y="227"/>
                  </a:cubicBezTo>
                  <a:lnTo>
                    <a:pt x="1203" y="179"/>
                  </a:lnTo>
                  <a:cubicBezTo>
                    <a:pt x="1132" y="108"/>
                    <a:pt x="1025" y="60"/>
                    <a:pt x="929" y="36"/>
                  </a:cubicBezTo>
                  <a:cubicBezTo>
                    <a:pt x="846" y="25"/>
                    <a:pt x="775" y="1"/>
                    <a:pt x="70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22"/>
            <p:cNvSpPr/>
            <p:nvPr/>
          </p:nvSpPr>
          <p:spPr>
            <a:xfrm>
              <a:off x="6987775" y="3156175"/>
              <a:ext cx="36325" cy="35750"/>
            </a:xfrm>
            <a:custGeom>
              <a:avLst/>
              <a:gdLst/>
              <a:ahLst/>
              <a:cxnLst/>
              <a:rect l="l" t="t" r="r" b="b"/>
              <a:pathLst>
                <a:path w="1453" h="1430" extrusionOk="0">
                  <a:moveTo>
                    <a:pt x="713" y="0"/>
                  </a:moveTo>
                  <a:cubicBezTo>
                    <a:pt x="706" y="0"/>
                    <a:pt x="698" y="0"/>
                    <a:pt x="691" y="0"/>
                  </a:cubicBezTo>
                  <a:cubicBezTo>
                    <a:pt x="584" y="0"/>
                    <a:pt x="476" y="24"/>
                    <a:pt x="393" y="84"/>
                  </a:cubicBezTo>
                  <a:cubicBezTo>
                    <a:pt x="298" y="131"/>
                    <a:pt x="214" y="203"/>
                    <a:pt x="155" y="298"/>
                  </a:cubicBezTo>
                  <a:cubicBezTo>
                    <a:pt x="119" y="346"/>
                    <a:pt x="95" y="405"/>
                    <a:pt x="60" y="465"/>
                  </a:cubicBezTo>
                  <a:cubicBezTo>
                    <a:pt x="36" y="548"/>
                    <a:pt x="0" y="643"/>
                    <a:pt x="24" y="739"/>
                  </a:cubicBezTo>
                  <a:lnTo>
                    <a:pt x="24" y="774"/>
                  </a:lnTo>
                  <a:cubicBezTo>
                    <a:pt x="24" y="822"/>
                    <a:pt x="36" y="858"/>
                    <a:pt x="48" y="905"/>
                  </a:cubicBezTo>
                  <a:cubicBezTo>
                    <a:pt x="83" y="1012"/>
                    <a:pt x="119" y="1096"/>
                    <a:pt x="203" y="1191"/>
                  </a:cubicBezTo>
                  <a:cubicBezTo>
                    <a:pt x="334" y="1334"/>
                    <a:pt x="536" y="1429"/>
                    <a:pt x="750" y="1429"/>
                  </a:cubicBezTo>
                  <a:cubicBezTo>
                    <a:pt x="1131" y="1429"/>
                    <a:pt x="1453" y="1084"/>
                    <a:pt x="1429" y="703"/>
                  </a:cubicBezTo>
                  <a:cubicBezTo>
                    <a:pt x="1417" y="306"/>
                    <a:pt x="1107" y="0"/>
                    <a:pt x="713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22"/>
            <p:cNvSpPr/>
            <p:nvPr/>
          </p:nvSpPr>
          <p:spPr>
            <a:xfrm>
              <a:off x="6376075" y="3686575"/>
              <a:ext cx="40225" cy="39625"/>
            </a:xfrm>
            <a:custGeom>
              <a:avLst/>
              <a:gdLst/>
              <a:ahLst/>
              <a:cxnLst/>
              <a:rect l="l" t="t" r="r" b="b"/>
              <a:pathLst>
                <a:path w="1609" h="1585" extrusionOk="0">
                  <a:moveTo>
                    <a:pt x="816" y="0"/>
                  </a:moveTo>
                  <a:cubicBezTo>
                    <a:pt x="803" y="0"/>
                    <a:pt x="789" y="1"/>
                    <a:pt x="775" y="1"/>
                  </a:cubicBezTo>
                  <a:cubicBezTo>
                    <a:pt x="346" y="37"/>
                    <a:pt x="1" y="394"/>
                    <a:pt x="25" y="823"/>
                  </a:cubicBezTo>
                  <a:lnTo>
                    <a:pt x="25" y="882"/>
                  </a:lnTo>
                  <a:cubicBezTo>
                    <a:pt x="37" y="990"/>
                    <a:pt x="60" y="1085"/>
                    <a:pt x="108" y="1180"/>
                  </a:cubicBezTo>
                  <a:cubicBezTo>
                    <a:pt x="179" y="1347"/>
                    <a:pt x="346" y="1466"/>
                    <a:pt x="525" y="1537"/>
                  </a:cubicBezTo>
                  <a:cubicBezTo>
                    <a:pt x="620" y="1573"/>
                    <a:pt x="715" y="1585"/>
                    <a:pt x="822" y="1585"/>
                  </a:cubicBezTo>
                  <a:lnTo>
                    <a:pt x="858" y="1585"/>
                  </a:lnTo>
                  <a:cubicBezTo>
                    <a:pt x="1275" y="1549"/>
                    <a:pt x="1608" y="1192"/>
                    <a:pt x="1596" y="763"/>
                  </a:cubicBezTo>
                  <a:cubicBezTo>
                    <a:pt x="1585" y="348"/>
                    <a:pt x="1238" y="0"/>
                    <a:pt x="81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22"/>
            <p:cNvSpPr/>
            <p:nvPr/>
          </p:nvSpPr>
          <p:spPr>
            <a:xfrm>
              <a:off x="6069500" y="3642400"/>
              <a:ext cx="29200" cy="28375"/>
            </a:xfrm>
            <a:custGeom>
              <a:avLst/>
              <a:gdLst/>
              <a:ahLst/>
              <a:cxnLst/>
              <a:rect l="l" t="t" r="r" b="b"/>
              <a:pathLst>
                <a:path w="1168" h="1135" extrusionOk="0">
                  <a:moveTo>
                    <a:pt x="568" y="0"/>
                  </a:moveTo>
                  <a:cubicBezTo>
                    <a:pt x="494" y="0"/>
                    <a:pt x="418" y="14"/>
                    <a:pt x="346" y="42"/>
                  </a:cubicBezTo>
                  <a:cubicBezTo>
                    <a:pt x="334" y="42"/>
                    <a:pt x="322" y="66"/>
                    <a:pt x="322" y="66"/>
                  </a:cubicBezTo>
                  <a:cubicBezTo>
                    <a:pt x="227" y="101"/>
                    <a:pt x="155" y="173"/>
                    <a:pt x="108" y="256"/>
                  </a:cubicBezTo>
                  <a:cubicBezTo>
                    <a:pt x="36" y="363"/>
                    <a:pt x="0" y="494"/>
                    <a:pt x="24" y="625"/>
                  </a:cubicBezTo>
                  <a:cubicBezTo>
                    <a:pt x="36" y="697"/>
                    <a:pt x="48" y="756"/>
                    <a:pt x="84" y="828"/>
                  </a:cubicBezTo>
                  <a:cubicBezTo>
                    <a:pt x="96" y="863"/>
                    <a:pt x="108" y="887"/>
                    <a:pt x="143" y="923"/>
                  </a:cubicBezTo>
                  <a:cubicBezTo>
                    <a:pt x="253" y="1060"/>
                    <a:pt x="412" y="1134"/>
                    <a:pt x="582" y="1134"/>
                  </a:cubicBezTo>
                  <a:cubicBezTo>
                    <a:pt x="633" y="1134"/>
                    <a:pt x="686" y="1127"/>
                    <a:pt x="739" y="1113"/>
                  </a:cubicBezTo>
                  <a:cubicBezTo>
                    <a:pt x="774" y="1102"/>
                    <a:pt x="810" y="1090"/>
                    <a:pt x="834" y="1066"/>
                  </a:cubicBezTo>
                  <a:cubicBezTo>
                    <a:pt x="893" y="1042"/>
                    <a:pt x="953" y="994"/>
                    <a:pt x="989" y="959"/>
                  </a:cubicBezTo>
                  <a:cubicBezTo>
                    <a:pt x="1120" y="804"/>
                    <a:pt x="1167" y="601"/>
                    <a:pt x="1108" y="423"/>
                  </a:cubicBezTo>
                  <a:cubicBezTo>
                    <a:pt x="1096" y="387"/>
                    <a:pt x="1072" y="340"/>
                    <a:pt x="1060" y="316"/>
                  </a:cubicBezTo>
                  <a:cubicBezTo>
                    <a:pt x="1060" y="244"/>
                    <a:pt x="1012" y="185"/>
                    <a:pt x="953" y="137"/>
                  </a:cubicBezTo>
                  <a:cubicBezTo>
                    <a:pt x="851" y="51"/>
                    <a:pt x="712" y="0"/>
                    <a:pt x="56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22"/>
            <p:cNvSpPr/>
            <p:nvPr/>
          </p:nvSpPr>
          <p:spPr>
            <a:xfrm>
              <a:off x="6322200" y="2992450"/>
              <a:ext cx="14925" cy="14025"/>
            </a:xfrm>
            <a:custGeom>
              <a:avLst/>
              <a:gdLst/>
              <a:ahLst/>
              <a:cxnLst/>
              <a:rect l="l" t="t" r="r" b="b"/>
              <a:pathLst>
                <a:path w="597" h="561" extrusionOk="0">
                  <a:moveTo>
                    <a:pt x="287" y="1"/>
                  </a:moveTo>
                  <a:cubicBezTo>
                    <a:pt x="120" y="13"/>
                    <a:pt x="1" y="144"/>
                    <a:pt x="1" y="299"/>
                  </a:cubicBezTo>
                  <a:cubicBezTo>
                    <a:pt x="1" y="358"/>
                    <a:pt x="13" y="406"/>
                    <a:pt x="48" y="430"/>
                  </a:cubicBezTo>
                  <a:cubicBezTo>
                    <a:pt x="60" y="453"/>
                    <a:pt x="72" y="477"/>
                    <a:pt x="84" y="489"/>
                  </a:cubicBezTo>
                  <a:cubicBezTo>
                    <a:pt x="144" y="537"/>
                    <a:pt x="227" y="561"/>
                    <a:pt x="298" y="561"/>
                  </a:cubicBezTo>
                  <a:lnTo>
                    <a:pt x="346" y="561"/>
                  </a:lnTo>
                  <a:cubicBezTo>
                    <a:pt x="489" y="549"/>
                    <a:pt x="584" y="442"/>
                    <a:pt x="596" y="311"/>
                  </a:cubicBezTo>
                  <a:lnTo>
                    <a:pt x="596" y="275"/>
                  </a:lnTo>
                  <a:cubicBezTo>
                    <a:pt x="596" y="132"/>
                    <a:pt x="477" y="13"/>
                    <a:pt x="31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22"/>
            <p:cNvSpPr/>
            <p:nvPr/>
          </p:nvSpPr>
          <p:spPr>
            <a:xfrm>
              <a:off x="6251950" y="2719800"/>
              <a:ext cx="14925" cy="14925"/>
            </a:xfrm>
            <a:custGeom>
              <a:avLst/>
              <a:gdLst/>
              <a:ahLst/>
              <a:cxnLst/>
              <a:rect l="l" t="t" r="r" b="b"/>
              <a:pathLst>
                <a:path w="597" h="597" extrusionOk="0">
                  <a:moveTo>
                    <a:pt x="287" y="1"/>
                  </a:moveTo>
                  <a:cubicBezTo>
                    <a:pt x="191" y="1"/>
                    <a:pt x="120" y="37"/>
                    <a:pt x="60" y="120"/>
                  </a:cubicBezTo>
                  <a:cubicBezTo>
                    <a:pt x="13" y="179"/>
                    <a:pt x="1" y="239"/>
                    <a:pt x="1" y="310"/>
                  </a:cubicBezTo>
                  <a:cubicBezTo>
                    <a:pt x="1" y="394"/>
                    <a:pt x="49" y="477"/>
                    <a:pt x="108" y="537"/>
                  </a:cubicBezTo>
                  <a:cubicBezTo>
                    <a:pt x="168" y="572"/>
                    <a:pt x="227" y="596"/>
                    <a:pt x="299" y="596"/>
                  </a:cubicBezTo>
                  <a:cubicBezTo>
                    <a:pt x="406" y="572"/>
                    <a:pt x="477" y="549"/>
                    <a:pt x="525" y="501"/>
                  </a:cubicBezTo>
                  <a:cubicBezTo>
                    <a:pt x="549" y="477"/>
                    <a:pt x="560" y="441"/>
                    <a:pt x="584" y="394"/>
                  </a:cubicBezTo>
                  <a:cubicBezTo>
                    <a:pt x="596" y="370"/>
                    <a:pt x="596" y="322"/>
                    <a:pt x="596" y="275"/>
                  </a:cubicBezTo>
                  <a:cubicBezTo>
                    <a:pt x="596" y="156"/>
                    <a:pt x="525" y="72"/>
                    <a:pt x="430" y="25"/>
                  </a:cubicBezTo>
                  <a:lnTo>
                    <a:pt x="418" y="25"/>
                  </a:lnTo>
                  <a:cubicBezTo>
                    <a:pt x="370" y="13"/>
                    <a:pt x="322" y="1"/>
                    <a:pt x="28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22"/>
            <p:cNvSpPr/>
            <p:nvPr/>
          </p:nvSpPr>
          <p:spPr>
            <a:xfrm>
              <a:off x="6174575" y="2838875"/>
              <a:ext cx="14900" cy="14300"/>
            </a:xfrm>
            <a:custGeom>
              <a:avLst/>
              <a:gdLst/>
              <a:ahLst/>
              <a:cxnLst/>
              <a:rect l="l" t="t" r="r" b="b"/>
              <a:pathLst>
                <a:path w="596" h="572" extrusionOk="0">
                  <a:moveTo>
                    <a:pt x="286" y="0"/>
                  </a:moveTo>
                  <a:cubicBezTo>
                    <a:pt x="131" y="12"/>
                    <a:pt x="0" y="131"/>
                    <a:pt x="0" y="298"/>
                  </a:cubicBezTo>
                  <a:cubicBezTo>
                    <a:pt x="0" y="405"/>
                    <a:pt x="72" y="500"/>
                    <a:pt x="179" y="548"/>
                  </a:cubicBezTo>
                  <a:cubicBezTo>
                    <a:pt x="215" y="560"/>
                    <a:pt x="262" y="572"/>
                    <a:pt x="310" y="572"/>
                  </a:cubicBezTo>
                  <a:cubicBezTo>
                    <a:pt x="477" y="572"/>
                    <a:pt x="596" y="441"/>
                    <a:pt x="596" y="274"/>
                  </a:cubicBezTo>
                  <a:cubicBezTo>
                    <a:pt x="596" y="191"/>
                    <a:pt x="548" y="108"/>
                    <a:pt x="488" y="72"/>
                  </a:cubicBezTo>
                  <a:cubicBezTo>
                    <a:pt x="429" y="24"/>
                    <a:pt x="369" y="0"/>
                    <a:pt x="28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22"/>
            <p:cNvSpPr/>
            <p:nvPr/>
          </p:nvSpPr>
          <p:spPr>
            <a:xfrm>
              <a:off x="6164450" y="2236725"/>
              <a:ext cx="14600" cy="14600"/>
            </a:xfrm>
            <a:custGeom>
              <a:avLst/>
              <a:gdLst/>
              <a:ahLst/>
              <a:cxnLst/>
              <a:rect l="l" t="t" r="r" b="b"/>
              <a:pathLst>
                <a:path w="584" h="584" extrusionOk="0">
                  <a:moveTo>
                    <a:pt x="286" y="0"/>
                  </a:moveTo>
                  <a:cubicBezTo>
                    <a:pt x="120" y="0"/>
                    <a:pt x="0" y="131"/>
                    <a:pt x="0" y="298"/>
                  </a:cubicBezTo>
                  <a:cubicBezTo>
                    <a:pt x="0" y="464"/>
                    <a:pt x="131" y="583"/>
                    <a:pt x="298" y="583"/>
                  </a:cubicBezTo>
                  <a:cubicBezTo>
                    <a:pt x="465" y="583"/>
                    <a:pt x="584" y="453"/>
                    <a:pt x="584" y="286"/>
                  </a:cubicBezTo>
                  <a:cubicBezTo>
                    <a:pt x="584" y="119"/>
                    <a:pt x="453" y="0"/>
                    <a:pt x="28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22"/>
            <p:cNvSpPr/>
            <p:nvPr/>
          </p:nvSpPr>
          <p:spPr>
            <a:xfrm>
              <a:off x="5982275" y="2068825"/>
              <a:ext cx="14325" cy="14625"/>
            </a:xfrm>
            <a:custGeom>
              <a:avLst/>
              <a:gdLst/>
              <a:ahLst/>
              <a:cxnLst/>
              <a:rect l="l" t="t" r="r" b="b"/>
              <a:pathLst>
                <a:path w="573" h="585" extrusionOk="0">
                  <a:moveTo>
                    <a:pt x="275" y="1"/>
                  </a:moveTo>
                  <a:cubicBezTo>
                    <a:pt x="132" y="25"/>
                    <a:pt x="1" y="144"/>
                    <a:pt x="1" y="299"/>
                  </a:cubicBezTo>
                  <a:cubicBezTo>
                    <a:pt x="1" y="465"/>
                    <a:pt x="132" y="584"/>
                    <a:pt x="298" y="584"/>
                  </a:cubicBezTo>
                  <a:cubicBezTo>
                    <a:pt x="453" y="584"/>
                    <a:pt x="572" y="453"/>
                    <a:pt x="572" y="287"/>
                  </a:cubicBezTo>
                  <a:cubicBezTo>
                    <a:pt x="572" y="120"/>
                    <a:pt x="441" y="1"/>
                    <a:pt x="27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22"/>
            <p:cNvSpPr/>
            <p:nvPr/>
          </p:nvSpPr>
          <p:spPr>
            <a:xfrm>
              <a:off x="6225775" y="1468775"/>
              <a:ext cx="14900" cy="14425"/>
            </a:xfrm>
            <a:custGeom>
              <a:avLst/>
              <a:gdLst/>
              <a:ahLst/>
              <a:cxnLst/>
              <a:rect l="l" t="t" r="r" b="b"/>
              <a:pathLst>
                <a:path w="596" h="577" extrusionOk="0">
                  <a:moveTo>
                    <a:pt x="286" y="0"/>
                  </a:moveTo>
                  <a:cubicBezTo>
                    <a:pt x="262" y="0"/>
                    <a:pt x="226" y="12"/>
                    <a:pt x="214" y="12"/>
                  </a:cubicBezTo>
                  <a:cubicBezTo>
                    <a:pt x="167" y="36"/>
                    <a:pt x="143" y="48"/>
                    <a:pt x="107" y="71"/>
                  </a:cubicBezTo>
                  <a:cubicBezTo>
                    <a:pt x="48" y="131"/>
                    <a:pt x="0" y="214"/>
                    <a:pt x="24" y="298"/>
                  </a:cubicBezTo>
                  <a:cubicBezTo>
                    <a:pt x="24" y="333"/>
                    <a:pt x="36" y="357"/>
                    <a:pt x="36" y="393"/>
                  </a:cubicBezTo>
                  <a:cubicBezTo>
                    <a:pt x="60" y="464"/>
                    <a:pt x="107" y="512"/>
                    <a:pt x="167" y="536"/>
                  </a:cubicBezTo>
                  <a:cubicBezTo>
                    <a:pt x="214" y="572"/>
                    <a:pt x="262" y="572"/>
                    <a:pt x="322" y="572"/>
                  </a:cubicBezTo>
                  <a:cubicBezTo>
                    <a:pt x="338" y="575"/>
                    <a:pt x="352" y="576"/>
                    <a:pt x="365" y="576"/>
                  </a:cubicBezTo>
                  <a:cubicBezTo>
                    <a:pt x="400" y="576"/>
                    <a:pt x="426" y="565"/>
                    <a:pt x="453" y="548"/>
                  </a:cubicBezTo>
                  <a:cubicBezTo>
                    <a:pt x="536" y="512"/>
                    <a:pt x="595" y="417"/>
                    <a:pt x="595" y="310"/>
                  </a:cubicBezTo>
                  <a:lnTo>
                    <a:pt x="595" y="286"/>
                  </a:lnTo>
                  <a:cubicBezTo>
                    <a:pt x="595" y="214"/>
                    <a:pt x="572" y="155"/>
                    <a:pt x="524" y="107"/>
                  </a:cubicBezTo>
                  <a:cubicBezTo>
                    <a:pt x="464" y="48"/>
                    <a:pt x="393" y="0"/>
                    <a:pt x="28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22"/>
            <p:cNvSpPr/>
            <p:nvPr/>
          </p:nvSpPr>
          <p:spPr>
            <a:xfrm>
              <a:off x="6000750" y="1963775"/>
              <a:ext cx="14600" cy="14300"/>
            </a:xfrm>
            <a:custGeom>
              <a:avLst/>
              <a:gdLst/>
              <a:ahLst/>
              <a:cxnLst/>
              <a:rect l="l" t="t" r="r" b="b"/>
              <a:pathLst>
                <a:path w="584" h="572" extrusionOk="0">
                  <a:moveTo>
                    <a:pt x="286" y="0"/>
                  </a:moveTo>
                  <a:cubicBezTo>
                    <a:pt x="238" y="0"/>
                    <a:pt x="191" y="12"/>
                    <a:pt x="167" y="24"/>
                  </a:cubicBezTo>
                  <a:cubicBezTo>
                    <a:pt x="60" y="72"/>
                    <a:pt x="0" y="167"/>
                    <a:pt x="0" y="298"/>
                  </a:cubicBezTo>
                  <a:cubicBezTo>
                    <a:pt x="0" y="322"/>
                    <a:pt x="12" y="369"/>
                    <a:pt x="12" y="393"/>
                  </a:cubicBezTo>
                  <a:cubicBezTo>
                    <a:pt x="60" y="500"/>
                    <a:pt x="167" y="572"/>
                    <a:pt x="286" y="572"/>
                  </a:cubicBezTo>
                  <a:lnTo>
                    <a:pt x="298" y="572"/>
                  </a:lnTo>
                  <a:cubicBezTo>
                    <a:pt x="417" y="572"/>
                    <a:pt x="512" y="500"/>
                    <a:pt x="548" y="393"/>
                  </a:cubicBezTo>
                  <a:cubicBezTo>
                    <a:pt x="572" y="345"/>
                    <a:pt x="583" y="310"/>
                    <a:pt x="583" y="262"/>
                  </a:cubicBezTo>
                  <a:cubicBezTo>
                    <a:pt x="583" y="202"/>
                    <a:pt x="572" y="143"/>
                    <a:pt x="524" y="95"/>
                  </a:cubicBezTo>
                  <a:cubicBezTo>
                    <a:pt x="464" y="36"/>
                    <a:pt x="393" y="0"/>
                    <a:pt x="28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22"/>
            <p:cNvSpPr/>
            <p:nvPr/>
          </p:nvSpPr>
          <p:spPr>
            <a:xfrm>
              <a:off x="6232600" y="2329000"/>
              <a:ext cx="14925" cy="14900"/>
            </a:xfrm>
            <a:custGeom>
              <a:avLst/>
              <a:gdLst/>
              <a:ahLst/>
              <a:cxnLst/>
              <a:rect l="l" t="t" r="r" b="b"/>
              <a:pathLst>
                <a:path w="597" h="596" extrusionOk="0">
                  <a:moveTo>
                    <a:pt x="251" y="0"/>
                  </a:moveTo>
                  <a:cubicBezTo>
                    <a:pt x="108" y="36"/>
                    <a:pt x="1" y="155"/>
                    <a:pt x="13" y="298"/>
                  </a:cubicBezTo>
                  <a:lnTo>
                    <a:pt x="13" y="310"/>
                  </a:lnTo>
                  <a:cubicBezTo>
                    <a:pt x="25" y="488"/>
                    <a:pt x="168" y="595"/>
                    <a:pt x="311" y="595"/>
                  </a:cubicBezTo>
                  <a:cubicBezTo>
                    <a:pt x="382" y="595"/>
                    <a:pt x="465" y="572"/>
                    <a:pt x="501" y="500"/>
                  </a:cubicBezTo>
                  <a:cubicBezTo>
                    <a:pt x="561" y="452"/>
                    <a:pt x="596" y="369"/>
                    <a:pt x="596" y="286"/>
                  </a:cubicBezTo>
                  <a:cubicBezTo>
                    <a:pt x="596" y="119"/>
                    <a:pt x="453" y="0"/>
                    <a:pt x="299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22"/>
            <p:cNvSpPr/>
            <p:nvPr/>
          </p:nvSpPr>
          <p:spPr>
            <a:xfrm>
              <a:off x="6047175" y="2542100"/>
              <a:ext cx="14900" cy="14625"/>
            </a:xfrm>
            <a:custGeom>
              <a:avLst/>
              <a:gdLst/>
              <a:ahLst/>
              <a:cxnLst/>
              <a:rect l="l" t="t" r="r" b="b"/>
              <a:pathLst>
                <a:path w="596" h="585" extrusionOk="0">
                  <a:moveTo>
                    <a:pt x="298" y="1"/>
                  </a:moveTo>
                  <a:cubicBezTo>
                    <a:pt x="143" y="1"/>
                    <a:pt x="0" y="156"/>
                    <a:pt x="24" y="299"/>
                  </a:cubicBezTo>
                  <a:cubicBezTo>
                    <a:pt x="24" y="465"/>
                    <a:pt x="155" y="584"/>
                    <a:pt x="322" y="584"/>
                  </a:cubicBezTo>
                  <a:cubicBezTo>
                    <a:pt x="477" y="584"/>
                    <a:pt x="596" y="453"/>
                    <a:pt x="596" y="287"/>
                  </a:cubicBezTo>
                  <a:cubicBezTo>
                    <a:pt x="596" y="120"/>
                    <a:pt x="465" y="1"/>
                    <a:pt x="298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22"/>
            <p:cNvSpPr/>
            <p:nvPr/>
          </p:nvSpPr>
          <p:spPr>
            <a:xfrm>
              <a:off x="6294225" y="2244150"/>
              <a:ext cx="14900" cy="14650"/>
            </a:xfrm>
            <a:custGeom>
              <a:avLst/>
              <a:gdLst/>
              <a:ahLst/>
              <a:cxnLst/>
              <a:rect l="l" t="t" r="r" b="b"/>
              <a:pathLst>
                <a:path w="596" h="586" extrusionOk="0">
                  <a:moveTo>
                    <a:pt x="298" y="1"/>
                  </a:moveTo>
                  <a:cubicBezTo>
                    <a:pt x="143" y="1"/>
                    <a:pt x="1" y="156"/>
                    <a:pt x="24" y="298"/>
                  </a:cubicBezTo>
                  <a:cubicBezTo>
                    <a:pt x="24" y="334"/>
                    <a:pt x="36" y="358"/>
                    <a:pt x="36" y="394"/>
                  </a:cubicBezTo>
                  <a:cubicBezTo>
                    <a:pt x="81" y="505"/>
                    <a:pt x="167" y="585"/>
                    <a:pt x="295" y="585"/>
                  </a:cubicBezTo>
                  <a:cubicBezTo>
                    <a:pt x="304" y="585"/>
                    <a:pt x="313" y="585"/>
                    <a:pt x="322" y="584"/>
                  </a:cubicBezTo>
                  <a:cubicBezTo>
                    <a:pt x="477" y="584"/>
                    <a:pt x="596" y="453"/>
                    <a:pt x="596" y="286"/>
                  </a:cubicBezTo>
                  <a:cubicBezTo>
                    <a:pt x="596" y="132"/>
                    <a:pt x="477" y="13"/>
                    <a:pt x="33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22"/>
            <p:cNvSpPr/>
            <p:nvPr/>
          </p:nvSpPr>
          <p:spPr>
            <a:xfrm>
              <a:off x="6151950" y="3747600"/>
              <a:ext cx="36625" cy="36350"/>
            </a:xfrm>
            <a:custGeom>
              <a:avLst/>
              <a:gdLst/>
              <a:ahLst/>
              <a:cxnLst/>
              <a:rect l="l" t="t" r="r" b="b"/>
              <a:pathLst>
                <a:path w="1465" h="1454" extrusionOk="0">
                  <a:moveTo>
                    <a:pt x="733" y="1"/>
                  </a:moveTo>
                  <a:cubicBezTo>
                    <a:pt x="723" y="1"/>
                    <a:pt x="713" y="1"/>
                    <a:pt x="703" y="1"/>
                  </a:cubicBezTo>
                  <a:cubicBezTo>
                    <a:pt x="548" y="1"/>
                    <a:pt x="393" y="84"/>
                    <a:pt x="274" y="168"/>
                  </a:cubicBezTo>
                  <a:cubicBezTo>
                    <a:pt x="191" y="227"/>
                    <a:pt x="119" y="323"/>
                    <a:pt x="72" y="418"/>
                  </a:cubicBezTo>
                  <a:cubicBezTo>
                    <a:pt x="24" y="525"/>
                    <a:pt x="0" y="632"/>
                    <a:pt x="12" y="751"/>
                  </a:cubicBezTo>
                  <a:cubicBezTo>
                    <a:pt x="24" y="1156"/>
                    <a:pt x="369" y="1454"/>
                    <a:pt x="774" y="1454"/>
                  </a:cubicBezTo>
                  <a:lnTo>
                    <a:pt x="846" y="1454"/>
                  </a:lnTo>
                  <a:cubicBezTo>
                    <a:pt x="965" y="1430"/>
                    <a:pt x="1072" y="1394"/>
                    <a:pt x="1155" y="1335"/>
                  </a:cubicBezTo>
                  <a:cubicBezTo>
                    <a:pt x="1346" y="1192"/>
                    <a:pt x="1465" y="989"/>
                    <a:pt x="1465" y="751"/>
                  </a:cubicBezTo>
                  <a:lnTo>
                    <a:pt x="1465" y="704"/>
                  </a:lnTo>
                  <a:cubicBezTo>
                    <a:pt x="1465" y="620"/>
                    <a:pt x="1441" y="525"/>
                    <a:pt x="1405" y="442"/>
                  </a:cubicBezTo>
                  <a:cubicBezTo>
                    <a:pt x="1290" y="176"/>
                    <a:pt x="1041" y="1"/>
                    <a:pt x="73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65" name="Google Shape;3165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66" name="Google Shape;3166;p22"/>
          <p:cNvSpPr txBox="1">
            <a:spLocks noGrp="1"/>
          </p:cNvSpPr>
          <p:nvPr>
            <p:ph type="title" idx="2"/>
          </p:nvPr>
        </p:nvSpPr>
        <p:spPr>
          <a:xfrm>
            <a:off x="2102413" y="1896675"/>
            <a:ext cx="2199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167" name="Google Shape;3167;p22"/>
          <p:cNvSpPr txBox="1">
            <a:spLocks noGrp="1"/>
          </p:cNvSpPr>
          <p:nvPr>
            <p:ph type="subTitle" idx="1"/>
          </p:nvPr>
        </p:nvSpPr>
        <p:spPr>
          <a:xfrm>
            <a:off x="2102413" y="2208125"/>
            <a:ext cx="21990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168" name="Google Shape;3168;p22"/>
          <p:cNvSpPr txBox="1">
            <a:spLocks noGrp="1"/>
          </p:cNvSpPr>
          <p:nvPr>
            <p:ph type="title" idx="3"/>
          </p:nvPr>
        </p:nvSpPr>
        <p:spPr>
          <a:xfrm>
            <a:off x="4902892" y="1896675"/>
            <a:ext cx="21387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169" name="Google Shape;3169;p22"/>
          <p:cNvSpPr txBox="1">
            <a:spLocks noGrp="1"/>
          </p:cNvSpPr>
          <p:nvPr>
            <p:ph type="subTitle" idx="4"/>
          </p:nvPr>
        </p:nvSpPr>
        <p:spPr>
          <a:xfrm>
            <a:off x="4902887" y="2208125"/>
            <a:ext cx="21387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170" name="Google Shape;3170;p22"/>
          <p:cNvSpPr txBox="1">
            <a:spLocks noGrp="1"/>
          </p:cNvSpPr>
          <p:nvPr>
            <p:ph type="title" idx="5"/>
          </p:nvPr>
        </p:nvSpPr>
        <p:spPr>
          <a:xfrm>
            <a:off x="2102413" y="3664275"/>
            <a:ext cx="2199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171" name="Google Shape;3171;p22"/>
          <p:cNvSpPr txBox="1">
            <a:spLocks noGrp="1"/>
          </p:cNvSpPr>
          <p:nvPr>
            <p:ph type="subTitle" idx="6"/>
          </p:nvPr>
        </p:nvSpPr>
        <p:spPr>
          <a:xfrm>
            <a:off x="2102413" y="3975725"/>
            <a:ext cx="21990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172" name="Google Shape;3172;p22"/>
          <p:cNvSpPr txBox="1">
            <a:spLocks noGrp="1"/>
          </p:cNvSpPr>
          <p:nvPr>
            <p:ph type="title" idx="7"/>
          </p:nvPr>
        </p:nvSpPr>
        <p:spPr>
          <a:xfrm>
            <a:off x="4902867" y="3664275"/>
            <a:ext cx="21387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173" name="Google Shape;3173;p22"/>
          <p:cNvSpPr txBox="1">
            <a:spLocks noGrp="1"/>
          </p:cNvSpPr>
          <p:nvPr>
            <p:ph type="subTitle" idx="8"/>
          </p:nvPr>
        </p:nvSpPr>
        <p:spPr>
          <a:xfrm>
            <a:off x="4902862" y="3975725"/>
            <a:ext cx="21387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3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9" name="Google Shape;3509;p25"/>
          <p:cNvGrpSpPr/>
          <p:nvPr/>
        </p:nvGrpSpPr>
        <p:grpSpPr>
          <a:xfrm rot="-5400000">
            <a:off x="6314808" y="1664270"/>
            <a:ext cx="4493134" cy="1164951"/>
            <a:chOff x="2582150" y="3714800"/>
            <a:chExt cx="2689050" cy="697200"/>
          </a:xfrm>
        </p:grpSpPr>
        <p:sp>
          <p:nvSpPr>
            <p:cNvPr id="3510" name="Google Shape;3510;p25"/>
            <p:cNvSpPr/>
            <p:nvPr/>
          </p:nvSpPr>
          <p:spPr>
            <a:xfrm>
              <a:off x="3636750" y="4402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25"/>
            <p:cNvSpPr/>
            <p:nvPr/>
          </p:nvSpPr>
          <p:spPr>
            <a:xfrm>
              <a:off x="3640625" y="4406925"/>
              <a:ext cx="19375" cy="4475"/>
            </a:xfrm>
            <a:custGeom>
              <a:avLst/>
              <a:gdLst/>
              <a:ahLst/>
              <a:cxnLst/>
              <a:rect l="l" t="t" r="r" b="b"/>
              <a:pathLst>
                <a:path w="775" h="179" extrusionOk="0">
                  <a:moveTo>
                    <a:pt x="393" y="0"/>
                  </a:moveTo>
                  <a:lnTo>
                    <a:pt x="36" y="108"/>
                  </a:lnTo>
                  <a:lnTo>
                    <a:pt x="0" y="179"/>
                  </a:lnTo>
                  <a:lnTo>
                    <a:pt x="774" y="179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25"/>
            <p:cNvSpPr/>
            <p:nvPr/>
          </p:nvSpPr>
          <p:spPr>
            <a:xfrm>
              <a:off x="3634075" y="44039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0" y="24"/>
                  </a:moveTo>
                  <a:lnTo>
                    <a:pt x="0" y="24"/>
                  </a:lnTo>
                  <a:lnTo>
                    <a:pt x="0" y="24"/>
                  </a:lnTo>
                  <a:cubicBezTo>
                    <a:pt x="0" y="0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25"/>
            <p:cNvSpPr/>
            <p:nvPr/>
          </p:nvSpPr>
          <p:spPr>
            <a:xfrm>
              <a:off x="3635275" y="4403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25"/>
            <p:cNvSpPr/>
            <p:nvPr/>
          </p:nvSpPr>
          <p:spPr>
            <a:xfrm>
              <a:off x="3746875" y="4334600"/>
              <a:ext cx="142325" cy="46150"/>
            </a:xfrm>
            <a:custGeom>
              <a:avLst/>
              <a:gdLst/>
              <a:ahLst/>
              <a:cxnLst/>
              <a:rect l="l" t="t" r="r" b="b"/>
              <a:pathLst>
                <a:path w="5693" h="1846" extrusionOk="0">
                  <a:moveTo>
                    <a:pt x="5418" y="0"/>
                  </a:moveTo>
                  <a:lnTo>
                    <a:pt x="1" y="1488"/>
                  </a:lnTo>
                  <a:lnTo>
                    <a:pt x="1" y="1846"/>
                  </a:lnTo>
                  <a:lnTo>
                    <a:pt x="5692" y="262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25"/>
            <p:cNvSpPr/>
            <p:nvPr/>
          </p:nvSpPr>
          <p:spPr>
            <a:xfrm>
              <a:off x="3891850" y="4256600"/>
              <a:ext cx="273575" cy="81875"/>
            </a:xfrm>
            <a:custGeom>
              <a:avLst/>
              <a:gdLst/>
              <a:ahLst/>
              <a:cxnLst/>
              <a:rect l="l" t="t" r="r" b="b"/>
              <a:pathLst>
                <a:path w="10943" h="3275" extrusionOk="0">
                  <a:moveTo>
                    <a:pt x="10883" y="1"/>
                  </a:moveTo>
                  <a:lnTo>
                    <a:pt x="0" y="3013"/>
                  </a:lnTo>
                  <a:lnTo>
                    <a:pt x="286" y="3275"/>
                  </a:lnTo>
                  <a:lnTo>
                    <a:pt x="10883" y="358"/>
                  </a:lnTo>
                  <a:lnTo>
                    <a:pt x="10942" y="298"/>
                  </a:lnTo>
                  <a:cubicBezTo>
                    <a:pt x="10894" y="215"/>
                    <a:pt x="10883" y="108"/>
                    <a:pt x="1088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25"/>
            <p:cNvSpPr/>
            <p:nvPr/>
          </p:nvSpPr>
          <p:spPr>
            <a:xfrm>
              <a:off x="3634375" y="4403350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12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25"/>
            <p:cNvSpPr/>
            <p:nvPr/>
          </p:nvSpPr>
          <p:spPr>
            <a:xfrm>
              <a:off x="3635275" y="4402450"/>
              <a:ext cx="300" cy="625"/>
            </a:xfrm>
            <a:custGeom>
              <a:avLst/>
              <a:gdLst/>
              <a:ahLst/>
              <a:cxnLst/>
              <a:rect l="l" t="t" r="r" b="b"/>
              <a:pathLst>
                <a:path w="12" h="25" extrusionOk="0">
                  <a:moveTo>
                    <a:pt x="12" y="1"/>
                  </a:moveTo>
                  <a:cubicBezTo>
                    <a:pt x="12" y="1"/>
                    <a:pt x="0" y="25"/>
                    <a:pt x="12" y="1"/>
                  </a:cubicBezTo>
                  <a:lnTo>
                    <a:pt x="0" y="25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25"/>
            <p:cNvSpPr/>
            <p:nvPr/>
          </p:nvSpPr>
          <p:spPr>
            <a:xfrm>
              <a:off x="3636750" y="4373575"/>
              <a:ext cx="101825" cy="35750"/>
            </a:xfrm>
            <a:custGeom>
              <a:avLst/>
              <a:gdLst/>
              <a:ahLst/>
              <a:cxnLst/>
              <a:rect l="l" t="t" r="r" b="b"/>
              <a:pathLst>
                <a:path w="4073" h="1430" extrusionOk="0">
                  <a:moveTo>
                    <a:pt x="4073" y="1"/>
                  </a:moveTo>
                  <a:lnTo>
                    <a:pt x="12" y="1120"/>
                  </a:lnTo>
                  <a:lnTo>
                    <a:pt x="1" y="1120"/>
                  </a:lnTo>
                  <a:cubicBezTo>
                    <a:pt x="24" y="1132"/>
                    <a:pt x="60" y="1132"/>
                    <a:pt x="96" y="1132"/>
                  </a:cubicBezTo>
                  <a:cubicBezTo>
                    <a:pt x="191" y="1156"/>
                    <a:pt x="251" y="1251"/>
                    <a:pt x="215" y="1334"/>
                  </a:cubicBezTo>
                  <a:lnTo>
                    <a:pt x="191" y="1430"/>
                  </a:lnTo>
                  <a:lnTo>
                    <a:pt x="548" y="1322"/>
                  </a:lnTo>
                  <a:lnTo>
                    <a:pt x="4061" y="358"/>
                  </a:lnTo>
                  <a:lnTo>
                    <a:pt x="407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25"/>
            <p:cNvSpPr/>
            <p:nvPr/>
          </p:nvSpPr>
          <p:spPr>
            <a:xfrm>
              <a:off x="3635850" y="4402150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37" y="1"/>
                  </a:moveTo>
                  <a:cubicBezTo>
                    <a:pt x="13" y="1"/>
                    <a:pt x="1" y="1"/>
                    <a:pt x="1" y="13"/>
                  </a:cubicBezTo>
                  <a:cubicBezTo>
                    <a:pt x="1" y="13"/>
                    <a:pt x="13" y="1"/>
                    <a:pt x="37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25"/>
            <p:cNvSpPr/>
            <p:nvPr/>
          </p:nvSpPr>
          <p:spPr>
            <a:xfrm>
              <a:off x="3634075" y="4403950"/>
              <a:ext cx="325" cy="925"/>
            </a:xfrm>
            <a:custGeom>
              <a:avLst/>
              <a:gdLst/>
              <a:ahLst/>
              <a:cxnLst/>
              <a:rect l="l" t="t" r="r" b="b"/>
              <a:pathLst>
                <a:path w="13" h="37" extrusionOk="0">
                  <a:moveTo>
                    <a:pt x="12" y="0"/>
                  </a:moveTo>
                  <a:lnTo>
                    <a:pt x="12" y="0"/>
                  </a:lnTo>
                  <a:cubicBezTo>
                    <a:pt x="6" y="14"/>
                    <a:pt x="3" y="19"/>
                    <a:pt x="1" y="24"/>
                  </a:cubicBezTo>
                  <a:lnTo>
                    <a:pt x="1" y="24"/>
                  </a:lnTo>
                  <a:cubicBezTo>
                    <a:pt x="12" y="24"/>
                    <a:pt x="12" y="23"/>
                    <a:pt x="12" y="0"/>
                  </a:cubicBezTo>
                  <a:close/>
                  <a:moveTo>
                    <a:pt x="1" y="24"/>
                  </a:moveTo>
                  <a:cubicBezTo>
                    <a:pt x="1" y="24"/>
                    <a:pt x="1" y="24"/>
                    <a:pt x="0" y="24"/>
                  </a:cubicBezTo>
                  <a:lnTo>
                    <a:pt x="0" y="36"/>
                  </a:lnTo>
                  <a:cubicBezTo>
                    <a:pt x="0" y="31"/>
                    <a:pt x="0" y="28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25"/>
            <p:cNvSpPr/>
            <p:nvPr/>
          </p:nvSpPr>
          <p:spPr>
            <a:xfrm>
              <a:off x="2599425" y="4199450"/>
              <a:ext cx="104800" cy="112250"/>
            </a:xfrm>
            <a:custGeom>
              <a:avLst/>
              <a:gdLst/>
              <a:ahLst/>
              <a:cxnLst/>
              <a:rect l="l" t="t" r="r" b="b"/>
              <a:pathLst>
                <a:path w="4192" h="4490" extrusionOk="0">
                  <a:moveTo>
                    <a:pt x="3929" y="1"/>
                  </a:moveTo>
                  <a:lnTo>
                    <a:pt x="0" y="4394"/>
                  </a:lnTo>
                  <a:cubicBezTo>
                    <a:pt x="84" y="4394"/>
                    <a:pt x="167" y="4430"/>
                    <a:pt x="250" y="4489"/>
                  </a:cubicBezTo>
                  <a:lnTo>
                    <a:pt x="417" y="4418"/>
                  </a:lnTo>
                  <a:lnTo>
                    <a:pt x="4191" y="203"/>
                  </a:lnTo>
                  <a:lnTo>
                    <a:pt x="392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25"/>
            <p:cNvSpPr/>
            <p:nvPr/>
          </p:nvSpPr>
          <p:spPr>
            <a:xfrm>
              <a:off x="2778900" y="4187850"/>
              <a:ext cx="124150" cy="53600"/>
            </a:xfrm>
            <a:custGeom>
              <a:avLst/>
              <a:gdLst/>
              <a:ahLst/>
              <a:cxnLst/>
              <a:rect l="l" t="t" r="r" b="b"/>
              <a:pathLst>
                <a:path w="4966" h="2144" extrusionOk="0">
                  <a:moveTo>
                    <a:pt x="4942" y="0"/>
                  </a:moveTo>
                  <a:cubicBezTo>
                    <a:pt x="4930" y="0"/>
                    <a:pt x="4918" y="0"/>
                    <a:pt x="4918" y="12"/>
                  </a:cubicBezTo>
                  <a:cubicBezTo>
                    <a:pt x="4930" y="12"/>
                    <a:pt x="4942" y="12"/>
                    <a:pt x="4942" y="0"/>
                  </a:cubicBezTo>
                  <a:close/>
                  <a:moveTo>
                    <a:pt x="4918" y="12"/>
                  </a:moveTo>
                  <a:lnTo>
                    <a:pt x="1" y="1834"/>
                  </a:lnTo>
                  <a:cubicBezTo>
                    <a:pt x="84" y="1917"/>
                    <a:pt x="120" y="2024"/>
                    <a:pt x="144" y="2143"/>
                  </a:cubicBezTo>
                  <a:lnTo>
                    <a:pt x="4966" y="358"/>
                  </a:lnTo>
                  <a:lnTo>
                    <a:pt x="4882" y="310"/>
                  </a:lnTo>
                  <a:cubicBezTo>
                    <a:pt x="4811" y="250"/>
                    <a:pt x="4799" y="155"/>
                    <a:pt x="4847" y="72"/>
                  </a:cubicBezTo>
                  <a:cubicBezTo>
                    <a:pt x="4859" y="48"/>
                    <a:pt x="4882" y="36"/>
                    <a:pt x="4918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25"/>
            <p:cNvSpPr/>
            <p:nvPr/>
          </p:nvSpPr>
          <p:spPr>
            <a:xfrm>
              <a:off x="2905125" y="4188150"/>
              <a:ext cx="900" cy="625"/>
            </a:xfrm>
            <a:custGeom>
              <a:avLst/>
              <a:gdLst/>
              <a:ahLst/>
              <a:cxnLst/>
              <a:rect l="l" t="t" r="r" b="b"/>
              <a:pathLst>
                <a:path w="36" h="25" extrusionOk="0">
                  <a:moveTo>
                    <a:pt x="0" y="0"/>
                  </a:moveTo>
                  <a:cubicBezTo>
                    <a:pt x="12" y="0"/>
                    <a:pt x="12" y="24"/>
                    <a:pt x="36" y="24"/>
                  </a:cubicBezTo>
                  <a:cubicBezTo>
                    <a:pt x="12" y="24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25"/>
            <p:cNvSpPr/>
            <p:nvPr/>
          </p:nvSpPr>
          <p:spPr>
            <a:xfrm>
              <a:off x="2903925" y="41878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0" y="0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25"/>
            <p:cNvSpPr/>
            <p:nvPr/>
          </p:nvSpPr>
          <p:spPr>
            <a:xfrm>
              <a:off x="2903325" y="41878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25"/>
            <p:cNvSpPr/>
            <p:nvPr/>
          </p:nvSpPr>
          <p:spPr>
            <a:xfrm>
              <a:off x="2906000" y="4188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25"/>
            <p:cNvSpPr/>
            <p:nvPr/>
          </p:nvSpPr>
          <p:spPr>
            <a:xfrm>
              <a:off x="2898575" y="4188150"/>
              <a:ext cx="179200" cy="127725"/>
            </a:xfrm>
            <a:custGeom>
              <a:avLst/>
              <a:gdLst/>
              <a:ahLst/>
              <a:cxnLst/>
              <a:rect l="l" t="t" r="r" b="b"/>
              <a:pathLst>
                <a:path w="7168" h="5109" extrusionOk="0">
                  <a:moveTo>
                    <a:pt x="155" y="0"/>
                  </a:moveTo>
                  <a:cubicBezTo>
                    <a:pt x="143" y="0"/>
                    <a:pt x="131" y="0"/>
                    <a:pt x="131" y="24"/>
                  </a:cubicBezTo>
                  <a:cubicBezTo>
                    <a:pt x="95" y="24"/>
                    <a:pt x="83" y="36"/>
                    <a:pt x="60" y="60"/>
                  </a:cubicBezTo>
                  <a:cubicBezTo>
                    <a:pt x="0" y="143"/>
                    <a:pt x="24" y="238"/>
                    <a:pt x="95" y="298"/>
                  </a:cubicBezTo>
                  <a:lnTo>
                    <a:pt x="179" y="346"/>
                  </a:lnTo>
                  <a:lnTo>
                    <a:pt x="7049" y="5108"/>
                  </a:lnTo>
                  <a:cubicBezTo>
                    <a:pt x="7049" y="5084"/>
                    <a:pt x="7037" y="5049"/>
                    <a:pt x="7037" y="5025"/>
                  </a:cubicBezTo>
                  <a:cubicBezTo>
                    <a:pt x="7049" y="4918"/>
                    <a:pt x="7096" y="4834"/>
                    <a:pt x="7168" y="4787"/>
                  </a:cubicBezTo>
                  <a:lnTo>
                    <a:pt x="298" y="24"/>
                  </a:lnTo>
                  <a:cubicBezTo>
                    <a:pt x="274" y="24"/>
                    <a:pt x="274" y="0"/>
                    <a:pt x="26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25"/>
            <p:cNvSpPr/>
            <p:nvPr/>
          </p:nvSpPr>
          <p:spPr>
            <a:xfrm>
              <a:off x="2605375" y="4242625"/>
              <a:ext cx="151825" cy="76225"/>
            </a:xfrm>
            <a:custGeom>
              <a:avLst/>
              <a:gdLst/>
              <a:ahLst/>
              <a:cxnLst/>
              <a:rect l="l" t="t" r="r" b="b"/>
              <a:pathLst>
                <a:path w="6073" h="3049" extrusionOk="0">
                  <a:moveTo>
                    <a:pt x="5870" y="0"/>
                  </a:moveTo>
                  <a:lnTo>
                    <a:pt x="155" y="2679"/>
                  </a:lnTo>
                  <a:lnTo>
                    <a:pt x="0" y="2750"/>
                  </a:lnTo>
                  <a:cubicBezTo>
                    <a:pt x="84" y="2822"/>
                    <a:pt x="143" y="2929"/>
                    <a:pt x="155" y="3048"/>
                  </a:cubicBezTo>
                  <a:lnTo>
                    <a:pt x="6073" y="286"/>
                  </a:lnTo>
                  <a:cubicBezTo>
                    <a:pt x="6037" y="226"/>
                    <a:pt x="6013" y="167"/>
                    <a:pt x="5989" y="107"/>
                  </a:cubicBezTo>
                  <a:lnTo>
                    <a:pt x="587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25"/>
            <p:cNvSpPr/>
            <p:nvPr/>
          </p:nvSpPr>
          <p:spPr>
            <a:xfrm>
              <a:off x="2768500" y="4252150"/>
              <a:ext cx="210450" cy="159250"/>
            </a:xfrm>
            <a:custGeom>
              <a:avLst/>
              <a:gdLst/>
              <a:ahLst/>
              <a:cxnLst/>
              <a:rect l="l" t="t" r="r" b="b"/>
              <a:pathLst>
                <a:path w="8418" h="6370" extrusionOk="0">
                  <a:moveTo>
                    <a:pt x="381" y="0"/>
                  </a:moveTo>
                  <a:cubicBezTo>
                    <a:pt x="286" y="95"/>
                    <a:pt x="155" y="155"/>
                    <a:pt x="0" y="155"/>
                  </a:cubicBezTo>
                  <a:lnTo>
                    <a:pt x="7858" y="6370"/>
                  </a:lnTo>
                  <a:lnTo>
                    <a:pt x="8418" y="637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25"/>
            <p:cNvSpPr/>
            <p:nvPr/>
          </p:nvSpPr>
          <p:spPr>
            <a:xfrm>
              <a:off x="2694975" y="4191125"/>
              <a:ext cx="62225" cy="54200"/>
            </a:xfrm>
            <a:custGeom>
              <a:avLst/>
              <a:gdLst/>
              <a:ahLst/>
              <a:cxnLst/>
              <a:rect l="l" t="t" r="r" b="b"/>
              <a:pathLst>
                <a:path w="2489" h="2168" extrusionOk="0">
                  <a:moveTo>
                    <a:pt x="131" y="0"/>
                  </a:moveTo>
                  <a:cubicBezTo>
                    <a:pt x="95" y="24"/>
                    <a:pt x="72" y="36"/>
                    <a:pt x="60" y="60"/>
                  </a:cubicBezTo>
                  <a:cubicBezTo>
                    <a:pt x="0" y="143"/>
                    <a:pt x="12" y="238"/>
                    <a:pt x="84" y="298"/>
                  </a:cubicBezTo>
                  <a:lnTo>
                    <a:pt x="107" y="322"/>
                  </a:lnTo>
                  <a:lnTo>
                    <a:pt x="369" y="524"/>
                  </a:lnTo>
                  <a:lnTo>
                    <a:pt x="2286" y="2060"/>
                  </a:lnTo>
                  <a:lnTo>
                    <a:pt x="2429" y="2167"/>
                  </a:lnTo>
                  <a:cubicBezTo>
                    <a:pt x="2405" y="2108"/>
                    <a:pt x="2405" y="2060"/>
                    <a:pt x="2405" y="2001"/>
                  </a:cubicBezTo>
                  <a:cubicBezTo>
                    <a:pt x="2405" y="1929"/>
                    <a:pt x="2441" y="1846"/>
                    <a:pt x="2489" y="1774"/>
                  </a:cubicBezTo>
                  <a:lnTo>
                    <a:pt x="655" y="322"/>
                  </a:lnTo>
                  <a:cubicBezTo>
                    <a:pt x="596" y="405"/>
                    <a:pt x="500" y="453"/>
                    <a:pt x="405" y="453"/>
                  </a:cubicBezTo>
                  <a:cubicBezTo>
                    <a:pt x="250" y="453"/>
                    <a:pt x="143" y="298"/>
                    <a:pt x="167" y="155"/>
                  </a:cubicBezTo>
                  <a:cubicBezTo>
                    <a:pt x="167" y="96"/>
                    <a:pt x="191" y="48"/>
                    <a:pt x="22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25"/>
            <p:cNvSpPr/>
            <p:nvPr/>
          </p:nvSpPr>
          <p:spPr>
            <a:xfrm>
              <a:off x="3016725" y="4319125"/>
              <a:ext cx="67000" cy="92275"/>
            </a:xfrm>
            <a:custGeom>
              <a:avLst/>
              <a:gdLst/>
              <a:ahLst/>
              <a:cxnLst/>
              <a:rect l="l" t="t" r="r" b="b"/>
              <a:pathLst>
                <a:path w="2680" h="3691" extrusionOk="0">
                  <a:moveTo>
                    <a:pt x="2680" y="119"/>
                  </a:moveTo>
                  <a:lnTo>
                    <a:pt x="2675" y="126"/>
                  </a:lnTo>
                  <a:lnTo>
                    <a:pt x="2675" y="126"/>
                  </a:lnTo>
                  <a:cubicBezTo>
                    <a:pt x="2677" y="124"/>
                    <a:pt x="2679" y="122"/>
                    <a:pt x="2680" y="119"/>
                  </a:cubicBezTo>
                  <a:close/>
                  <a:moveTo>
                    <a:pt x="2370" y="0"/>
                  </a:moveTo>
                  <a:lnTo>
                    <a:pt x="1" y="3560"/>
                  </a:lnTo>
                  <a:cubicBezTo>
                    <a:pt x="96" y="3596"/>
                    <a:pt x="168" y="3631"/>
                    <a:pt x="227" y="3691"/>
                  </a:cubicBezTo>
                  <a:lnTo>
                    <a:pt x="310" y="3691"/>
                  </a:lnTo>
                  <a:lnTo>
                    <a:pt x="2675" y="126"/>
                  </a:lnTo>
                  <a:lnTo>
                    <a:pt x="2675" y="126"/>
                  </a:lnTo>
                  <a:cubicBezTo>
                    <a:pt x="2661" y="143"/>
                    <a:pt x="2628" y="143"/>
                    <a:pt x="2596" y="143"/>
                  </a:cubicBezTo>
                  <a:cubicBezTo>
                    <a:pt x="2501" y="143"/>
                    <a:pt x="2418" y="83"/>
                    <a:pt x="237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25"/>
            <p:cNvSpPr/>
            <p:nvPr/>
          </p:nvSpPr>
          <p:spPr>
            <a:xfrm>
              <a:off x="3084000" y="4036650"/>
              <a:ext cx="186075" cy="275050"/>
            </a:xfrm>
            <a:custGeom>
              <a:avLst/>
              <a:gdLst/>
              <a:ahLst/>
              <a:cxnLst/>
              <a:rect l="l" t="t" r="r" b="b"/>
              <a:pathLst>
                <a:path w="7443" h="11002" extrusionOk="0">
                  <a:moveTo>
                    <a:pt x="7168" y="0"/>
                  </a:moveTo>
                  <a:lnTo>
                    <a:pt x="1" y="10811"/>
                  </a:lnTo>
                  <a:cubicBezTo>
                    <a:pt x="108" y="10847"/>
                    <a:pt x="203" y="10918"/>
                    <a:pt x="227" y="11001"/>
                  </a:cubicBezTo>
                  <a:cubicBezTo>
                    <a:pt x="239" y="11001"/>
                    <a:pt x="263" y="10989"/>
                    <a:pt x="286" y="10989"/>
                  </a:cubicBezTo>
                  <a:lnTo>
                    <a:pt x="7442" y="179"/>
                  </a:lnTo>
                  <a:cubicBezTo>
                    <a:pt x="7323" y="155"/>
                    <a:pt x="7240" y="95"/>
                    <a:pt x="716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25"/>
            <p:cNvSpPr/>
            <p:nvPr/>
          </p:nvSpPr>
          <p:spPr>
            <a:xfrm>
              <a:off x="3088475" y="4311375"/>
              <a:ext cx="161950" cy="100025"/>
            </a:xfrm>
            <a:custGeom>
              <a:avLst/>
              <a:gdLst/>
              <a:ahLst/>
              <a:cxnLst/>
              <a:rect l="l" t="t" r="r" b="b"/>
              <a:pathLst>
                <a:path w="6478" h="4001" extrusionOk="0">
                  <a:moveTo>
                    <a:pt x="107" y="0"/>
                  </a:moveTo>
                  <a:cubicBezTo>
                    <a:pt x="96" y="0"/>
                    <a:pt x="72" y="0"/>
                    <a:pt x="48" y="12"/>
                  </a:cubicBezTo>
                  <a:cubicBezTo>
                    <a:pt x="60" y="60"/>
                    <a:pt x="84" y="108"/>
                    <a:pt x="60" y="155"/>
                  </a:cubicBezTo>
                  <a:cubicBezTo>
                    <a:pt x="60" y="215"/>
                    <a:pt x="36" y="250"/>
                    <a:pt x="0" y="298"/>
                  </a:cubicBezTo>
                  <a:lnTo>
                    <a:pt x="24" y="310"/>
                  </a:lnTo>
                  <a:lnTo>
                    <a:pt x="5834" y="4001"/>
                  </a:lnTo>
                  <a:lnTo>
                    <a:pt x="6477" y="4001"/>
                  </a:lnTo>
                  <a:lnTo>
                    <a:pt x="203" y="36"/>
                  </a:lnTo>
                  <a:cubicBezTo>
                    <a:pt x="167" y="12"/>
                    <a:pt x="143" y="0"/>
                    <a:pt x="10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25"/>
            <p:cNvSpPr/>
            <p:nvPr/>
          </p:nvSpPr>
          <p:spPr>
            <a:xfrm>
              <a:off x="3271525" y="4040200"/>
              <a:ext cx="47350" cy="371200"/>
            </a:xfrm>
            <a:custGeom>
              <a:avLst/>
              <a:gdLst/>
              <a:ahLst/>
              <a:cxnLst/>
              <a:rect l="l" t="t" r="r" b="b"/>
              <a:pathLst>
                <a:path w="1894" h="14848" extrusionOk="0">
                  <a:moveTo>
                    <a:pt x="334" y="1"/>
                  </a:moveTo>
                  <a:cubicBezTo>
                    <a:pt x="255" y="51"/>
                    <a:pt x="159" y="75"/>
                    <a:pt x="60" y="75"/>
                  </a:cubicBezTo>
                  <a:cubicBezTo>
                    <a:pt x="40" y="75"/>
                    <a:pt x="20" y="74"/>
                    <a:pt x="1" y="72"/>
                  </a:cubicBezTo>
                  <a:lnTo>
                    <a:pt x="1" y="72"/>
                  </a:lnTo>
                  <a:lnTo>
                    <a:pt x="1548" y="14848"/>
                  </a:lnTo>
                  <a:lnTo>
                    <a:pt x="1894" y="14848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25"/>
            <p:cNvSpPr/>
            <p:nvPr/>
          </p:nvSpPr>
          <p:spPr>
            <a:xfrm>
              <a:off x="3632275" y="4401925"/>
              <a:ext cx="10750" cy="9475"/>
            </a:xfrm>
            <a:custGeom>
              <a:avLst/>
              <a:gdLst/>
              <a:ahLst/>
              <a:cxnLst/>
              <a:rect l="l" t="t" r="r" b="b"/>
              <a:pathLst>
                <a:path w="430" h="379" extrusionOk="0">
                  <a:moveTo>
                    <a:pt x="227" y="1"/>
                  </a:moveTo>
                  <a:cubicBezTo>
                    <a:pt x="209" y="1"/>
                    <a:pt x="191" y="4"/>
                    <a:pt x="180" y="10"/>
                  </a:cubicBezTo>
                  <a:cubicBezTo>
                    <a:pt x="156" y="10"/>
                    <a:pt x="156" y="22"/>
                    <a:pt x="144" y="22"/>
                  </a:cubicBezTo>
                  <a:lnTo>
                    <a:pt x="132" y="22"/>
                  </a:lnTo>
                  <a:lnTo>
                    <a:pt x="120" y="46"/>
                  </a:lnTo>
                  <a:lnTo>
                    <a:pt x="96" y="57"/>
                  </a:lnTo>
                  <a:lnTo>
                    <a:pt x="84" y="69"/>
                  </a:lnTo>
                  <a:lnTo>
                    <a:pt x="84" y="81"/>
                  </a:lnTo>
                  <a:cubicBezTo>
                    <a:pt x="84" y="105"/>
                    <a:pt x="72" y="105"/>
                    <a:pt x="72" y="117"/>
                  </a:cubicBezTo>
                  <a:lnTo>
                    <a:pt x="1" y="379"/>
                  </a:lnTo>
                  <a:lnTo>
                    <a:pt x="334" y="379"/>
                  </a:lnTo>
                  <a:lnTo>
                    <a:pt x="370" y="308"/>
                  </a:lnTo>
                  <a:lnTo>
                    <a:pt x="394" y="224"/>
                  </a:lnTo>
                  <a:cubicBezTo>
                    <a:pt x="430" y="129"/>
                    <a:pt x="370" y="46"/>
                    <a:pt x="275" y="10"/>
                  </a:cubicBezTo>
                  <a:cubicBezTo>
                    <a:pt x="263" y="4"/>
                    <a:pt x="245" y="1"/>
                    <a:pt x="227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25"/>
            <p:cNvSpPr/>
            <p:nvPr/>
          </p:nvSpPr>
          <p:spPr>
            <a:xfrm>
              <a:off x="3737350" y="4195300"/>
              <a:ext cx="14325" cy="216100"/>
            </a:xfrm>
            <a:custGeom>
              <a:avLst/>
              <a:gdLst/>
              <a:ahLst/>
              <a:cxnLst/>
              <a:rect l="l" t="t" r="r" b="b"/>
              <a:pathLst>
                <a:path w="573" h="8644" extrusionOk="0">
                  <a:moveTo>
                    <a:pt x="227" y="0"/>
                  </a:moveTo>
                  <a:lnTo>
                    <a:pt x="37" y="7156"/>
                  </a:lnTo>
                  <a:lnTo>
                    <a:pt x="25" y="7513"/>
                  </a:lnTo>
                  <a:lnTo>
                    <a:pt x="1" y="8644"/>
                  </a:lnTo>
                  <a:lnTo>
                    <a:pt x="346" y="8644"/>
                  </a:lnTo>
                  <a:lnTo>
                    <a:pt x="382" y="7418"/>
                  </a:lnTo>
                  <a:lnTo>
                    <a:pt x="394" y="7060"/>
                  </a:lnTo>
                  <a:lnTo>
                    <a:pt x="572" y="429"/>
                  </a:lnTo>
                  <a:lnTo>
                    <a:pt x="287" y="167"/>
                  </a:lnTo>
                  <a:cubicBezTo>
                    <a:pt x="239" y="119"/>
                    <a:pt x="227" y="60"/>
                    <a:pt x="239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25"/>
            <p:cNvSpPr/>
            <p:nvPr/>
          </p:nvSpPr>
          <p:spPr>
            <a:xfrm>
              <a:off x="4021625" y="4264050"/>
              <a:ext cx="149750" cy="147350"/>
            </a:xfrm>
            <a:custGeom>
              <a:avLst/>
              <a:gdLst/>
              <a:ahLst/>
              <a:cxnLst/>
              <a:rect l="l" t="t" r="r" b="b"/>
              <a:pathLst>
                <a:path w="5990" h="5894" extrusionOk="0">
                  <a:moveTo>
                    <a:pt x="5751" y="0"/>
                  </a:moveTo>
                  <a:lnTo>
                    <a:pt x="5692" y="60"/>
                  </a:lnTo>
                  <a:lnTo>
                    <a:pt x="0" y="5894"/>
                  </a:lnTo>
                  <a:lnTo>
                    <a:pt x="477" y="5894"/>
                  </a:lnTo>
                  <a:lnTo>
                    <a:pt x="5989" y="238"/>
                  </a:lnTo>
                  <a:cubicBezTo>
                    <a:pt x="5882" y="179"/>
                    <a:pt x="5799" y="108"/>
                    <a:pt x="575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25"/>
            <p:cNvSpPr/>
            <p:nvPr/>
          </p:nvSpPr>
          <p:spPr>
            <a:xfrm>
              <a:off x="4484475" y="4346500"/>
              <a:ext cx="96475" cy="64900"/>
            </a:xfrm>
            <a:custGeom>
              <a:avLst/>
              <a:gdLst/>
              <a:ahLst/>
              <a:cxnLst/>
              <a:rect l="l" t="t" r="r" b="b"/>
              <a:pathLst>
                <a:path w="3859" h="2596" extrusionOk="0">
                  <a:moveTo>
                    <a:pt x="3668" y="0"/>
                  </a:moveTo>
                  <a:lnTo>
                    <a:pt x="1" y="2596"/>
                  </a:lnTo>
                  <a:lnTo>
                    <a:pt x="584" y="2596"/>
                  </a:lnTo>
                  <a:lnTo>
                    <a:pt x="3858" y="262"/>
                  </a:lnTo>
                  <a:cubicBezTo>
                    <a:pt x="3787" y="191"/>
                    <a:pt x="3715" y="96"/>
                    <a:pt x="366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25"/>
            <p:cNvSpPr/>
            <p:nvPr/>
          </p:nvSpPr>
          <p:spPr>
            <a:xfrm>
              <a:off x="3743025" y="4194700"/>
              <a:ext cx="230700" cy="216425"/>
            </a:xfrm>
            <a:custGeom>
              <a:avLst/>
              <a:gdLst/>
              <a:ahLst/>
              <a:cxnLst/>
              <a:rect l="l" t="t" r="r" b="b"/>
              <a:pathLst>
                <a:path w="9228" h="8657" extrusionOk="0">
                  <a:moveTo>
                    <a:pt x="369" y="0"/>
                  </a:moveTo>
                  <a:cubicBezTo>
                    <a:pt x="309" y="26"/>
                    <a:pt x="243" y="46"/>
                    <a:pt x="179" y="46"/>
                  </a:cubicBezTo>
                  <a:cubicBezTo>
                    <a:pt x="155" y="46"/>
                    <a:pt x="131" y="43"/>
                    <a:pt x="107" y="36"/>
                  </a:cubicBezTo>
                  <a:cubicBezTo>
                    <a:pt x="72" y="36"/>
                    <a:pt x="48" y="24"/>
                    <a:pt x="12" y="24"/>
                  </a:cubicBezTo>
                  <a:cubicBezTo>
                    <a:pt x="0" y="84"/>
                    <a:pt x="12" y="143"/>
                    <a:pt x="60" y="191"/>
                  </a:cubicBezTo>
                  <a:lnTo>
                    <a:pt x="345" y="453"/>
                  </a:lnTo>
                  <a:lnTo>
                    <a:pt x="5584" y="5572"/>
                  </a:lnTo>
                  <a:lnTo>
                    <a:pt x="5870" y="5846"/>
                  </a:lnTo>
                  <a:lnTo>
                    <a:pt x="8739" y="8656"/>
                  </a:lnTo>
                  <a:lnTo>
                    <a:pt x="9227" y="8656"/>
                  </a:lnTo>
                  <a:lnTo>
                    <a:pt x="7144" y="6620"/>
                  </a:lnTo>
                  <a:cubicBezTo>
                    <a:pt x="7120" y="6620"/>
                    <a:pt x="7102" y="6625"/>
                    <a:pt x="7078" y="6625"/>
                  </a:cubicBezTo>
                  <a:cubicBezTo>
                    <a:pt x="7066" y="6625"/>
                    <a:pt x="7053" y="6624"/>
                    <a:pt x="7037" y="6620"/>
                  </a:cubicBezTo>
                  <a:cubicBezTo>
                    <a:pt x="6858" y="6596"/>
                    <a:pt x="6739" y="6453"/>
                    <a:pt x="6751" y="6275"/>
                  </a:cubicBezTo>
                  <a:lnTo>
                    <a:pt x="6751" y="6239"/>
                  </a:lnTo>
                  <a:lnTo>
                    <a:pt x="6239" y="5739"/>
                  </a:lnTo>
                  <a:lnTo>
                    <a:pt x="5953" y="5465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25"/>
            <p:cNvSpPr/>
            <p:nvPr/>
          </p:nvSpPr>
          <p:spPr>
            <a:xfrm>
              <a:off x="4185325" y="4269100"/>
              <a:ext cx="69975" cy="142300"/>
            </a:xfrm>
            <a:custGeom>
              <a:avLst/>
              <a:gdLst/>
              <a:ahLst/>
              <a:cxnLst/>
              <a:rect l="l" t="t" r="r" b="b"/>
              <a:pathLst>
                <a:path w="2799" h="5692" extrusionOk="0">
                  <a:moveTo>
                    <a:pt x="1" y="1"/>
                  </a:moveTo>
                  <a:lnTo>
                    <a:pt x="2430" y="5692"/>
                  </a:lnTo>
                  <a:lnTo>
                    <a:pt x="2799" y="5692"/>
                  </a:lnTo>
                  <a:lnTo>
                    <a:pt x="572" y="4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25"/>
            <p:cNvSpPr/>
            <p:nvPr/>
          </p:nvSpPr>
          <p:spPr>
            <a:xfrm>
              <a:off x="4174625" y="4240475"/>
              <a:ext cx="9550" cy="5725"/>
            </a:xfrm>
            <a:custGeom>
              <a:avLst/>
              <a:gdLst/>
              <a:ahLst/>
              <a:cxnLst/>
              <a:rect l="l" t="t" r="r" b="b"/>
              <a:pathLst>
                <a:path w="382" h="229" extrusionOk="0">
                  <a:moveTo>
                    <a:pt x="180" y="1"/>
                  </a:moveTo>
                  <a:cubicBezTo>
                    <a:pt x="159" y="1"/>
                    <a:pt x="138" y="5"/>
                    <a:pt x="119" y="15"/>
                  </a:cubicBezTo>
                  <a:lnTo>
                    <a:pt x="107" y="15"/>
                  </a:lnTo>
                  <a:cubicBezTo>
                    <a:pt x="48" y="38"/>
                    <a:pt x="0" y="98"/>
                    <a:pt x="0" y="169"/>
                  </a:cubicBezTo>
                  <a:cubicBezTo>
                    <a:pt x="60" y="158"/>
                    <a:pt x="119" y="158"/>
                    <a:pt x="167" y="158"/>
                  </a:cubicBezTo>
                  <a:cubicBezTo>
                    <a:pt x="250" y="158"/>
                    <a:pt x="322" y="193"/>
                    <a:pt x="381" y="229"/>
                  </a:cubicBezTo>
                  <a:lnTo>
                    <a:pt x="322" y="98"/>
                  </a:lnTo>
                  <a:cubicBezTo>
                    <a:pt x="304" y="36"/>
                    <a:pt x="241" y="1"/>
                    <a:pt x="18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25"/>
            <p:cNvSpPr/>
            <p:nvPr/>
          </p:nvSpPr>
          <p:spPr>
            <a:xfrm>
              <a:off x="4599075" y="4353050"/>
              <a:ext cx="37825" cy="58350"/>
            </a:xfrm>
            <a:custGeom>
              <a:avLst/>
              <a:gdLst/>
              <a:ahLst/>
              <a:cxnLst/>
              <a:rect l="l" t="t" r="r" b="b"/>
              <a:pathLst>
                <a:path w="1513" h="2334" extrusionOk="0">
                  <a:moveTo>
                    <a:pt x="274" y="0"/>
                  </a:moveTo>
                  <a:cubicBezTo>
                    <a:pt x="203" y="72"/>
                    <a:pt x="96" y="119"/>
                    <a:pt x="0" y="155"/>
                  </a:cubicBezTo>
                  <a:lnTo>
                    <a:pt x="1120" y="2334"/>
                  </a:lnTo>
                  <a:lnTo>
                    <a:pt x="1513" y="2334"/>
                  </a:lnTo>
                  <a:lnTo>
                    <a:pt x="334" y="48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25"/>
            <p:cNvSpPr/>
            <p:nvPr/>
          </p:nvSpPr>
          <p:spPr>
            <a:xfrm>
              <a:off x="4185025" y="4263750"/>
              <a:ext cx="182500" cy="147650"/>
            </a:xfrm>
            <a:custGeom>
              <a:avLst/>
              <a:gdLst/>
              <a:ahLst/>
              <a:cxnLst/>
              <a:rect l="l" t="t" r="r" b="b"/>
              <a:pathLst>
                <a:path w="7300" h="5906" extrusionOk="0">
                  <a:moveTo>
                    <a:pt x="179" y="0"/>
                  </a:moveTo>
                  <a:cubicBezTo>
                    <a:pt x="132" y="96"/>
                    <a:pt x="72" y="155"/>
                    <a:pt x="1" y="215"/>
                  </a:cubicBezTo>
                  <a:lnTo>
                    <a:pt x="549" y="691"/>
                  </a:lnTo>
                  <a:lnTo>
                    <a:pt x="6776" y="5906"/>
                  </a:lnTo>
                  <a:lnTo>
                    <a:pt x="7299" y="5906"/>
                  </a:lnTo>
                  <a:lnTo>
                    <a:pt x="299" y="36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25"/>
            <p:cNvSpPr/>
            <p:nvPr/>
          </p:nvSpPr>
          <p:spPr>
            <a:xfrm>
              <a:off x="4189800" y="4255125"/>
              <a:ext cx="386375" cy="83950"/>
            </a:xfrm>
            <a:custGeom>
              <a:avLst/>
              <a:gdLst/>
              <a:ahLst/>
              <a:cxnLst/>
              <a:rect l="l" t="t" r="r" b="b"/>
              <a:pathLst>
                <a:path w="15455" h="3358" extrusionOk="0">
                  <a:moveTo>
                    <a:pt x="36" y="0"/>
                  </a:moveTo>
                  <a:lnTo>
                    <a:pt x="36" y="0"/>
                  </a:lnTo>
                  <a:cubicBezTo>
                    <a:pt x="48" y="48"/>
                    <a:pt x="48" y="107"/>
                    <a:pt x="48" y="155"/>
                  </a:cubicBezTo>
                  <a:cubicBezTo>
                    <a:pt x="48" y="214"/>
                    <a:pt x="24" y="286"/>
                    <a:pt x="0" y="334"/>
                  </a:cubicBezTo>
                  <a:lnTo>
                    <a:pt x="143" y="381"/>
                  </a:lnTo>
                  <a:lnTo>
                    <a:pt x="15395" y="3358"/>
                  </a:lnTo>
                  <a:lnTo>
                    <a:pt x="15395" y="3262"/>
                  </a:lnTo>
                  <a:cubicBezTo>
                    <a:pt x="15407" y="3179"/>
                    <a:pt x="15419" y="3084"/>
                    <a:pt x="15455" y="3012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25"/>
            <p:cNvSpPr/>
            <p:nvPr/>
          </p:nvSpPr>
          <p:spPr>
            <a:xfrm>
              <a:off x="4185925" y="3740775"/>
              <a:ext cx="804900" cy="513475"/>
            </a:xfrm>
            <a:custGeom>
              <a:avLst/>
              <a:gdLst/>
              <a:ahLst/>
              <a:cxnLst/>
              <a:rect l="l" t="t" r="r" b="b"/>
              <a:pathLst>
                <a:path w="32196" h="20539" extrusionOk="0">
                  <a:moveTo>
                    <a:pt x="32017" y="0"/>
                  </a:moveTo>
                  <a:lnTo>
                    <a:pt x="1" y="20265"/>
                  </a:lnTo>
                  <a:cubicBezTo>
                    <a:pt x="84" y="20324"/>
                    <a:pt x="155" y="20431"/>
                    <a:pt x="191" y="20538"/>
                  </a:cubicBezTo>
                  <a:lnTo>
                    <a:pt x="32195" y="274"/>
                  </a:lnTo>
                  <a:cubicBezTo>
                    <a:pt x="32124" y="203"/>
                    <a:pt x="32052" y="95"/>
                    <a:pt x="3201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25"/>
            <p:cNvSpPr/>
            <p:nvPr/>
          </p:nvSpPr>
          <p:spPr>
            <a:xfrm>
              <a:off x="4604725" y="4122375"/>
              <a:ext cx="224450" cy="207175"/>
            </a:xfrm>
            <a:custGeom>
              <a:avLst/>
              <a:gdLst/>
              <a:ahLst/>
              <a:cxnLst/>
              <a:rect l="l" t="t" r="r" b="b"/>
              <a:pathLst>
                <a:path w="8978" h="8287" extrusionOk="0">
                  <a:moveTo>
                    <a:pt x="8752" y="0"/>
                  </a:moveTo>
                  <a:lnTo>
                    <a:pt x="1" y="8037"/>
                  </a:lnTo>
                  <a:cubicBezTo>
                    <a:pt x="96" y="8108"/>
                    <a:pt x="167" y="8191"/>
                    <a:pt x="227" y="8287"/>
                  </a:cubicBezTo>
                  <a:lnTo>
                    <a:pt x="8978" y="250"/>
                  </a:lnTo>
                  <a:cubicBezTo>
                    <a:pt x="8907" y="167"/>
                    <a:pt x="8811" y="95"/>
                    <a:pt x="875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25"/>
            <p:cNvSpPr/>
            <p:nvPr/>
          </p:nvSpPr>
          <p:spPr>
            <a:xfrm>
              <a:off x="4727950" y="4136950"/>
              <a:ext cx="125650" cy="274450"/>
            </a:xfrm>
            <a:custGeom>
              <a:avLst/>
              <a:gdLst/>
              <a:ahLst/>
              <a:cxnLst/>
              <a:rect l="l" t="t" r="r" b="b"/>
              <a:pathLst>
                <a:path w="5026" h="10978" extrusionOk="0">
                  <a:moveTo>
                    <a:pt x="4704" y="0"/>
                  </a:moveTo>
                  <a:lnTo>
                    <a:pt x="1" y="10978"/>
                  </a:lnTo>
                  <a:lnTo>
                    <a:pt x="370" y="10978"/>
                  </a:lnTo>
                  <a:lnTo>
                    <a:pt x="5025" y="119"/>
                  </a:lnTo>
                  <a:lnTo>
                    <a:pt x="5025" y="48"/>
                  </a:lnTo>
                  <a:lnTo>
                    <a:pt x="4906" y="48"/>
                  </a:lnTo>
                  <a:cubicBezTo>
                    <a:pt x="4835" y="24"/>
                    <a:pt x="4763" y="24"/>
                    <a:pt x="470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25"/>
            <p:cNvSpPr/>
            <p:nvPr/>
          </p:nvSpPr>
          <p:spPr>
            <a:xfrm>
              <a:off x="4605925" y="4346200"/>
              <a:ext cx="86650" cy="65200"/>
            </a:xfrm>
            <a:custGeom>
              <a:avLst/>
              <a:gdLst/>
              <a:ahLst/>
              <a:cxnLst/>
              <a:rect l="l" t="t" r="r" b="b"/>
              <a:pathLst>
                <a:path w="3466" h="2608" extrusionOk="0">
                  <a:moveTo>
                    <a:pt x="203" y="0"/>
                  </a:moveTo>
                  <a:cubicBezTo>
                    <a:pt x="167" y="108"/>
                    <a:pt x="84" y="203"/>
                    <a:pt x="0" y="274"/>
                  </a:cubicBezTo>
                  <a:lnTo>
                    <a:pt x="60" y="322"/>
                  </a:lnTo>
                  <a:lnTo>
                    <a:pt x="2917" y="2608"/>
                  </a:lnTo>
                  <a:lnTo>
                    <a:pt x="3465" y="2608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25"/>
            <p:cNvSpPr/>
            <p:nvPr/>
          </p:nvSpPr>
          <p:spPr>
            <a:xfrm>
              <a:off x="5016400" y="4244400"/>
              <a:ext cx="9250" cy="167000"/>
            </a:xfrm>
            <a:custGeom>
              <a:avLst/>
              <a:gdLst/>
              <a:ahLst/>
              <a:cxnLst/>
              <a:rect l="l" t="t" r="r" b="b"/>
              <a:pathLst>
                <a:path w="370" h="6680" extrusionOk="0">
                  <a:moveTo>
                    <a:pt x="333" y="1"/>
                  </a:moveTo>
                  <a:cubicBezTo>
                    <a:pt x="262" y="27"/>
                    <a:pt x="177" y="41"/>
                    <a:pt x="89" y="41"/>
                  </a:cubicBezTo>
                  <a:cubicBezTo>
                    <a:pt x="60" y="41"/>
                    <a:pt x="30" y="39"/>
                    <a:pt x="0" y="36"/>
                  </a:cubicBezTo>
                  <a:lnTo>
                    <a:pt x="0" y="36"/>
                  </a:lnTo>
                  <a:lnTo>
                    <a:pt x="24" y="6680"/>
                  </a:lnTo>
                  <a:lnTo>
                    <a:pt x="369" y="6680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25"/>
            <p:cNvSpPr/>
            <p:nvPr/>
          </p:nvSpPr>
          <p:spPr>
            <a:xfrm>
              <a:off x="5021450" y="4188150"/>
              <a:ext cx="3300" cy="3900"/>
            </a:xfrm>
            <a:custGeom>
              <a:avLst/>
              <a:gdLst/>
              <a:ahLst/>
              <a:cxnLst/>
              <a:rect l="l" t="t" r="r" b="b"/>
              <a:pathLst>
                <a:path w="132" h="156" extrusionOk="0">
                  <a:moveTo>
                    <a:pt x="0" y="0"/>
                  </a:moveTo>
                  <a:lnTo>
                    <a:pt x="0" y="119"/>
                  </a:lnTo>
                  <a:lnTo>
                    <a:pt x="12" y="119"/>
                  </a:lnTo>
                  <a:cubicBezTo>
                    <a:pt x="48" y="143"/>
                    <a:pt x="96" y="155"/>
                    <a:pt x="131" y="155"/>
                  </a:cubicBezTo>
                  <a:cubicBezTo>
                    <a:pt x="120" y="84"/>
                    <a:pt x="72" y="24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25"/>
            <p:cNvSpPr/>
            <p:nvPr/>
          </p:nvSpPr>
          <p:spPr>
            <a:xfrm>
              <a:off x="4864275" y="3750900"/>
              <a:ext cx="138450" cy="315225"/>
            </a:xfrm>
            <a:custGeom>
              <a:avLst/>
              <a:gdLst/>
              <a:ahLst/>
              <a:cxnLst/>
              <a:rect l="l" t="t" r="r" b="b"/>
              <a:pathLst>
                <a:path w="5538" h="12609" extrusionOk="0">
                  <a:moveTo>
                    <a:pt x="5216" y="0"/>
                  </a:moveTo>
                  <a:lnTo>
                    <a:pt x="1" y="12490"/>
                  </a:lnTo>
                  <a:cubicBezTo>
                    <a:pt x="132" y="12513"/>
                    <a:pt x="227" y="12549"/>
                    <a:pt x="322" y="12609"/>
                  </a:cubicBezTo>
                  <a:lnTo>
                    <a:pt x="5537" y="95"/>
                  </a:lnTo>
                  <a:lnTo>
                    <a:pt x="5514" y="95"/>
                  </a:lnTo>
                  <a:cubicBezTo>
                    <a:pt x="5406" y="83"/>
                    <a:pt x="5299" y="48"/>
                    <a:pt x="521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25"/>
            <p:cNvSpPr/>
            <p:nvPr/>
          </p:nvSpPr>
          <p:spPr>
            <a:xfrm>
              <a:off x="5003300" y="3753275"/>
              <a:ext cx="18175" cy="439050"/>
            </a:xfrm>
            <a:custGeom>
              <a:avLst/>
              <a:gdLst/>
              <a:ahLst/>
              <a:cxnLst/>
              <a:rect l="l" t="t" r="r" b="b"/>
              <a:pathLst>
                <a:path w="727" h="17562" extrusionOk="0">
                  <a:moveTo>
                    <a:pt x="143" y="0"/>
                  </a:moveTo>
                  <a:cubicBezTo>
                    <a:pt x="111" y="0"/>
                    <a:pt x="74" y="6"/>
                    <a:pt x="42" y="6"/>
                  </a:cubicBezTo>
                  <a:cubicBezTo>
                    <a:pt x="27" y="6"/>
                    <a:pt x="12" y="4"/>
                    <a:pt x="0" y="0"/>
                  </a:cubicBezTo>
                  <a:lnTo>
                    <a:pt x="0" y="0"/>
                  </a:lnTo>
                  <a:lnTo>
                    <a:pt x="381" y="17562"/>
                  </a:lnTo>
                  <a:cubicBezTo>
                    <a:pt x="457" y="17545"/>
                    <a:pt x="539" y="17528"/>
                    <a:pt x="622" y="17528"/>
                  </a:cubicBezTo>
                  <a:cubicBezTo>
                    <a:pt x="657" y="17528"/>
                    <a:pt x="692" y="17531"/>
                    <a:pt x="726" y="17538"/>
                  </a:cubicBezTo>
                  <a:lnTo>
                    <a:pt x="726" y="17419"/>
                  </a:lnTo>
                  <a:lnTo>
                    <a:pt x="357" y="572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25"/>
            <p:cNvSpPr/>
            <p:nvPr/>
          </p:nvSpPr>
          <p:spPr>
            <a:xfrm>
              <a:off x="4886325" y="4112250"/>
              <a:ext cx="111625" cy="96750"/>
            </a:xfrm>
            <a:custGeom>
              <a:avLst/>
              <a:gdLst/>
              <a:ahLst/>
              <a:cxnLst/>
              <a:rect l="l" t="t" r="r" b="b"/>
              <a:pathLst>
                <a:path w="4465" h="3870" extrusionOk="0">
                  <a:moveTo>
                    <a:pt x="155" y="0"/>
                  </a:moveTo>
                  <a:cubicBezTo>
                    <a:pt x="107" y="107"/>
                    <a:pt x="60" y="226"/>
                    <a:pt x="0" y="322"/>
                  </a:cubicBezTo>
                  <a:lnTo>
                    <a:pt x="4310" y="3870"/>
                  </a:lnTo>
                  <a:cubicBezTo>
                    <a:pt x="4346" y="3774"/>
                    <a:pt x="4393" y="3667"/>
                    <a:pt x="4465" y="3572"/>
                  </a:cubicBezTo>
                  <a:lnTo>
                    <a:pt x="15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25"/>
            <p:cNvSpPr/>
            <p:nvPr/>
          </p:nvSpPr>
          <p:spPr>
            <a:xfrm>
              <a:off x="5032450" y="4235775"/>
              <a:ext cx="207800" cy="173550"/>
            </a:xfrm>
            <a:custGeom>
              <a:avLst/>
              <a:gdLst/>
              <a:ahLst/>
              <a:cxnLst/>
              <a:rect l="l" t="t" r="r" b="b"/>
              <a:pathLst>
                <a:path w="8312" h="6942" extrusionOk="0">
                  <a:moveTo>
                    <a:pt x="275" y="0"/>
                  </a:moveTo>
                  <a:cubicBezTo>
                    <a:pt x="191" y="96"/>
                    <a:pt x="96" y="167"/>
                    <a:pt x="1" y="226"/>
                  </a:cubicBezTo>
                  <a:lnTo>
                    <a:pt x="8121" y="6942"/>
                  </a:lnTo>
                  <a:cubicBezTo>
                    <a:pt x="8169" y="6834"/>
                    <a:pt x="8240" y="6751"/>
                    <a:pt x="8312" y="6668"/>
                  </a:cubicBez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25"/>
            <p:cNvSpPr/>
            <p:nvPr/>
          </p:nvSpPr>
          <p:spPr>
            <a:xfrm>
              <a:off x="5006875" y="3750000"/>
              <a:ext cx="242600" cy="651600"/>
            </a:xfrm>
            <a:custGeom>
              <a:avLst/>
              <a:gdLst/>
              <a:ahLst/>
              <a:cxnLst/>
              <a:rect l="l" t="t" r="r" b="b"/>
              <a:pathLst>
                <a:path w="9704" h="26064" extrusionOk="0">
                  <a:moveTo>
                    <a:pt x="333" y="0"/>
                  </a:moveTo>
                  <a:cubicBezTo>
                    <a:pt x="226" y="60"/>
                    <a:pt x="107" y="107"/>
                    <a:pt x="0" y="119"/>
                  </a:cubicBezTo>
                  <a:lnTo>
                    <a:pt x="214" y="679"/>
                  </a:lnTo>
                  <a:lnTo>
                    <a:pt x="9394" y="26063"/>
                  </a:lnTo>
                  <a:cubicBezTo>
                    <a:pt x="9489" y="26004"/>
                    <a:pt x="9585" y="25944"/>
                    <a:pt x="9704" y="25920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25"/>
            <p:cNvSpPr/>
            <p:nvPr/>
          </p:nvSpPr>
          <p:spPr>
            <a:xfrm>
              <a:off x="4991100" y="4191000"/>
              <a:ext cx="56575" cy="53975"/>
            </a:xfrm>
            <a:custGeom>
              <a:avLst/>
              <a:gdLst/>
              <a:ahLst/>
              <a:cxnLst/>
              <a:rect l="l" t="t" r="r" b="b"/>
              <a:pathLst>
                <a:path w="2263" h="2159" extrusionOk="0">
                  <a:moveTo>
                    <a:pt x="1125" y="1"/>
                  </a:moveTo>
                  <a:cubicBezTo>
                    <a:pt x="1037" y="1"/>
                    <a:pt x="950" y="14"/>
                    <a:pt x="869" y="41"/>
                  </a:cubicBezTo>
                  <a:cubicBezTo>
                    <a:pt x="631" y="101"/>
                    <a:pt x="429" y="232"/>
                    <a:pt x="274" y="422"/>
                  </a:cubicBezTo>
                  <a:cubicBezTo>
                    <a:pt x="202" y="517"/>
                    <a:pt x="143" y="624"/>
                    <a:pt x="119" y="720"/>
                  </a:cubicBezTo>
                  <a:cubicBezTo>
                    <a:pt x="83" y="803"/>
                    <a:pt x="71" y="886"/>
                    <a:pt x="60" y="982"/>
                  </a:cubicBezTo>
                  <a:cubicBezTo>
                    <a:pt x="0" y="1577"/>
                    <a:pt x="441" y="2113"/>
                    <a:pt x="1024" y="2148"/>
                  </a:cubicBezTo>
                  <a:cubicBezTo>
                    <a:pt x="1061" y="2156"/>
                    <a:pt x="1098" y="2159"/>
                    <a:pt x="1134" y="2159"/>
                  </a:cubicBezTo>
                  <a:cubicBezTo>
                    <a:pt x="1216" y="2159"/>
                    <a:pt x="1295" y="2145"/>
                    <a:pt x="1369" y="2137"/>
                  </a:cubicBezTo>
                  <a:cubicBezTo>
                    <a:pt x="1464" y="2113"/>
                    <a:pt x="1572" y="2077"/>
                    <a:pt x="1679" y="2017"/>
                  </a:cubicBezTo>
                  <a:cubicBezTo>
                    <a:pt x="1750" y="1958"/>
                    <a:pt x="1845" y="1887"/>
                    <a:pt x="1929" y="1791"/>
                  </a:cubicBezTo>
                  <a:cubicBezTo>
                    <a:pt x="2084" y="1636"/>
                    <a:pt x="2167" y="1422"/>
                    <a:pt x="2203" y="1184"/>
                  </a:cubicBezTo>
                  <a:cubicBezTo>
                    <a:pt x="2262" y="636"/>
                    <a:pt x="1881" y="148"/>
                    <a:pt x="1345" y="29"/>
                  </a:cubicBezTo>
                  <a:cubicBezTo>
                    <a:pt x="1310" y="5"/>
                    <a:pt x="1274" y="5"/>
                    <a:pt x="1226" y="5"/>
                  </a:cubicBezTo>
                  <a:lnTo>
                    <a:pt x="1214" y="5"/>
                  </a:lnTo>
                  <a:cubicBezTo>
                    <a:pt x="1185" y="2"/>
                    <a:pt x="1155" y="1"/>
                    <a:pt x="112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25"/>
            <p:cNvSpPr/>
            <p:nvPr/>
          </p:nvSpPr>
          <p:spPr>
            <a:xfrm>
              <a:off x="4815775" y="4062050"/>
              <a:ext cx="78000" cy="76425"/>
            </a:xfrm>
            <a:custGeom>
              <a:avLst/>
              <a:gdLst/>
              <a:ahLst/>
              <a:cxnLst/>
              <a:rect l="l" t="t" r="r" b="b"/>
              <a:pathLst>
                <a:path w="3120" h="3057" extrusionOk="0">
                  <a:moveTo>
                    <a:pt x="1541" y="0"/>
                  </a:moveTo>
                  <a:cubicBezTo>
                    <a:pt x="769" y="0"/>
                    <a:pt x="102" y="595"/>
                    <a:pt x="24" y="1389"/>
                  </a:cubicBezTo>
                  <a:cubicBezTo>
                    <a:pt x="0" y="1770"/>
                    <a:pt x="107" y="2151"/>
                    <a:pt x="322" y="2425"/>
                  </a:cubicBezTo>
                  <a:cubicBezTo>
                    <a:pt x="405" y="2520"/>
                    <a:pt x="476" y="2604"/>
                    <a:pt x="548" y="2687"/>
                  </a:cubicBezTo>
                  <a:cubicBezTo>
                    <a:pt x="727" y="2842"/>
                    <a:pt x="953" y="2949"/>
                    <a:pt x="1191" y="3008"/>
                  </a:cubicBezTo>
                  <a:cubicBezTo>
                    <a:pt x="1262" y="3020"/>
                    <a:pt x="1322" y="3044"/>
                    <a:pt x="1393" y="3056"/>
                  </a:cubicBezTo>
                  <a:lnTo>
                    <a:pt x="1512" y="3056"/>
                  </a:lnTo>
                  <a:cubicBezTo>
                    <a:pt x="1523" y="3056"/>
                    <a:pt x="1534" y="3056"/>
                    <a:pt x="1545" y="3056"/>
                  </a:cubicBezTo>
                  <a:cubicBezTo>
                    <a:pt x="2068" y="3056"/>
                    <a:pt x="2554" y="2773"/>
                    <a:pt x="2822" y="2353"/>
                  </a:cubicBezTo>
                  <a:cubicBezTo>
                    <a:pt x="2882" y="2246"/>
                    <a:pt x="2941" y="2151"/>
                    <a:pt x="2977" y="2044"/>
                  </a:cubicBezTo>
                  <a:cubicBezTo>
                    <a:pt x="3013" y="1913"/>
                    <a:pt x="3048" y="1770"/>
                    <a:pt x="3060" y="1651"/>
                  </a:cubicBezTo>
                  <a:cubicBezTo>
                    <a:pt x="3120" y="1032"/>
                    <a:pt x="2798" y="448"/>
                    <a:pt x="2274" y="163"/>
                  </a:cubicBezTo>
                  <a:cubicBezTo>
                    <a:pt x="2167" y="103"/>
                    <a:pt x="2072" y="79"/>
                    <a:pt x="1965" y="44"/>
                  </a:cubicBezTo>
                  <a:cubicBezTo>
                    <a:pt x="1870" y="20"/>
                    <a:pt x="1786" y="8"/>
                    <a:pt x="1691" y="8"/>
                  </a:cubicBezTo>
                  <a:cubicBezTo>
                    <a:pt x="1640" y="3"/>
                    <a:pt x="1590" y="0"/>
                    <a:pt x="154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25"/>
            <p:cNvSpPr/>
            <p:nvPr/>
          </p:nvSpPr>
          <p:spPr>
            <a:xfrm>
              <a:off x="2997100" y="4406875"/>
              <a:ext cx="25600" cy="5125"/>
            </a:xfrm>
            <a:custGeom>
              <a:avLst/>
              <a:gdLst/>
              <a:ahLst/>
              <a:cxnLst/>
              <a:rect l="l" t="t" r="r" b="b"/>
              <a:pathLst>
                <a:path w="1024" h="205" extrusionOk="0">
                  <a:moveTo>
                    <a:pt x="540" y="1"/>
                  </a:moveTo>
                  <a:cubicBezTo>
                    <a:pt x="336" y="1"/>
                    <a:pt x="153" y="63"/>
                    <a:pt x="0" y="205"/>
                  </a:cubicBezTo>
                  <a:lnTo>
                    <a:pt x="1024" y="205"/>
                  </a:lnTo>
                  <a:cubicBezTo>
                    <a:pt x="964" y="145"/>
                    <a:pt x="881" y="98"/>
                    <a:pt x="798" y="62"/>
                  </a:cubicBezTo>
                  <a:cubicBezTo>
                    <a:pt x="726" y="26"/>
                    <a:pt x="655" y="2"/>
                    <a:pt x="595" y="2"/>
                  </a:cubicBezTo>
                  <a:cubicBezTo>
                    <a:pt x="577" y="1"/>
                    <a:pt x="558" y="1"/>
                    <a:pt x="54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25"/>
            <p:cNvSpPr/>
            <p:nvPr/>
          </p:nvSpPr>
          <p:spPr>
            <a:xfrm>
              <a:off x="2698250" y="4188575"/>
              <a:ext cx="14300" cy="13925"/>
            </a:xfrm>
            <a:custGeom>
              <a:avLst/>
              <a:gdLst/>
              <a:ahLst/>
              <a:cxnLst/>
              <a:rect l="l" t="t" r="r" b="b"/>
              <a:pathLst>
                <a:path w="572" h="557" extrusionOk="0">
                  <a:moveTo>
                    <a:pt x="264" y="1"/>
                  </a:moveTo>
                  <a:cubicBezTo>
                    <a:pt x="193" y="1"/>
                    <a:pt x="120" y="42"/>
                    <a:pt x="72" y="90"/>
                  </a:cubicBezTo>
                  <a:cubicBezTo>
                    <a:pt x="48" y="138"/>
                    <a:pt x="12" y="186"/>
                    <a:pt x="12" y="245"/>
                  </a:cubicBezTo>
                  <a:cubicBezTo>
                    <a:pt x="0" y="400"/>
                    <a:pt x="107" y="555"/>
                    <a:pt x="250" y="555"/>
                  </a:cubicBezTo>
                  <a:cubicBezTo>
                    <a:pt x="259" y="556"/>
                    <a:pt x="269" y="556"/>
                    <a:pt x="278" y="556"/>
                  </a:cubicBezTo>
                  <a:cubicBezTo>
                    <a:pt x="375" y="556"/>
                    <a:pt x="469" y="500"/>
                    <a:pt x="512" y="424"/>
                  </a:cubicBezTo>
                  <a:cubicBezTo>
                    <a:pt x="524" y="388"/>
                    <a:pt x="536" y="340"/>
                    <a:pt x="548" y="305"/>
                  </a:cubicBezTo>
                  <a:cubicBezTo>
                    <a:pt x="572" y="150"/>
                    <a:pt x="465" y="19"/>
                    <a:pt x="310" y="7"/>
                  </a:cubicBezTo>
                  <a:cubicBezTo>
                    <a:pt x="295" y="3"/>
                    <a:pt x="279" y="1"/>
                    <a:pt x="26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25"/>
            <p:cNvSpPr/>
            <p:nvPr/>
          </p:nvSpPr>
          <p:spPr>
            <a:xfrm>
              <a:off x="3732600" y="4168050"/>
              <a:ext cx="29200" cy="27800"/>
            </a:xfrm>
            <a:custGeom>
              <a:avLst/>
              <a:gdLst/>
              <a:ahLst/>
              <a:cxnLst/>
              <a:rect l="l" t="t" r="r" b="b"/>
              <a:pathLst>
                <a:path w="1168" h="1112" extrusionOk="0">
                  <a:moveTo>
                    <a:pt x="567" y="0"/>
                  </a:moveTo>
                  <a:cubicBezTo>
                    <a:pt x="300" y="0"/>
                    <a:pt x="69" y="223"/>
                    <a:pt x="36" y="495"/>
                  </a:cubicBezTo>
                  <a:cubicBezTo>
                    <a:pt x="0" y="757"/>
                    <a:pt x="179" y="995"/>
                    <a:pt x="417" y="1078"/>
                  </a:cubicBezTo>
                  <a:lnTo>
                    <a:pt x="429" y="1078"/>
                  </a:lnTo>
                  <a:cubicBezTo>
                    <a:pt x="465" y="1090"/>
                    <a:pt x="489" y="1102"/>
                    <a:pt x="524" y="1102"/>
                  </a:cubicBezTo>
                  <a:cubicBezTo>
                    <a:pt x="549" y="1109"/>
                    <a:pt x="574" y="1112"/>
                    <a:pt x="600" y="1112"/>
                  </a:cubicBezTo>
                  <a:cubicBezTo>
                    <a:pt x="661" y="1112"/>
                    <a:pt x="724" y="1095"/>
                    <a:pt x="774" y="1078"/>
                  </a:cubicBezTo>
                  <a:cubicBezTo>
                    <a:pt x="965" y="1007"/>
                    <a:pt x="1108" y="840"/>
                    <a:pt x="1131" y="614"/>
                  </a:cubicBezTo>
                  <a:cubicBezTo>
                    <a:pt x="1167" y="316"/>
                    <a:pt x="941" y="54"/>
                    <a:pt x="643" y="7"/>
                  </a:cubicBezTo>
                  <a:cubicBezTo>
                    <a:pt x="618" y="2"/>
                    <a:pt x="592" y="0"/>
                    <a:pt x="56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25"/>
            <p:cNvSpPr/>
            <p:nvPr/>
          </p:nvSpPr>
          <p:spPr>
            <a:xfrm>
              <a:off x="4574675" y="4319825"/>
              <a:ext cx="37825" cy="38250"/>
            </a:xfrm>
            <a:custGeom>
              <a:avLst/>
              <a:gdLst/>
              <a:ahLst/>
              <a:cxnLst/>
              <a:rect l="l" t="t" r="r" b="b"/>
              <a:pathLst>
                <a:path w="1513" h="1530" extrusionOk="0">
                  <a:moveTo>
                    <a:pt x="731" y="0"/>
                  </a:moveTo>
                  <a:cubicBezTo>
                    <a:pt x="438" y="0"/>
                    <a:pt x="177" y="180"/>
                    <a:pt x="60" y="436"/>
                  </a:cubicBezTo>
                  <a:cubicBezTo>
                    <a:pt x="24" y="508"/>
                    <a:pt x="0" y="603"/>
                    <a:pt x="0" y="686"/>
                  </a:cubicBezTo>
                  <a:lnTo>
                    <a:pt x="0" y="782"/>
                  </a:lnTo>
                  <a:cubicBezTo>
                    <a:pt x="0" y="889"/>
                    <a:pt x="24" y="984"/>
                    <a:pt x="60" y="1079"/>
                  </a:cubicBezTo>
                  <a:cubicBezTo>
                    <a:pt x="95" y="1186"/>
                    <a:pt x="179" y="1270"/>
                    <a:pt x="262" y="1341"/>
                  </a:cubicBezTo>
                  <a:cubicBezTo>
                    <a:pt x="381" y="1448"/>
                    <a:pt x="524" y="1508"/>
                    <a:pt x="679" y="1520"/>
                  </a:cubicBezTo>
                  <a:cubicBezTo>
                    <a:pt x="710" y="1527"/>
                    <a:pt x="742" y="1530"/>
                    <a:pt x="772" y="1530"/>
                  </a:cubicBezTo>
                  <a:cubicBezTo>
                    <a:pt x="847" y="1530"/>
                    <a:pt x="918" y="1513"/>
                    <a:pt x="976" y="1496"/>
                  </a:cubicBezTo>
                  <a:cubicBezTo>
                    <a:pt x="1084" y="1460"/>
                    <a:pt x="1167" y="1401"/>
                    <a:pt x="1250" y="1341"/>
                  </a:cubicBezTo>
                  <a:cubicBezTo>
                    <a:pt x="1334" y="1270"/>
                    <a:pt x="1393" y="1186"/>
                    <a:pt x="1441" y="1079"/>
                  </a:cubicBezTo>
                  <a:cubicBezTo>
                    <a:pt x="1465" y="1008"/>
                    <a:pt x="1488" y="925"/>
                    <a:pt x="1500" y="853"/>
                  </a:cubicBezTo>
                  <a:cubicBezTo>
                    <a:pt x="1512" y="686"/>
                    <a:pt x="1488" y="544"/>
                    <a:pt x="1417" y="424"/>
                  </a:cubicBezTo>
                  <a:cubicBezTo>
                    <a:pt x="1369" y="293"/>
                    <a:pt x="1298" y="198"/>
                    <a:pt x="1203" y="139"/>
                  </a:cubicBezTo>
                  <a:cubicBezTo>
                    <a:pt x="1096" y="67"/>
                    <a:pt x="965" y="8"/>
                    <a:pt x="834" y="8"/>
                  </a:cubicBezTo>
                  <a:cubicBezTo>
                    <a:pt x="799" y="3"/>
                    <a:pt x="765" y="0"/>
                    <a:pt x="73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25"/>
            <p:cNvSpPr/>
            <p:nvPr/>
          </p:nvSpPr>
          <p:spPr>
            <a:xfrm>
              <a:off x="4163600" y="4245300"/>
              <a:ext cx="27400" cy="26400"/>
            </a:xfrm>
            <a:custGeom>
              <a:avLst/>
              <a:gdLst/>
              <a:ahLst/>
              <a:cxnLst/>
              <a:rect l="l" t="t" r="r" b="b"/>
              <a:pathLst>
                <a:path w="1096" h="1056" extrusionOk="0">
                  <a:moveTo>
                    <a:pt x="608" y="0"/>
                  </a:moveTo>
                  <a:cubicBezTo>
                    <a:pt x="548" y="0"/>
                    <a:pt x="501" y="0"/>
                    <a:pt x="453" y="12"/>
                  </a:cubicBezTo>
                  <a:cubicBezTo>
                    <a:pt x="215" y="60"/>
                    <a:pt x="36" y="250"/>
                    <a:pt x="24" y="488"/>
                  </a:cubicBezTo>
                  <a:cubicBezTo>
                    <a:pt x="1" y="560"/>
                    <a:pt x="24" y="667"/>
                    <a:pt x="72" y="750"/>
                  </a:cubicBezTo>
                  <a:cubicBezTo>
                    <a:pt x="120" y="858"/>
                    <a:pt x="203" y="953"/>
                    <a:pt x="310" y="988"/>
                  </a:cubicBezTo>
                  <a:cubicBezTo>
                    <a:pt x="370" y="1024"/>
                    <a:pt x="429" y="1036"/>
                    <a:pt x="501" y="1048"/>
                  </a:cubicBezTo>
                  <a:cubicBezTo>
                    <a:pt x="528" y="1053"/>
                    <a:pt x="555" y="1055"/>
                    <a:pt x="581" y="1055"/>
                  </a:cubicBezTo>
                  <a:cubicBezTo>
                    <a:pt x="681" y="1055"/>
                    <a:pt x="773" y="1021"/>
                    <a:pt x="858" y="965"/>
                  </a:cubicBezTo>
                  <a:lnTo>
                    <a:pt x="870" y="965"/>
                  </a:lnTo>
                  <a:cubicBezTo>
                    <a:pt x="941" y="905"/>
                    <a:pt x="1013" y="846"/>
                    <a:pt x="1048" y="750"/>
                  </a:cubicBezTo>
                  <a:cubicBezTo>
                    <a:pt x="1084" y="691"/>
                    <a:pt x="1096" y="631"/>
                    <a:pt x="1096" y="572"/>
                  </a:cubicBezTo>
                  <a:cubicBezTo>
                    <a:pt x="1096" y="512"/>
                    <a:pt x="1096" y="465"/>
                    <a:pt x="1084" y="429"/>
                  </a:cubicBezTo>
                  <a:cubicBezTo>
                    <a:pt x="1084" y="417"/>
                    <a:pt x="1084" y="393"/>
                    <a:pt x="1072" y="381"/>
                  </a:cubicBezTo>
                  <a:cubicBezTo>
                    <a:pt x="1036" y="262"/>
                    <a:pt x="965" y="179"/>
                    <a:pt x="870" y="96"/>
                  </a:cubicBezTo>
                  <a:cubicBezTo>
                    <a:pt x="858" y="84"/>
                    <a:pt x="846" y="72"/>
                    <a:pt x="834" y="72"/>
                  </a:cubicBezTo>
                  <a:cubicBezTo>
                    <a:pt x="751" y="24"/>
                    <a:pt x="679" y="0"/>
                    <a:pt x="6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25"/>
            <p:cNvSpPr/>
            <p:nvPr/>
          </p:nvSpPr>
          <p:spPr>
            <a:xfrm>
              <a:off x="2754800" y="4228775"/>
              <a:ext cx="27100" cy="27250"/>
            </a:xfrm>
            <a:custGeom>
              <a:avLst/>
              <a:gdLst/>
              <a:ahLst/>
              <a:cxnLst/>
              <a:rect l="l" t="t" r="r" b="b"/>
              <a:pathLst>
                <a:path w="1084" h="1090" extrusionOk="0">
                  <a:moveTo>
                    <a:pt x="516" y="0"/>
                  </a:moveTo>
                  <a:cubicBezTo>
                    <a:pt x="325" y="0"/>
                    <a:pt x="166" y="111"/>
                    <a:pt x="72" y="268"/>
                  </a:cubicBezTo>
                  <a:cubicBezTo>
                    <a:pt x="36" y="328"/>
                    <a:pt x="12" y="399"/>
                    <a:pt x="0" y="495"/>
                  </a:cubicBezTo>
                  <a:cubicBezTo>
                    <a:pt x="0" y="554"/>
                    <a:pt x="0" y="614"/>
                    <a:pt x="12" y="661"/>
                  </a:cubicBezTo>
                  <a:cubicBezTo>
                    <a:pt x="36" y="721"/>
                    <a:pt x="60" y="780"/>
                    <a:pt x="96" y="840"/>
                  </a:cubicBezTo>
                  <a:cubicBezTo>
                    <a:pt x="179" y="971"/>
                    <a:pt x="310" y="1054"/>
                    <a:pt x="489" y="1090"/>
                  </a:cubicBezTo>
                  <a:lnTo>
                    <a:pt x="548" y="1090"/>
                  </a:lnTo>
                  <a:cubicBezTo>
                    <a:pt x="703" y="1090"/>
                    <a:pt x="834" y="1030"/>
                    <a:pt x="929" y="935"/>
                  </a:cubicBezTo>
                  <a:cubicBezTo>
                    <a:pt x="1012" y="852"/>
                    <a:pt x="1084" y="733"/>
                    <a:pt x="1084" y="602"/>
                  </a:cubicBezTo>
                  <a:lnTo>
                    <a:pt x="1084" y="506"/>
                  </a:lnTo>
                  <a:cubicBezTo>
                    <a:pt x="1084" y="387"/>
                    <a:pt x="1048" y="280"/>
                    <a:pt x="965" y="197"/>
                  </a:cubicBezTo>
                  <a:cubicBezTo>
                    <a:pt x="881" y="90"/>
                    <a:pt x="750" y="18"/>
                    <a:pt x="596" y="6"/>
                  </a:cubicBezTo>
                  <a:cubicBezTo>
                    <a:pt x="569" y="2"/>
                    <a:pt x="542" y="0"/>
                    <a:pt x="51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25"/>
            <p:cNvSpPr/>
            <p:nvPr/>
          </p:nvSpPr>
          <p:spPr>
            <a:xfrm>
              <a:off x="2582150" y="4308350"/>
              <a:ext cx="28000" cy="27250"/>
            </a:xfrm>
            <a:custGeom>
              <a:avLst/>
              <a:gdLst/>
              <a:ahLst/>
              <a:cxnLst/>
              <a:rect l="l" t="t" r="r" b="b"/>
              <a:pathLst>
                <a:path w="1120" h="1090" extrusionOk="0">
                  <a:moveTo>
                    <a:pt x="575" y="1"/>
                  </a:moveTo>
                  <a:cubicBezTo>
                    <a:pt x="296" y="1"/>
                    <a:pt x="58" y="208"/>
                    <a:pt x="25" y="491"/>
                  </a:cubicBezTo>
                  <a:cubicBezTo>
                    <a:pt x="1" y="788"/>
                    <a:pt x="215" y="1062"/>
                    <a:pt x="525" y="1086"/>
                  </a:cubicBezTo>
                  <a:cubicBezTo>
                    <a:pt x="545" y="1088"/>
                    <a:pt x="566" y="1090"/>
                    <a:pt x="586" y="1090"/>
                  </a:cubicBezTo>
                  <a:cubicBezTo>
                    <a:pt x="858" y="1090"/>
                    <a:pt x="1087" y="875"/>
                    <a:pt x="1120" y="598"/>
                  </a:cubicBezTo>
                  <a:cubicBezTo>
                    <a:pt x="1120" y="538"/>
                    <a:pt x="1120" y="479"/>
                    <a:pt x="1096" y="431"/>
                  </a:cubicBezTo>
                  <a:cubicBezTo>
                    <a:pt x="1072" y="312"/>
                    <a:pt x="1013" y="217"/>
                    <a:pt x="941" y="133"/>
                  </a:cubicBezTo>
                  <a:cubicBezTo>
                    <a:pt x="858" y="74"/>
                    <a:pt x="775" y="26"/>
                    <a:pt x="679" y="14"/>
                  </a:cubicBezTo>
                  <a:cubicBezTo>
                    <a:pt x="667" y="14"/>
                    <a:pt x="656" y="2"/>
                    <a:pt x="620" y="2"/>
                  </a:cubicBezTo>
                  <a:cubicBezTo>
                    <a:pt x="605" y="1"/>
                    <a:pt x="590" y="1"/>
                    <a:pt x="57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25"/>
            <p:cNvSpPr/>
            <p:nvPr/>
          </p:nvSpPr>
          <p:spPr>
            <a:xfrm>
              <a:off x="3259325" y="4015150"/>
              <a:ext cx="28300" cy="26950"/>
            </a:xfrm>
            <a:custGeom>
              <a:avLst/>
              <a:gdLst/>
              <a:ahLst/>
              <a:cxnLst/>
              <a:rect l="l" t="t" r="r" b="b"/>
              <a:pathLst>
                <a:path w="1132" h="1078" extrusionOk="0">
                  <a:moveTo>
                    <a:pt x="563" y="1"/>
                  </a:moveTo>
                  <a:cubicBezTo>
                    <a:pt x="284" y="1"/>
                    <a:pt x="46" y="208"/>
                    <a:pt x="12" y="491"/>
                  </a:cubicBezTo>
                  <a:cubicBezTo>
                    <a:pt x="0" y="646"/>
                    <a:pt x="48" y="777"/>
                    <a:pt x="155" y="896"/>
                  </a:cubicBezTo>
                  <a:cubicBezTo>
                    <a:pt x="215" y="967"/>
                    <a:pt x="310" y="1027"/>
                    <a:pt x="429" y="1062"/>
                  </a:cubicBezTo>
                  <a:cubicBezTo>
                    <a:pt x="453" y="1062"/>
                    <a:pt x="477" y="1074"/>
                    <a:pt x="489" y="1074"/>
                  </a:cubicBezTo>
                  <a:lnTo>
                    <a:pt x="512" y="1074"/>
                  </a:lnTo>
                  <a:cubicBezTo>
                    <a:pt x="533" y="1076"/>
                    <a:pt x="553" y="1077"/>
                    <a:pt x="572" y="1077"/>
                  </a:cubicBezTo>
                  <a:cubicBezTo>
                    <a:pt x="665" y="1077"/>
                    <a:pt x="745" y="1054"/>
                    <a:pt x="834" y="1015"/>
                  </a:cubicBezTo>
                  <a:cubicBezTo>
                    <a:pt x="989" y="931"/>
                    <a:pt x="1084" y="777"/>
                    <a:pt x="1108" y="598"/>
                  </a:cubicBezTo>
                  <a:cubicBezTo>
                    <a:pt x="1132" y="300"/>
                    <a:pt x="905" y="38"/>
                    <a:pt x="608" y="3"/>
                  </a:cubicBezTo>
                  <a:cubicBezTo>
                    <a:pt x="593" y="2"/>
                    <a:pt x="577" y="1"/>
                    <a:pt x="56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25"/>
            <p:cNvSpPr/>
            <p:nvPr/>
          </p:nvSpPr>
          <p:spPr>
            <a:xfrm>
              <a:off x="5234575" y="4397850"/>
              <a:ext cx="36625" cy="13550"/>
            </a:xfrm>
            <a:custGeom>
              <a:avLst/>
              <a:gdLst/>
              <a:ahLst/>
              <a:cxnLst/>
              <a:rect l="l" t="t" r="r" b="b"/>
              <a:pathLst>
                <a:path w="1465" h="542" extrusionOk="0">
                  <a:moveTo>
                    <a:pt x="736" y="1"/>
                  </a:moveTo>
                  <a:cubicBezTo>
                    <a:pt x="686" y="1"/>
                    <a:pt x="635" y="6"/>
                    <a:pt x="596" y="6"/>
                  </a:cubicBezTo>
                  <a:cubicBezTo>
                    <a:pt x="477" y="30"/>
                    <a:pt x="381" y="66"/>
                    <a:pt x="286" y="149"/>
                  </a:cubicBezTo>
                  <a:cubicBezTo>
                    <a:pt x="262" y="161"/>
                    <a:pt x="238" y="173"/>
                    <a:pt x="227" y="185"/>
                  </a:cubicBezTo>
                  <a:cubicBezTo>
                    <a:pt x="143" y="268"/>
                    <a:pt x="84" y="351"/>
                    <a:pt x="36" y="459"/>
                  </a:cubicBezTo>
                  <a:cubicBezTo>
                    <a:pt x="24" y="482"/>
                    <a:pt x="24" y="518"/>
                    <a:pt x="0" y="542"/>
                  </a:cubicBezTo>
                  <a:lnTo>
                    <a:pt x="1465" y="542"/>
                  </a:lnTo>
                  <a:cubicBezTo>
                    <a:pt x="1370" y="268"/>
                    <a:pt x="1120" y="42"/>
                    <a:pt x="810" y="6"/>
                  </a:cubicBezTo>
                  <a:cubicBezTo>
                    <a:pt x="786" y="2"/>
                    <a:pt x="761" y="1"/>
                    <a:pt x="73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25"/>
            <p:cNvSpPr/>
            <p:nvPr/>
          </p:nvSpPr>
          <p:spPr>
            <a:xfrm>
              <a:off x="4984250" y="3714800"/>
              <a:ext cx="39600" cy="38200"/>
            </a:xfrm>
            <a:custGeom>
              <a:avLst/>
              <a:gdLst/>
              <a:ahLst/>
              <a:cxnLst/>
              <a:rect l="l" t="t" r="r" b="b"/>
              <a:pathLst>
                <a:path w="1584" h="1528" extrusionOk="0">
                  <a:moveTo>
                    <a:pt x="778" y="0"/>
                  </a:moveTo>
                  <a:cubicBezTo>
                    <a:pt x="388" y="0"/>
                    <a:pt x="46" y="289"/>
                    <a:pt x="12" y="694"/>
                  </a:cubicBezTo>
                  <a:cubicBezTo>
                    <a:pt x="0" y="813"/>
                    <a:pt x="12" y="932"/>
                    <a:pt x="60" y="1039"/>
                  </a:cubicBezTo>
                  <a:cubicBezTo>
                    <a:pt x="119" y="1134"/>
                    <a:pt x="179" y="1242"/>
                    <a:pt x="274" y="1313"/>
                  </a:cubicBezTo>
                  <a:cubicBezTo>
                    <a:pt x="310" y="1361"/>
                    <a:pt x="369" y="1408"/>
                    <a:pt x="417" y="1432"/>
                  </a:cubicBezTo>
                  <a:cubicBezTo>
                    <a:pt x="512" y="1480"/>
                    <a:pt x="607" y="1527"/>
                    <a:pt x="715" y="1527"/>
                  </a:cubicBezTo>
                  <a:lnTo>
                    <a:pt x="893" y="1527"/>
                  </a:lnTo>
                  <a:cubicBezTo>
                    <a:pt x="1012" y="1515"/>
                    <a:pt x="1119" y="1468"/>
                    <a:pt x="1203" y="1408"/>
                  </a:cubicBezTo>
                  <a:cubicBezTo>
                    <a:pt x="1381" y="1289"/>
                    <a:pt x="1524" y="1075"/>
                    <a:pt x="1536" y="837"/>
                  </a:cubicBezTo>
                  <a:cubicBezTo>
                    <a:pt x="1584" y="420"/>
                    <a:pt x="1286" y="39"/>
                    <a:pt x="846" y="3"/>
                  </a:cubicBezTo>
                  <a:cubicBezTo>
                    <a:pt x="823" y="1"/>
                    <a:pt x="800" y="0"/>
                    <a:pt x="77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25"/>
            <p:cNvSpPr/>
            <p:nvPr/>
          </p:nvSpPr>
          <p:spPr>
            <a:xfrm>
              <a:off x="3074475" y="4307150"/>
              <a:ext cx="15500" cy="15550"/>
            </a:xfrm>
            <a:custGeom>
              <a:avLst/>
              <a:gdLst/>
              <a:ahLst/>
              <a:cxnLst/>
              <a:rect l="l" t="t" r="r" b="b"/>
              <a:pathLst>
                <a:path w="620" h="622" extrusionOk="0">
                  <a:moveTo>
                    <a:pt x="328" y="0"/>
                  </a:moveTo>
                  <a:cubicBezTo>
                    <a:pt x="264" y="0"/>
                    <a:pt x="195" y="30"/>
                    <a:pt x="144" y="50"/>
                  </a:cubicBezTo>
                  <a:cubicBezTo>
                    <a:pt x="72" y="86"/>
                    <a:pt x="13" y="169"/>
                    <a:pt x="1" y="277"/>
                  </a:cubicBezTo>
                  <a:cubicBezTo>
                    <a:pt x="1" y="300"/>
                    <a:pt x="1" y="336"/>
                    <a:pt x="13" y="360"/>
                  </a:cubicBezTo>
                  <a:cubicBezTo>
                    <a:pt x="24" y="408"/>
                    <a:pt x="48" y="455"/>
                    <a:pt x="60" y="479"/>
                  </a:cubicBezTo>
                  <a:cubicBezTo>
                    <a:pt x="96" y="562"/>
                    <a:pt x="191" y="622"/>
                    <a:pt x="286" y="622"/>
                  </a:cubicBezTo>
                  <a:lnTo>
                    <a:pt x="382" y="622"/>
                  </a:lnTo>
                  <a:cubicBezTo>
                    <a:pt x="465" y="598"/>
                    <a:pt x="536" y="562"/>
                    <a:pt x="560" y="503"/>
                  </a:cubicBezTo>
                  <a:cubicBezTo>
                    <a:pt x="596" y="455"/>
                    <a:pt x="620" y="408"/>
                    <a:pt x="620" y="348"/>
                  </a:cubicBezTo>
                  <a:cubicBezTo>
                    <a:pt x="620" y="300"/>
                    <a:pt x="620" y="265"/>
                    <a:pt x="608" y="217"/>
                  </a:cubicBezTo>
                  <a:cubicBezTo>
                    <a:pt x="584" y="110"/>
                    <a:pt x="489" y="38"/>
                    <a:pt x="382" y="27"/>
                  </a:cubicBezTo>
                  <a:cubicBezTo>
                    <a:pt x="370" y="27"/>
                    <a:pt x="358" y="27"/>
                    <a:pt x="358" y="3"/>
                  </a:cubicBezTo>
                  <a:cubicBezTo>
                    <a:pt x="348" y="1"/>
                    <a:pt x="338" y="0"/>
                    <a:pt x="32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25"/>
            <p:cNvSpPr/>
            <p:nvPr/>
          </p:nvSpPr>
          <p:spPr>
            <a:xfrm>
              <a:off x="3911200" y="4344925"/>
              <a:ext cx="16375" cy="15575"/>
            </a:xfrm>
            <a:custGeom>
              <a:avLst/>
              <a:gdLst/>
              <a:ahLst/>
              <a:cxnLst/>
              <a:rect l="l" t="t" r="r" b="b"/>
              <a:pathLst>
                <a:path w="655" h="623" extrusionOk="0">
                  <a:moveTo>
                    <a:pt x="312" y="1"/>
                  </a:moveTo>
                  <a:cubicBezTo>
                    <a:pt x="167" y="1"/>
                    <a:pt x="55" y="103"/>
                    <a:pt x="12" y="254"/>
                  </a:cubicBezTo>
                  <a:lnTo>
                    <a:pt x="12" y="278"/>
                  </a:lnTo>
                  <a:cubicBezTo>
                    <a:pt x="0" y="456"/>
                    <a:pt x="119" y="611"/>
                    <a:pt x="298" y="623"/>
                  </a:cubicBezTo>
                  <a:lnTo>
                    <a:pt x="405" y="623"/>
                  </a:lnTo>
                  <a:cubicBezTo>
                    <a:pt x="524" y="599"/>
                    <a:pt x="631" y="492"/>
                    <a:pt x="643" y="337"/>
                  </a:cubicBezTo>
                  <a:cubicBezTo>
                    <a:pt x="655" y="159"/>
                    <a:pt x="536" y="16"/>
                    <a:pt x="357" y="4"/>
                  </a:cubicBezTo>
                  <a:cubicBezTo>
                    <a:pt x="342" y="2"/>
                    <a:pt x="327" y="1"/>
                    <a:pt x="31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70" name="Google Shape;3570;p25"/>
          <p:cNvGrpSpPr/>
          <p:nvPr/>
        </p:nvGrpSpPr>
        <p:grpSpPr>
          <a:xfrm rot="5400000" flipH="1">
            <a:off x="-1663942" y="1664270"/>
            <a:ext cx="4493134" cy="1164951"/>
            <a:chOff x="2582150" y="3714800"/>
            <a:chExt cx="2689050" cy="697200"/>
          </a:xfrm>
        </p:grpSpPr>
        <p:sp>
          <p:nvSpPr>
            <p:cNvPr id="3571" name="Google Shape;3571;p25"/>
            <p:cNvSpPr/>
            <p:nvPr/>
          </p:nvSpPr>
          <p:spPr>
            <a:xfrm>
              <a:off x="3636750" y="4402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25"/>
            <p:cNvSpPr/>
            <p:nvPr/>
          </p:nvSpPr>
          <p:spPr>
            <a:xfrm>
              <a:off x="3640625" y="4406925"/>
              <a:ext cx="19375" cy="4475"/>
            </a:xfrm>
            <a:custGeom>
              <a:avLst/>
              <a:gdLst/>
              <a:ahLst/>
              <a:cxnLst/>
              <a:rect l="l" t="t" r="r" b="b"/>
              <a:pathLst>
                <a:path w="775" h="179" extrusionOk="0">
                  <a:moveTo>
                    <a:pt x="393" y="0"/>
                  </a:moveTo>
                  <a:lnTo>
                    <a:pt x="36" y="108"/>
                  </a:lnTo>
                  <a:lnTo>
                    <a:pt x="0" y="179"/>
                  </a:lnTo>
                  <a:lnTo>
                    <a:pt x="774" y="179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25"/>
            <p:cNvSpPr/>
            <p:nvPr/>
          </p:nvSpPr>
          <p:spPr>
            <a:xfrm>
              <a:off x="3634075" y="44039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0" y="24"/>
                  </a:moveTo>
                  <a:lnTo>
                    <a:pt x="0" y="24"/>
                  </a:lnTo>
                  <a:lnTo>
                    <a:pt x="0" y="24"/>
                  </a:lnTo>
                  <a:cubicBezTo>
                    <a:pt x="0" y="0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25"/>
            <p:cNvSpPr/>
            <p:nvPr/>
          </p:nvSpPr>
          <p:spPr>
            <a:xfrm>
              <a:off x="3635275" y="4403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25"/>
            <p:cNvSpPr/>
            <p:nvPr/>
          </p:nvSpPr>
          <p:spPr>
            <a:xfrm>
              <a:off x="3746875" y="4334600"/>
              <a:ext cx="142325" cy="46150"/>
            </a:xfrm>
            <a:custGeom>
              <a:avLst/>
              <a:gdLst/>
              <a:ahLst/>
              <a:cxnLst/>
              <a:rect l="l" t="t" r="r" b="b"/>
              <a:pathLst>
                <a:path w="5693" h="1846" extrusionOk="0">
                  <a:moveTo>
                    <a:pt x="5418" y="0"/>
                  </a:moveTo>
                  <a:lnTo>
                    <a:pt x="1" y="1488"/>
                  </a:lnTo>
                  <a:lnTo>
                    <a:pt x="1" y="1846"/>
                  </a:lnTo>
                  <a:lnTo>
                    <a:pt x="5692" y="262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25"/>
            <p:cNvSpPr/>
            <p:nvPr/>
          </p:nvSpPr>
          <p:spPr>
            <a:xfrm>
              <a:off x="3891850" y="4256600"/>
              <a:ext cx="273575" cy="81875"/>
            </a:xfrm>
            <a:custGeom>
              <a:avLst/>
              <a:gdLst/>
              <a:ahLst/>
              <a:cxnLst/>
              <a:rect l="l" t="t" r="r" b="b"/>
              <a:pathLst>
                <a:path w="10943" h="3275" extrusionOk="0">
                  <a:moveTo>
                    <a:pt x="10883" y="1"/>
                  </a:moveTo>
                  <a:lnTo>
                    <a:pt x="0" y="3013"/>
                  </a:lnTo>
                  <a:lnTo>
                    <a:pt x="286" y="3275"/>
                  </a:lnTo>
                  <a:lnTo>
                    <a:pt x="10883" y="358"/>
                  </a:lnTo>
                  <a:lnTo>
                    <a:pt x="10942" y="298"/>
                  </a:lnTo>
                  <a:cubicBezTo>
                    <a:pt x="10894" y="215"/>
                    <a:pt x="10883" y="108"/>
                    <a:pt x="1088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25"/>
            <p:cNvSpPr/>
            <p:nvPr/>
          </p:nvSpPr>
          <p:spPr>
            <a:xfrm>
              <a:off x="3634375" y="4403350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12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25"/>
            <p:cNvSpPr/>
            <p:nvPr/>
          </p:nvSpPr>
          <p:spPr>
            <a:xfrm>
              <a:off x="3635275" y="4402450"/>
              <a:ext cx="300" cy="625"/>
            </a:xfrm>
            <a:custGeom>
              <a:avLst/>
              <a:gdLst/>
              <a:ahLst/>
              <a:cxnLst/>
              <a:rect l="l" t="t" r="r" b="b"/>
              <a:pathLst>
                <a:path w="12" h="25" extrusionOk="0">
                  <a:moveTo>
                    <a:pt x="12" y="1"/>
                  </a:moveTo>
                  <a:cubicBezTo>
                    <a:pt x="12" y="1"/>
                    <a:pt x="0" y="25"/>
                    <a:pt x="12" y="1"/>
                  </a:cubicBezTo>
                  <a:lnTo>
                    <a:pt x="0" y="25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25"/>
            <p:cNvSpPr/>
            <p:nvPr/>
          </p:nvSpPr>
          <p:spPr>
            <a:xfrm>
              <a:off x="3636750" y="4373575"/>
              <a:ext cx="101825" cy="35750"/>
            </a:xfrm>
            <a:custGeom>
              <a:avLst/>
              <a:gdLst/>
              <a:ahLst/>
              <a:cxnLst/>
              <a:rect l="l" t="t" r="r" b="b"/>
              <a:pathLst>
                <a:path w="4073" h="1430" extrusionOk="0">
                  <a:moveTo>
                    <a:pt x="4073" y="1"/>
                  </a:moveTo>
                  <a:lnTo>
                    <a:pt x="12" y="1120"/>
                  </a:lnTo>
                  <a:lnTo>
                    <a:pt x="1" y="1120"/>
                  </a:lnTo>
                  <a:cubicBezTo>
                    <a:pt x="24" y="1132"/>
                    <a:pt x="60" y="1132"/>
                    <a:pt x="96" y="1132"/>
                  </a:cubicBezTo>
                  <a:cubicBezTo>
                    <a:pt x="191" y="1156"/>
                    <a:pt x="251" y="1251"/>
                    <a:pt x="215" y="1334"/>
                  </a:cubicBezTo>
                  <a:lnTo>
                    <a:pt x="191" y="1430"/>
                  </a:lnTo>
                  <a:lnTo>
                    <a:pt x="548" y="1322"/>
                  </a:lnTo>
                  <a:lnTo>
                    <a:pt x="4061" y="358"/>
                  </a:lnTo>
                  <a:lnTo>
                    <a:pt x="407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25"/>
            <p:cNvSpPr/>
            <p:nvPr/>
          </p:nvSpPr>
          <p:spPr>
            <a:xfrm>
              <a:off x="3635850" y="4402150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37" y="1"/>
                  </a:moveTo>
                  <a:cubicBezTo>
                    <a:pt x="13" y="1"/>
                    <a:pt x="1" y="1"/>
                    <a:pt x="1" y="13"/>
                  </a:cubicBezTo>
                  <a:cubicBezTo>
                    <a:pt x="1" y="13"/>
                    <a:pt x="13" y="1"/>
                    <a:pt x="37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25"/>
            <p:cNvSpPr/>
            <p:nvPr/>
          </p:nvSpPr>
          <p:spPr>
            <a:xfrm>
              <a:off x="3634075" y="4403950"/>
              <a:ext cx="325" cy="925"/>
            </a:xfrm>
            <a:custGeom>
              <a:avLst/>
              <a:gdLst/>
              <a:ahLst/>
              <a:cxnLst/>
              <a:rect l="l" t="t" r="r" b="b"/>
              <a:pathLst>
                <a:path w="13" h="37" extrusionOk="0">
                  <a:moveTo>
                    <a:pt x="12" y="0"/>
                  </a:moveTo>
                  <a:lnTo>
                    <a:pt x="12" y="0"/>
                  </a:lnTo>
                  <a:cubicBezTo>
                    <a:pt x="6" y="14"/>
                    <a:pt x="3" y="19"/>
                    <a:pt x="1" y="24"/>
                  </a:cubicBezTo>
                  <a:lnTo>
                    <a:pt x="1" y="24"/>
                  </a:lnTo>
                  <a:cubicBezTo>
                    <a:pt x="12" y="24"/>
                    <a:pt x="12" y="23"/>
                    <a:pt x="12" y="0"/>
                  </a:cubicBezTo>
                  <a:close/>
                  <a:moveTo>
                    <a:pt x="1" y="24"/>
                  </a:moveTo>
                  <a:cubicBezTo>
                    <a:pt x="1" y="24"/>
                    <a:pt x="1" y="24"/>
                    <a:pt x="0" y="24"/>
                  </a:cubicBezTo>
                  <a:lnTo>
                    <a:pt x="0" y="36"/>
                  </a:lnTo>
                  <a:cubicBezTo>
                    <a:pt x="0" y="31"/>
                    <a:pt x="0" y="28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25"/>
            <p:cNvSpPr/>
            <p:nvPr/>
          </p:nvSpPr>
          <p:spPr>
            <a:xfrm>
              <a:off x="2599425" y="4199450"/>
              <a:ext cx="104800" cy="112250"/>
            </a:xfrm>
            <a:custGeom>
              <a:avLst/>
              <a:gdLst/>
              <a:ahLst/>
              <a:cxnLst/>
              <a:rect l="l" t="t" r="r" b="b"/>
              <a:pathLst>
                <a:path w="4192" h="4490" extrusionOk="0">
                  <a:moveTo>
                    <a:pt x="3929" y="1"/>
                  </a:moveTo>
                  <a:lnTo>
                    <a:pt x="0" y="4394"/>
                  </a:lnTo>
                  <a:cubicBezTo>
                    <a:pt x="84" y="4394"/>
                    <a:pt x="167" y="4430"/>
                    <a:pt x="250" y="4489"/>
                  </a:cubicBezTo>
                  <a:lnTo>
                    <a:pt x="417" y="4418"/>
                  </a:lnTo>
                  <a:lnTo>
                    <a:pt x="4191" y="203"/>
                  </a:lnTo>
                  <a:lnTo>
                    <a:pt x="392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25"/>
            <p:cNvSpPr/>
            <p:nvPr/>
          </p:nvSpPr>
          <p:spPr>
            <a:xfrm>
              <a:off x="2778900" y="4187850"/>
              <a:ext cx="124150" cy="53600"/>
            </a:xfrm>
            <a:custGeom>
              <a:avLst/>
              <a:gdLst/>
              <a:ahLst/>
              <a:cxnLst/>
              <a:rect l="l" t="t" r="r" b="b"/>
              <a:pathLst>
                <a:path w="4966" h="2144" extrusionOk="0">
                  <a:moveTo>
                    <a:pt x="4942" y="0"/>
                  </a:moveTo>
                  <a:cubicBezTo>
                    <a:pt x="4930" y="0"/>
                    <a:pt x="4918" y="0"/>
                    <a:pt x="4918" y="12"/>
                  </a:cubicBezTo>
                  <a:cubicBezTo>
                    <a:pt x="4930" y="12"/>
                    <a:pt x="4942" y="12"/>
                    <a:pt x="4942" y="0"/>
                  </a:cubicBezTo>
                  <a:close/>
                  <a:moveTo>
                    <a:pt x="4918" y="12"/>
                  </a:moveTo>
                  <a:lnTo>
                    <a:pt x="1" y="1834"/>
                  </a:lnTo>
                  <a:cubicBezTo>
                    <a:pt x="84" y="1917"/>
                    <a:pt x="120" y="2024"/>
                    <a:pt x="144" y="2143"/>
                  </a:cubicBezTo>
                  <a:lnTo>
                    <a:pt x="4966" y="358"/>
                  </a:lnTo>
                  <a:lnTo>
                    <a:pt x="4882" y="310"/>
                  </a:lnTo>
                  <a:cubicBezTo>
                    <a:pt x="4811" y="250"/>
                    <a:pt x="4799" y="155"/>
                    <a:pt x="4847" y="72"/>
                  </a:cubicBezTo>
                  <a:cubicBezTo>
                    <a:pt x="4859" y="48"/>
                    <a:pt x="4882" y="36"/>
                    <a:pt x="4918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25"/>
            <p:cNvSpPr/>
            <p:nvPr/>
          </p:nvSpPr>
          <p:spPr>
            <a:xfrm>
              <a:off x="2905125" y="4188150"/>
              <a:ext cx="900" cy="625"/>
            </a:xfrm>
            <a:custGeom>
              <a:avLst/>
              <a:gdLst/>
              <a:ahLst/>
              <a:cxnLst/>
              <a:rect l="l" t="t" r="r" b="b"/>
              <a:pathLst>
                <a:path w="36" h="25" extrusionOk="0">
                  <a:moveTo>
                    <a:pt x="0" y="0"/>
                  </a:moveTo>
                  <a:cubicBezTo>
                    <a:pt x="12" y="0"/>
                    <a:pt x="12" y="24"/>
                    <a:pt x="36" y="24"/>
                  </a:cubicBezTo>
                  <a:cubicBezTo>
                    <a:pt x="12" y="24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25"/>
            <p:cNvSpPr/>
            <p:nvPr/>
          </p:nvSpPr>
          <p:spPr>
            <a:xfrm>
              <a:off x="2903925" y="41878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0" y="0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25"/>
            <p:cNvSpPr/>
            <p:nvPr/>
          </p:nvSpPr>
          <p:spPr>
            <a:xfrm>
              <a:off x="2903325" y="41878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25"/>
            <p:cNvSpPr/>
            <p:nvPr/>
          </p:nvSpPr>
          <p:spPr>
            <a:xfrm>
              <a:off x="2906000" y="4188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25"/>
            <p:cNvSpPr/>
            <p:nvPr/>
          </p:nvSpPr>
          <p:spPr>
            <a:xfrm>
              <a:off x="2898575" y="4188150"/>
              <a:ext cx="179200" cy="127725"/>
            </a:xfrm>
            <a:custGeom>
              <a:avLst/>
              <a:gdLst/>
              <a:ahLst/>
              <a:cxnLst/>
              <a:rect l="l" t="t" r="r" b="b"/>
              <a:pathLst>
                <a:path w="7168" h="5109" extrusionOk="0">
                  <a:moveTo>
                    <a:pt x="155" y="0"/>
                  </a:moveTo>
                  <a:cubicBezTo>
                    <a:pt x="143" y="0"/>
                    <a:pt x="131" y="0"/>
                    <a:pt x="131" y="24"/>
                  </a:cubicBezTo>
                  <a:cubicBezTo>
                    <a:pt x="95" y="24"/>
                    <a:pt x="83" y="36"/>
                    <a:pt x="60" y="60"/>
                  </a:cubicBezTo>
                  <a:cubicBezTo>
                    <a:pt x="0" y="143"/>
                    <a:pt x="24" y="238"/>
                    <a:pt x="95" y="298"/>
                  </a:cubicBezTo>
                  <a:lnTo>
                    <a:pt x="179" y="346"/>
                  </a:lnTo>
                  <a:lnTo>
                    <a:pt x="7049" y="5108"/>
                  </a:lnTo>
                  <a:cubicBezTo>
                    <a:pt x="7049" y="5084"/>
                    <a:pt x="7037" y="5049"/>
                    <a:pt x="7037" y="5025"/>
                  </a:cubicBezTo>
                  <a:cubicBezTo>
                    <a:pt x="7049" y="4918"/>
                    <a:pt x="7096" y="4834"/>
                    <a:pt x="7168" y="4787"/>
                  </a:cubicBezTo>
                  <a:lnTo>
                    <a:pt x="298" y="24"/>
                  </a:lnTo>
                  <a:cubicBezTo>
                    <a:pt x="274" y="24"/>
                    <a:pt x="274" y="0"/>
                    <a:pt x="26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25"/>
            <p:cNvSpPr/>
            <p:nvPr/>
          </p:nvSpPr>
          <p:spPr>
            <a:xfrm>
              <a:off x="2605375" y="4242625"/>
              <a:ext cx="151825" cy="76225"/>
            </a:xfrm>
            <a:custGeom>
              <a:avLst/>
              <a:gdLst/>
              <a:ahLst/>
              <a:cxnLst/>
              <a:rect l="l" t="t" r="r" b="b"/>
              <a:pathLst>
                <a:path w="6073" h="3049" extrusionOk="0">
                  <a:moveTo>
                    <a:pt x="5870" y="0"/>
                  </a:moveTo>
                  <a:lnTo>
                    <a:pt x="155" y="2679"/>
                  </a:lnTo>
                  <a:lnTo>
                    <a:pt x="0" y="2750"/>
                  </a:lnTo>
                  <a:cubicBezTo>
                    <a:pt x="84" y="2822"/>
                    <a:pt x="143" y="2929"/>
                    <a:pt x="155" y="3048"/>
                  </a:cubicBezTo>
                  <a:lnTo>
                    <a:pt x="6073" y="286"/>
                  </a:lnTo>
                  <a:cubicBezTo>
                    <a:pt x="6037" y="226"/>
                    <a:pt x="6013" y="167"/>
                    <a:pt x="5989" y="107"/>
                  </a:cubicBezTo>
                  <a:lnTo>
                    <a:pt x="587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25"/>
            <p:cNvSpPr/>
            <p:nvPr/>
          </p:nvSpPr>
          <p:spPr>
            <a:xfrm>
              <a:off x="2768500" y="4252150"/>
              <a:ext cx="210450" cy="159250"/>
            </a:xfrm>
            <a:custGeom>
              <a:avLst/>
              <a:gdLst/>
              <a:ahLst/>
              <a:cxnLst/>
              <a:rect l="l" t="t" r="r" b="b"/>
              <a:pathLst>
                <a:path w="8418" h="6370" extrusionOk="0">
                  <a:moveTo>
                    <a:pt x="381" y="0"/>
                  </a:moveTo>
                  <a:cubicBezTo>
                    <a:pt x="286" y="95"/>
                    <a:pt x="155" y="155"/>
                    <a:pt x="0" y="155"/>
                  </a:cubicBezTo>
                  <a:lnTo>
                    <a:pt x="7858" y="6370"/>
                  </a:lnTo>
                  <a:lnTo>
                    <a:pt x="8418" y="637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25"/>
            <p:cNvSpPr/>
            <p:nvPr/>
          </p:nvSpPr>
          <p:spPr>
            <a:xfrm>
              <a:off x="2694975" y="4191125"/>
              <a:ext cx="62225" cy="54200"/>
            </a:xfrm>
            <a:custGeom>
              <a:avLst/>
              <a:gdLst/>
              <a:ahLst/>
              <a:cxnLst/>
              <a:rect l="l" t="t" r="r" b="b"/>
              <a:pathLst>
                <a:path w="2489" h="2168" extrusionOk="0">
                  <a:moveTo>
                    <a:pt x="131" y="0"/>
                  </a:moveTo>
                  <a:cubicBezTo>
                    <a:pt x="95" y="24"/>
                    <a:pt x="72" y="36"/>
                    <a:pt x="60" y="60"/>
                  </a:cubicBezTo>
                  <a:cubicBezTo>
                    <a:pt x="0" y="143"/>
                    <a:pt x="12" y="238"/>
                    <a:pt x="84" y="298"/>
                  </a:cubicBezTo>
                  <a:lnTo>
                    <a:pt x="107" y="322"/>
                  </a:lnTo>
                  <a:lnTo>
                    <a:pt x="369" y="524"/>
                  </a:lnTo>
                  <a:lnTo>
                    <a:pt x="2286" y="2060"/>
                  </a:lnTo>
                  <a:lnTo>
                    <a:pt x="2429" y="2167"/>
                  </a:lnTo>
                  <a:cubicBezTo>
                    <a:pt x="2405" y="2108"/>
                    <a:pt x="2405" y="2060"/>
                    <a:pt x="2405" y="2001"/>
                  </a:cubicBezTo>
                  <a:cubicBezTo>
                    <a:pt x="2405" y="1929"/>
                    <a:pt x="2441" y="1846"/>
                    <a:pt x="2489" y="1774"/>
                  </a:cubicBezTo>
                  <a:lnTo>
                    <a:pt x="655" y="322"/>
                  </a:lnTo>
                  <a:cubicBezTo>
                    <a:pt x="596" y="405"/>
                    <a:pt x="500" y="453"/>
                    <a:pt x="405" y="453"/>
                  </a:cubicBezTo>
                  <a:cubicBezTo>
                    <a:pt x="250" y="453"/>
                    <a:pt x="143" y="298"/>
                    <a:pt x="167" y="155"/>
                  </a:cubicBezTo>
                  <a:cubicBezTo>
                    <a:pt x="167" y="96"/>
                    <a:pt x="191" y="48"/>
                    <a:pt x="22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25"/>
            <p:cNvSpPr/>
            <p:nvPr/>
          </p:nvSpPr>
          <p:spPr>
            <a:xfrm>
              <a:off x="3016725" y="4319125"/>
              <a:ext cx="67000" cy="92275"/>
            </a:xfrm>
            <a:custGeom>
              <a:avLst/>
              <a:gdLst/>
              <a:ahLst/>
              <a:cxnLst/>
              <a:rect l="l" t="t" r="r" b="b"/>
              <a:pathLst>
                <a:path w="2680" h="3691" extrusionOk="0">
                  <a:moveTo>
                    <a:pt x="2680" y="119"/>
                  </a:moveTo>
                  <a:lnTo>
                    <a:pt x="2675" y="126"/>
                  </a:lnTo>
                  <a:lnTo>
                    <a:pt x="2675" y="126"/>
                  </a:lnTo>
                  <a:cubicBezTo>
                    <a:pt x="2677" y="124"/>
                    <a:pt x="2679" y="122"/>
                    <a:pt x="2680" y="119"/>
                  </a:cubicBezTo>
                  <a:close/>
                  <a:moveTo>
                    <a:pt x="2370" y="0"/>
                  </a:moveTo>
                  <a:lnTo>
                    <a:pt x="1" y="3560"/>
                  </a:lnTo>
                  <a:cubicBezTo>
                    <a:pt x="96" y="3596"/>
                    <a:pt x="168" y="3631"/>
                    <a:pt x="227" y="3691"/>
                  </a:cubicBezTo>
                  <a:lnTo>
                    <a:pt x="310" y="3691"/>
                  </a:lnTo>
                  <a:lnTo>
                    <a:pt x="2675" y="126"/>
                  </a:lnTo>
                  <a:lnTo>
                    <a:pt x="2675" y="126"/>
                  </a:lnTo>
                  <a:cubicBezTo>
                    <a:pt x="2661" y="143"/>
                    <a:pt x="2628" y="143"/>
                    <a:pt x="2596" y="143"/>
                  </a:cubicBezTo>
                  <a:cubicBezTo>
                    <a:pt x="2501" y="143"/>
                    <a:pt x="2418" y="83"/>
                    <a:pt x="237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25"/>
            <p:cNvSpPr/>
            <p:nvPr/>
          </p:nvSpPr>
          <p:spPr>
            <a:xfrm>
              <a:off x="3084000" y="4036650"/>
              <a:ext cx="186075" cy="275050"/>
            </a:xfrm>
            <a:custGeom>
              <a:avLst/>
              <a:gdLst/>
              <a:ahLst/>
              <a:cxnLst/>
              <a:rect l="l" t="t" r="r" b="b"/>
              <a:pathLst>
                <a:path w="7443" h="11002" extrusionOk="0">
                  <a:moveTo>
                    <a:pt x="7168" y="0"/>
                  </a:moveTo>
                  <a:lnTo>
                    <a:pt x="1" y="10811"/>
                  </a:lnTo>
                  <a:cubicBezTo>
                    <a:pt x="108" y="10847"/>
                    <a:pt x="203" y="10918"/>
                    <a:pt x="227" y="11001"/>
                  </a:cubicBezTo>
                  <a:cubicBezTo>
                    <a:pt x="239" y="11001"/>
                    <a:pt x="263" y="10989"/>
                    <a:pt x="286" y="10989"/>
                  </a:cubicBezTo>
                  <a:lnTo>
                    <a:pt x="7442" y="179"/>
                  </a:lnTo>
                  <a:cubicBezTo>
                    <a:pt x="7323" y="155"/>
                    <a:pt x="7240" y="95"/>
                    <a:pt x="716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25"/>
            <p:cNvSpPr/>
            <p:nvPr/>
          </p:nvSpPr>
          <p:spPr>
            <a:xfrm>
              <a:off x="3088475" y="4311375"/>
              <a:ext cx="161950" cy="100025"/>
            </a:xfrm>
            <a:custGeom>
              <a:avLst/>
              <a:gdLst/>
              <a:ahLst/>
              <a:cxnLst/>
              <a:rect l="l" t="t" r="r" b="b"/>
              <a:pathLst>
                <a:path w="6478" h="4001" extrusionOk="0">
                  <a:moveTo>
                    <a:pt x="107" y="0"/>
                  </a:moveTo>
                  <a:cubicBezTo>
                    <a:pt x="96" y="0"/>
                    <a:pt x="72" y="0"/>
                    <a:pt x="48" y="12"/>
                  </a:cubicBezTo>
                  <a:cubicBezTo>
                    <a:pt x="60" y="60"/>
                    <a:pt x="84" y="108"/>
                    <a:pt x="60" y="155"/>
                  </a:cubicBezTo>
                  <a:cubicBezTo>
                    <a:pt x="60" y="215"/>
                    <a:pt x="36" y="250"/>
                    <a:pt x="0" y="298"/>
                  </a:cubicBezTo>
                  <a:lnTo>
                    <a:pt x="24" y="310"/>
                  </a:lnTo>
                  <a:lnTo>
                    <a:pt x="5834" y="4001"/>
                  </a:lnTo>
                  <a:lnTo>
                    <a:pt x="6477" y="4001"/>
                  </a:lnTo>
                  <a:lnTo>
                    <a:pt x="203" y="36"/>
                  </a:lnTo>
                  <a:cubicBezTo>
                    <a:pt x="167" y="12"/>
                    <a:pt x="143" y="0"/>
                    <a:pt x="10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25"/>
            <p:cNvSpPr/>
            <p:nvPr/>
          </p:nvSpPr>
          <p:spPr>
            <a:xfrm>
              <a:off x="3271525" y="4040200"/>
              <a:ext cx="47350" cy="371200"/>
            </a:xfrm>
            <a:custGeom>
              <a:avLst/>
              <a:gdLst/>
              <a:ahLst/>
              <a:cxnLst/>
              <a:rect l="l" t="t" r="r" b="b"/>
              <a:pathLst>
                <a:path w="1894" h="14848" extrusionOk="0">
                  <a:moveTo>
                    <a:pt x="334" y="1"/>
                  </a:moveTo>
                  <a:cubicBezTo>
                    <a:pt x="255" y="51"/>
                    <a:pt x="159" y="75"/>
                    <a:pt x="60" y="75"/>
                  </a:cubicBezTo>
                  <a:cubicBezTo>
                    <a:pt x="40" y="75"/>
                    <a:pt x="20" y="74"/>
                    <a:pt x="1" y="72"/>
                  </a:cubicBezTo>
                  <a:lnTo>
                    <a:pt x="1" y="72"/>
                  </a:lnTo>
                  <a:lnTo>
                    <a:pt x="1548" y="14848"/>
                  </a:lnTo>
                  <a:lnTo>
                    <a:pt x="1894" y="14848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25"/>
            <p:cNvSpPr/>
            <p:nvPr/>
          </p:nvSpPr>
          <p:spPr>
            <a:xfrm>
              <a:off x="3632275" y="4401925"/>
              <a:ext cx="10750" cy="9475"/>
            </a:xfrm>
            <a:custGeom>
              <a:avLst/>
              <a:gdLst/>
              <a:ahLst/>
              <a:cxnLst/>
              <a:rect l="l" t="t" r="r" b="b"/>
              <a:pathLst>
                <a:path w="430" h="379" extrusionOk="0">
                  <a:moveTo>
                    <a:pt x="227" y="1"/>
                  </a:moveTo>
                  <a:cubicBezTo>
                    <a:pt x="209" y="1"/>
                    <a:pt x="191" y="4"/>
                    <a:pt x="180" y="10"/>
                  </a:cubicBezTo>
                  <a:cubicBezTo>
                    <a:pt x="156" y="10"/>
                    <a:pt x="156" y="22"/>
                    <a:pt x="144" y="22"/>
                  </a:cubicBezTo>
                  <a:lnTo>
                    <a:pt x="132" y="22"/>
                  </a:lnTo>
                  <a:lnTo>
                    <a:pt x="120" y="46"/>
                  </a:lnTo>
                  <a:lnTo>
                    <a:pt x="96" y="57"/>
                  </a:lnTo>
                  <a:lnTo>
                    <a:pt x="84" y="69"/>
                  </a:lnTo>
                  <a:lnTo>
                    <a:pt x="84" y="81"/>
                  </a:lnTo>
                  <a:cubicBezTo>
                    <a:pt x="84" y="105"/>
                    <a:pt x="72" y="105"/>
                    <a:pt x="72" y="117"/>
                  </a:cubicBezTo>
                  <a:lnTo>
                    <a:pt x="1" y="379"/>
                  </a:lnTo>
                  <a:lnTo>
                    <a:pt x="334" y="379"/>
                  </a:lnTo>
                  <a:lnTo>
                    <a:pt x="370" y="308"/>
                  </a:lnTo>
                  <a:lnTo>
                    <a:pt x="394" y="224"/>
                  </a:lnTo>
                  <a:cubicBezTo>
                    <a:pt x="430" y="129"/>
                    <a:pt x="370" y="46"/>
                    <a:pt x="275" y="10"/>
                  </a:cubicBezTo>
                  <a:cubicBezTo>
                    <a:pt x="263" y="4"/>
                    <a:pt x="245" y="1"/>
                    <a:pt x="227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25"/>
            <p:cNvSpPr/>
            <p:nvPr/>
          </p:nvSpPr>
          <p:spPr>
            <a:xfrm>
              <a:off x="3737350" y="4195300"/>
              <a:ext cx="14325" cy="216100"/>
            </a:xfrm>
            <a:custGeom>
              <a:avLst/>
              <a:gdLst/>
              <a:ahLst/>
              <a:cxnLst/>
              <a:rect l="l" t="t" r="r" b="b"/>
              <a:pathLst>
                <a:path w="573" h="8644" extrusionOk="0">
                  <a:moveTo>
                    <a:pt x="227" y="0"/>
                  </a:moveTo>
                  <a:lnTo>
                    <a:pt x="37" y="7156"/>
                  </a:lnTo>
                  <a:lnTo>
                    <a:pt x="25" y="7513"/>
                  </a:lnTo>
                  <a:lnTo>
                    <a:pt x="1" y="8644"/>
                  </a:lnTo>
                  <a:lnTo>
                    <a:pt x="346" y="8644"/>
                  </a:lnTo>
                  <a:lnTo>
                    <a:pt x="382" y="7418"/>
                  </a:lnTo>
                  <a:lnTo>
                    <a:pt x="394" y="7060"/>
                  </a:lnTo>
                  <a:lnTo>
                    <a:pt x="572" y="429"/>
                  </a:lnTo>
                  <a:lnTo>
                    <a:pt x="287" y="167"/>
                  </a:lnTo>
                  <a:cubicBezTo>
                    <a:pt x="239" y="119"/>
                    <a:pt x="227" y="60"/>
                    <a:pt x="239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25"/>
            <p:cNvSpPr/>
            <p:nvPr/>
          </p:nvSpPr>
          <p:spPr>
            <a:xfrm>
              <a:off x="4021625" y="4264050"/>
              <a:ext cx="149750" cy="147350"/>
            </a:xfrm>
            <a:custGeom>
              <a:avLst/>
              <a:gdLst/>
              <a:ahLst/>
              <a:cxnLst/>
              <a:rect l="l" t="t" r="r" b="b"/>
              <a:pathLst>
                <a:path w="5990" h="5894" extrusionOk="0">
                  <a:moveTo>
                    <a:pt x="5751" y="0"/>
                  </a:moveTo>
                  <a:lnTo>
                    <a:pt x="5692" y="60"/>
                  </a:lnTo>
                  <a:lnTo>
                    <a:pt x="0" y="5894"/>
                  </a:lnTo>
                  <a:lnTo>
                    <a:pt x="477" y="5894"/>
                  </a:lnTo>
                  <a:lnTo>
                    <a:pt x="5989" y="238"/>
                  </a:lnTo>
                  <a:cubicBezTo>
                    <a:pt x="5882" y="179"/>
                    <a:pt x="5799" y="108"/>
                    <a:pt x="575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25"/>
            <p:cNvSpPr/>
            <p:nvPr/>
          </p:nvSpPr>
          <p:spPr>
            <a:xfrm>
              <a:off x="4484475" y="4346500"/>
              <a:ext cx="96475" cy="64900"/>
            </a:xfrm>
            <a:custGeom>
              <a:avLst/>
              <a:gdLst/>
              <a:ahLst/>
              <a:cxnLst/>
              <a:rect l="l" t="t" r="r" b="b"/>
              <a:pathLst>
                <a:path w="3859" h="2596" extrusionOk="0">
                  <a:moveTo>
                    <a:pt x="3668" y="0"/>
                  </a:moveTo>
                  <a:lnTo>
                    <a:pt x="1" y="2596"/>
                  </a:lnTo>
                  <a:lnTo>
                    <a:pt x="584" y="2596"/>
                  </a:lnTo>
                  <a:lnTo>
                    <a:pt x="3858" y="262"/>
                  </a:lnTo>
                  <a:cubicBezTo>
                    <a:pt x="3787" y="191"/>
                    <a:pt x="3715" y="96"/>
                    <a:pt x="366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25"/>
            <p:cNvSpPr/>
            <p:nvPr/>
          </p:nvSpPr>
          <p:spPr>
            <a:xfrm>
              <a:off x="3743025" y="4194700"/>
              <a:ext cx="230700" cy="216425"/>
            </a:xfrm>
            <a:custGeom>
              <a:avLst/>
              <a:gdLst/>
              <a:ahLst/>
              <a:cxnLst/>
              <a:rect l="l" t="t" r="r" b="b"/>
              <a:pathLst>
                <a:path w="9228" h="8657" extrusionOk="0">
                  <a:moveTo>
                    <a:pt x="369" y="0"/>
                  </a:moveTo>
                  <a:cubicBezTo>
                    <a:pt x="309" y="26"/>
                    <a:pt x="243" y="46"/>
                    <a:pt x="179" y="46"/>
                  </a:cubicBezTo>
                  <a:cubicBezTo>
                    <a:pt x="155" y="46"/>
                    <a:pt x="131" y="43"/>
                    <a:pt x="107" y="36"/>
                  </a:cubicBezTo>
                  <a:cubicBezTo>
                    <a:pt x="72" y="36"/>
                    <a:pt x="48" y="24"/>
                    <a:pt x="12" y="24"/>
                  </a:cubicBezTo>
                  <a:cubicBezTo>
                    <a:pt x="0" y="84"/>
                    <a:pt x="12" y="143"/>
                    <a:pt x="60" y="191"/>
                  </a:cubicBezTo>
                  <a:lnTo>
                    <a:pt x="345" y="453"/>
                  </a:lnTo>
                  <a:lnTo>
                    <a:pt x="5584" y="5572"/>
                  </a:lnTo>
                  <a:lnTo>
                    <a:pt x="5870" y="5846"/>
                  </a:lnTo>
                  <a:lnTo>
                    <a:pt x="8739" y="8656"/>
                  </a:lnTo>
                  <a:lnTo>
                    <a:pt x="9227" y="8656"/>
                  </a:lnTo>
                  <a:lnTo>
                    <a:pt x="7144" y="6620"/>
                  </a:lnTo>
                  <a:cubicBezTo>
                    <a:pt x="7120" y="6620"/>
                    <a:pt x="7102" y="6625"/>
                    <a:pt x="7078" y="6625"/>
                  </a:cubicBezTo>
                  <a:cubicBezTo>
                    <a:pt x="7066" y="6625"/>
                    <a:pt x="7053" y="6624"/>
                    <a:pt x="7037" y="6620"/>
                  </a:cubicBezTo>
                  <a:cubicBezTo>
                    <a:pt x="6858" y="6596"/>
                    <a:pt x="6739" y="6453"/>
                    <a:pt x="6751" y="6275"/>
                  </a:cubicBezTo>
                  <a:lnTo>
                    <a:pt x="6751" y="6239"/>
                  </a:lnTo>
                  <a:lnTo>
                    <a:pt x="6239" y="5739"/>
                  </a:lnTo>
                  <a:lnTo>
                    <a:pt x="5953" y="5465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25"/>
            <p:cNvSpPr/>
            <p:nvPr/>
          </p:nvSpPr>
          <p:spPr>
            <a:xfrm>
              <a:off x="4185325" y="4269100"/>
              <a:ext cx="69975" cy="142300"/>
            </a:xfrm>
            <a:custGeom>
              <a:avLst/>
              <a:gdLst/>
              <a:ahLst/>
              <a:cxnLst/>
              <a:rect l="l" t="t" r="r" b="b"/>
              <a:pathLst>
                <a:path w="2799" h="5692" extrusionOk="0">
                  <a:moveTo>
                    <a:pt x="1" y="1"/>
                  </a:moveTo>
                  <a:lnTo>
                    <a:pt x="2430" y="5692"/>
                  </a:lnTo>
                  <a:lnTo>
                    <a:pt x="2799" y="5692"/>
                  </a:lnTo>
                  <a:lnTo>
                    <a:pt x="572" y="4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25"/>
            <p:cNvSpPr/>
            <p:nvPr/>
          </p:nvSpPr>
          <p:spPr>
            <a:xfrm>
              <a:off x="4174625" y="4240475"/>
              <a:ext cx="9550" cy="5725"/>
            </a:xfrm>
            <a:custGeom>
              <a:avLst/>
              <a:gdLst/>
              <a:ahLst/>
              <a:cxnLst/>
              <a:rect l="l" t="t" r="r" b="b"/>
              <a:pathLst>
                <a:path w="382" h="229" extrusionOk="0">
                  <a:moveTo>
                    <a:pt x="180" y="1"/>
                  </a:moveTo>
                  <a:cubicBezTo>
                    <a:pt x="159" y="1"/>
                    <a:pt x="138" y="5"/>
                    <a:pt x="119" y="15"/>
                  </a:cubicBezTo>
                  <a:lnTo>
                    <a:pt x="107" y="15"/>
                  </a:lnTo>
                  <a:cubicBezTo>
                    <a:pt x="48" y="38"/>
                    <a:pt x="0" y="98"/>
                    <a:pt x="0" y="169"/>
                  </a:cubicBezTo>
                  <a:cubicBezTo>
                    <a:pt x="60" y="158"/>
                    <a:pt x="119" y="158"/>
                    <a:pt x="167" y="158"/>
                  </a:cubicBezTo>
                  <a:cubicBezTo>
                    <a:pt x="250" y="158"/>
                    <a:pt x="322" y="193"/>
                    <a:pt x="381" y="229"/>
                  </a:cubicBezTo>
                  <a:lnTo>
                    <a:pt x="322" y="98"/>
                  </a:lnTo>
                  <a:cubicBezTo>
                    <a:pt x="304" y="36"/>
                    <a:pt x="241" y="1"/>
                    <a:pt x="18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25"/>
            <p:cNvSpPr/>
            <p:nvPr/>
          </p:nvSpPr>
          <p:spPr>
            <a:xfrm>
              <a:off x="4599075" y="4353050"/>
              <a:ext cx="37825" cy="58350"/>
            </a:xfrm>
            <a:custGeom>
              <a:avLst/>
              <a:gdLst/>
              <a:ahLst/>
              <a:cxnLst/>
              <a:rect l="l" t="t" r="r" b="b"/>
              <a:pathLst>
                <a:path w="1513" h="2334" extrusionOk="0">
                  <a:moveTo>
                    <a:pt x="274" y="0"/>
                  </a:moveTo>
                  <a:cubicBezTo>
                    <a:pt x="203" y="72"/>
                    <a:pt x="96" y="119"/>
                    <a:pt x="0" y="155"/>
                  </a:cubicBezTo>
                  <a:lnTo>
                    <a:pt x="1120" y="2334"/>
                  </a:lnTo>
                  <a:lnTo>
                    <a:pt x="1513" y="2334"/>
                  </a:lnTo>
                  <a:lnTo>
                    <a:pt x="334" y="48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25"/>
            <p:cNvSpPr/>
            <p:nvPr/>
          </p:nvSpPr>
          <p:spPr>
            <a:xfrm>
              <a:off x="4185025" y="4263750"/>
              <a:ext cx="182500" cy="147650"/>
            </a:xfrm>
            <a:custGeom>
              <a:avLst/>
              <a:gdLst/>
              <a:ahLst/>
              <a:cxnLst/>
              <a:rect l="l" t="t" r="r" b="b"/>
              <a:pathLst>
                <a:path w="7300" h="5906" extrusionOk="0">
                  <a:moveTo>
                    <a:pt x="179" y="0"/>
                  </a:moveTo>
                  <a:cubicBezTo>
                    <a:pt x="132" y="96"/>
                    <a:pt x="72" y="155"/>
                    <a:pt x="1" y="215"/>
                  </a:cubicBezTo>
                  <a:lnTo>
                    <a:pt x="549" y="691"/>
                  </a:lnTo>
                  <a:lnTo>
                    <a:pt x="6776" y="5906"/>
                  </a:lnTo>
                  <a:lnTo>
                    <a:pt x="7299" y="5906"/>
                  </a:lnTo>
                  <a:lnTo>
                    <a:pt x="299" y="36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25"/>
            <p:cNvSpPr/>
            <p:nvPr/>
          </p:nvSpPr>
          <p:spPr>
            <a:xfrm>
              <a:off x="4189800" y="4255125"/>
              <a:ext cx="386375" cy="83950"/>
            </a:xfrm>
            <a:custGeom>
              <a:avLst/>
              <a:gdLst/>
              <a:ahLst/>
              <a:cxnLst/>
              <a:rect l="l" t="t" r="r" b="b"/>
              <a:pathLst>
                <a:path w="15455" h="3358" extrusionOk="0">
                  <a:moveTo>
                    <a:pt x="36" y="0"/>
                  </a:moveTo>
                  <a:lnTo>
                    <a:pt x="36" y="0"/>
                  </a:lnTo>
                  <a:cubicBezTo>
                    <a:pt x="48" y="48"/>
                    <a:pt x="48" y="107"/>
                    <a:pt x="48" y="155"/>
                  </a:cubicBezTo>
                  <a:cubicBezTo>
                    <a:pt x="48" y="214"/>
                    <a:pt x="24" y="286"/>
                    <a:pt x="0" y="334"/>
                  </a:cubicBezTo>
                  <a:lnTo>
                    <a:pt x="143" y="381"/>
                  </a:lnTo>
                  <a:lnTo>
                    <a:pt x="15395" y="3358"/>
                  </a:lnTo>
                  <a:lnTo>
                    <a:pt x="15395" y="3262"/>
                  </a:lnTo>
                  <a:cubicBezTo>
                    <a:pt x="15407" y="3179"/>
                    <a:pt x="15419" y="3084"/>
                    <a:pt x="15455" y="3012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25"/>
            <p:cNvSpPr/>
            <p:nvPr/>
          </p:nvSpPr>
          <p:spPr>
            <a:xfrm>
              <a:off x="4185925" y="3740775"/>
              <a:ext cx="804900" cy="513475"/>
            </a:xfrm>
            <a:custGeom>
              <a:avLst/>
              <a:gdLst/>
              <a:ahLst/>
              <a:cxnLst/>
              <a:rect l="l" t="t" r="r" b="b"/>
              <a:pathLst>
                <a:path w="32196" h="20539" extrusionOk="0">
                  <a:moveTo>
                    <a:pt x="32017" y="0"/>
                  </a:moveTo>
                  <a:lnTo>
                    <a:pt x="1" y="20265"/>
                  </a:lnTo>
                  <a:cubicBezTo>
                    <a:pt x="84" y="20324"/>
                    <a:pt x="155" y="20431"/>
                    <a:pt x="191" y="20538"/>
                  </a:cubicBezTo>
                  <a:lnTo>
                    <a:pt x="32195" y="274"/>
                  </a:lnTo>
                  <a:cubicBezTo>
                    <a:pt x="32124" y="203"/>
                    <a:pt x="32052" y="95"/>
                    <a:pt x="3201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25"/>
            <p:cNvSpPr/>
            <p:nvPr/>
          </p:nvSpPr>
          <p:spPr>
            <a:xfrm>
              <a:off x="4604725" y="4122375"/>
              <a:ext cx="224450" cy="207175"/>
            </a:xfrm>
            <a:custGeom>
              <a:avLst/>
              <a:gdLst/>
              <a:ahLst/>
              <a:cxnLst/>
              <a:rect l="l" t="t" r="r" b="b"/>
              <a:pathLst>
                <a:path w="8978" h="8287" extrusionOk="0">
                  <a:moveTo>
                    <a:pt x="8752" y="0"/>
                  </a:moveTo>
                  <a:lnTo>
                    <a:pt x="1" y="8037"/>
                  </a:lnTo>
                  <a:cubicBezTo>
                    <a:pt x="96" y="8108"/>
                    <a:pt x="167" y="8191"/>
                    <a:pt x="227" y="8287"/>
                  </a:cubicBezTo>
                  <a:lnTo>
                    <a:pt x="8978" y="250"/>
                  </a:lnTo>
                  <a:cubicBezTo>
                    <a:pt x="8907" y="167"/>
                    <a:pt x="8811" y="95"/>
                    <a:pt x="875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25"/>
            <p:cNvSpPr/>
            <p:nvPr/>
          </p:nvSpPr>
          <p:spPr>
            <a:xfrm>
              <a:off x="4727950" y="4136950"/>
              <a:ext cx="125650" cy="274450"/>
            </a:xfrm>
            <a:custGeom>
              <a:avLst/>
              <a:gdLst/>
              <a:ahLst/>
              <a:cxnLst/>
              <a:rect l="l" t="t" r="r" b="b"/>
              <a:pathLst>
                <a:path w="5026" h="10978" extrusionOk="0">
                  <a:moveTo>
                    <a:pt x="4704" y="0"/>
                  </a:moveTo>
                  <a:lnTo>
                    <a:pt x="1" y="10978"/>
                  </a:lnTo>
                  <a:lnTo>
                    <a:pt x="370" y="10978"/>
                  </a:lnTo>
                  <a:lnTo>
                    <a:pt x="5025" y="119"/>
                  </a:lnTo>
                  <a:lnTo>
                    <a:pt x="5025" y="48"/>
                  </a:lnTo>
                  <a:lnTo>
                    <a:pt x="4906" y="48"/>
                  </a:lnTo>
                  <a:cubicBezTo>
                    <a:pt x="4835" y="24"/>
                    <a:pt x="4763" y="24"/>
                    <a:pt x="470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25"/>
            <p:cNvSpPr/>
            <p:nvPr/>
          </p:nvSpPr>
          <p:spPr>
            <a:xfrm>
              <a:off x="4605925" y="4346200"/>
              <a:ext cx="86650" cy="65200"/>
            </a:xfrm>
            <a:custGeom>
              <a:avLst/>
              <a:gdLst/>
              <a:ahLst/>
              <a:cxnLst/>
              <a:rect l="l" t="t" r="r" b="b"/>
              <a:pathLst>
                <a:path w="3466" h="2608" extrusionOk="0">
                  <a:moveTo>
                    <a:pt x="203" y="0"/>
                  </a:moveTo>
                  <a:cubicBezTo>
                    <a:pt x="167" y="108"/>
                    <a:pt x="84" y="203"/>
                    <a:pt x="0" y="274"/>
                  </a:cubicBezTo>
                  <a:lnTo>
                    <a:pt x="60" y="322"/>
                  </a:lnTo>
                  <a:lnTo>
                    <a:pt x="2917" y="2608"/>
                  </a:lnTo>
                  <a:lnTo>
                    <a:pt x="3465" y="2608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25"/>
            <p:cNvSpPr/>
            <p:nvPr/>
          </p:nvSpPr>
          <p:spPr>
            <a:xfrm>
              <a:off x="5016400" y="4244400"/>
              <a:ext cx="9250" cy="167000"/>
            </a:xfrm>
            <a:custGeom>
              <a:avLst/>
              <a:gdLst/>
              <a:ahLst/>
              <a:cxnLst/>
              <a:rect l="l" t="t" r="r" b="b"/>
              <a:pathLst>
                <a:path w="370" h="6680" extrusionOk="0">
                  <a:moveTo>
                    <a:pt x="333" y="1"/>
                  </a:moveTo>
                  <a:cubicBezTo>
                    <a:pt x="262" y="27"/>
                    <a:pt x="177" y="41"/>
                    <a:pt x="89" y="41"/>
                  </a:cubicBezTo>
                  <a:cubicBezTo>
                    <a:pt x="60" y="41"/>
                    <a:pt x="30" y="39"/>
                    <a:pt x="0" y="36"/>
                  </a:cubicBezTo>
                  <a:lnTo>
                    <a:pt x="0" y="36"/>
                  </a:lnTo>
                  <a:lnTo>
                    <a:pt x="24" y="6680"/>
                  </a:lnTo>
                  <a:lnTo>
                    <a:pt x="369" y="6680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25"/>
            <p:cNvSpPr/>
            <p:nvPr/>
          </p:nvSpPr>
          <p:spPr>
            <a:xfrm>
              <a:off x="5021450" y="4188150"/>
              <a:ext cx="3300" cy="3900"/>
            </a:xfrm>
            <a:custGeom>
              <a:avLst/>
              <a:gdLst/>
              <a:ahLst/>
              <a:cxnLst/>
              <a:rect l="l" t="t" r="r" b="b"/>
              <a:pathLst>
                <a:path w="132" h="156" extrusionOk="0">
                  <a:moveTo>
                    <a:pt x="0" y="0"/>
                  </a:moveTo>
                  <a:lnTo>
                    <a:pt x="0" y="119"/>
                  </a:lnTo>
                  <a:lnTo>
                    <a:pt x="12" y="119"/>
                  </a:lnTo>
                  <a:cubicBezTo>
                    <a:pt x="48" y="143"/>
                    <a:pt x="96" y="155"/>
                    <a:pt x="131" y="155"/>
                  </a:cubicBezTo>
                  <a:cubicBezTo>
                    <a:pt x="120" y="84"/>
                    <a:pt x="72" y="24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25"/>
            <p:cNvSpPr/>
            <p:nvPr/>
          </p:nvSpPr>
          <p:spPr>
            <a:xfrm>
              <a:off x="4864275" y="3750900"/>
              <a:ext cx="138450" cy="315225"/>
            </a:xfrm>
            <a:custGeom>
              <a:avLst/>
              <a:gdLst/>
              <a:ahLst/>
              <a:cxnLst/>
              <a:rect l="l" t="t" r="r" b="b"/>
              <a:pathLst>
                <a:path w="5538" h="12609" extrusionOk="0">
                  <a:moveTo>
                    <a:pt x="5216" y="0"/>
                  </a:moveTo>
                  <a:lnTo>
                    <a:pt x="1" y="12490"/>
                  </a:lnTo>
                  <a:cubicBezTo>
                    <a:pt x="132" y="12513"/>
                    <a:pt x="227" y="12549"/>
                    <a:pt x="322" y="12609"/>
                  </a:cubicBezTo>
                  <a:lnTo>
                    <a:pt x="5537" y="95"/>
                  </a:lnTo>
                  <a:lnTo>
                    <a:pt x="5514" y="95"/>
                  </a:lnTo>
                  <a:cubicBezTo>
                    <a:pt x="5406" y="83"/>
                    <a:pt x="5299" y="48"/>
                    <a:pt x="521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25"/>
            <p:cNvSpPr/>
            <p:nvPr/>
          </p:nvSpPr>
          <p:spPr>
            <a:xfrm>
              <a:off x="5003300" y="3753275"/>
              <a:ext cx="18175" cy="439050"/>
            </a:xfrm>
            <a:custGeom>
              <a:avLst/>
              <a:gdLst/>
              <a:ahLst/>
              <a:cxnLst/>
              <a:rect l="l" t="t" r="r" b="b"/>
              <a:pathLst>
                <a:path w="727" h="17562" extrusionOk="0">
                  <a:moveTo>
                    <a:pt x="143" y="0"/>
                  </a:moveTo>
                  <a:cubicBezTo>
                    <a:pt x="111" y="0"/>
                    <a:pt x="74" y="6"/>
                    <a:pt x="42" y="6"/>
                  </a:cubicBezTo>
                  <a:cubicBezTo>
                    <a:pt x="27" y="6"/>
                    <a:pt x="12" y="4"/>
                    <a:pt x="0" y="0"/>
                  </a:cubicBezTo>
                  <a:lnTo>
                    <a:pt x="0" y="0"/>
                  </a:lnTo>
                  <a:lnTo>
                    <a:pt x="381" y="17562"/>
                  </a:lnTo>
                  <a:cubicBezTo>
                    <a:pt x="457" y="17545"/>
                    <a:pt x="539" y="17528"/>
                    <a:pt x="622" y="17528"/>
                  </a:cubicBezTo>
                  <a:cubicBezTo>
                    <a:pt x="657" y="17528"/>
                    <a:pt x="692" y="17531"/>
                    <a:pt x="726" y="17538"/>
                  </a:cubicBezTo>
                  <a:lnTo>
                    <a:pt x="726" y="17419"/>
                  </a:lnTo>
                  <a:lnTo>
                    <a:pt x="357" y="572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25"/>
            <p:cNvSpPr/>
            <p:nvPr/>
          </p:nvSpPr>
          <p:spPr>
            <a:xfrm>
              <a:off x="4886325" y="4112250"/>
              <a:ext cx="111625" cy="96750"/>
            </a:xfrm>
            <a:custGeom>
              <a:avLst/>
              <a:gdLst/>
              <a:ahLst/>
              <a:cxnLst/>
              <a:rect l="l" t="t" r="r" b="b"/>
              <a:pathLst>
                <a:path w="4465" h="3870" extrusionOk="0">
                  <a:moveTo>
                    <a:pt x="155" y="0"/>
                  </a:moveTo>
                  <a:cubicBezTo>
                    <a:pt x="107" y="107"/>
                    <a:pt x="60" y="226"/>
                    <a:pt x="0" y="322"/>
                  </a:cubicBezTo>
                  <a:lnTo>
                    <a:pt x="4310" y="3870"/>
                  </a:lnTo>
                  <a:cubicBezTo>
                    <a:pt x="4346" y="3774"/>
                    <a:pt x="4393" y="3667"/>
                    <a:pt x="4465" y="3572"/>
                  </a:cubicBezTo>
                  <a:lnTo>
                    <a:pt x="15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25"/>
            <p:cNvSpPr/>
            <p:nvPr/>
          </p:nvSpPr>
          <p:spPr>
            <a:xfrm>
              <a:off x="5032450" y="4235775"/>
              <a:ext cx="207800" cy="173550"/>
            </a:xfrm>
            <a:custGeom>
              <a:avLst/>
              <a:gdLst/>
              <a:ahLst/>
              <a:cxnLst/>
              <a:rect l="l" t="t" r="r" b="b"/>
              <a:pathLst>
                <a:path w="8312" h="6942" extrusionOk="0">
                  <a:moveTo>
                    <a:pt x="275" y="0"/>
                  </a:moveTo>
                  <a:cubicBezTo>
                    <a:pt x="191" y="96"/>
                    <a:pt x="96" y="167"/>
                    <a:pt x="1" y="226"/>
                  </a:cubicBezTo>
                  <a:lnTo>
                    <a:pt x="8121" y="6942"/>
                  </a:lnTo>
                  <a:cubicBezTo>
                    <a:pt x="8169" y="6834"/>
                    <a:pt x="8240" y="6751"/>
                    <a:pt x="8312" y="6668"/>
                  </a:cubicBez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25"/>
            <p:cNvSpPr/>
            <p:nvPr/>
          </p:nvSpPr>
          <p:spPr>
            <a:xfrm>
              <a:off x="5006875" y="3750000"/>
              <a:ext cx="242600" cy="651600"/>
            </a:xfrm>
            <a:custGeom>
              <a:avLst/>
              <a:gdLst/>
              <a:ahLst/>
              <a:cxnLst/>
              <a:rect l="l" t="t" r="r" b="b"/>
              <a:pathLst>
                <a:path w="9704" h="26064" extrusionOk="0">
                  <a:moveTo>
                    <a:pt x="333" y="0"/>
                  </a:moveTo>
                  <a:cubicBezTo>
                    <a:pt x="226" y="60"/>
                    <a:pt x="107" y="107"/>
                    <a:pt x="0" y="119"/>
                  </a:cubicBezTo>
                  <a:lnTo>
                    <a:pt x="214" y="679"/>
                  </a:lnTo>
                  <a:lnTo>
                    <a:pt x="9394" y="26063"/>
                  </a:lnTo>
                  <a:cubicBezTo>
                    <a:pt x="9489" y="26004"/>
                    <a:pt x="9585" y="25944"/>
                    <a:pt x="9704" y="25920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25"/>
            <p:cNvSpPr/>
            <p:nvPr/>
          </p:nvSpPr>
          <p:spPr>
            <a:xfrm>
              <a:off x="4991100" y="4191000"/>
              <a:ext cx="56575" cy="53975"/>
            </a:xfrm>
            <a:custGeom>
              <a:avLst/>
              <a:gdLst/>
              <a:ahLst/>
              <a:cxnLst/>
              <a:rect l="l" t="t" r="r" b="b"/>
              <a:pathLst>
                <a:path w="2263" h="2159" extrusionOk="0">
                  <a:moveTo>
                    <a:pt x="1125" y="1"/>
                  </a:moveTo>
                  <a:cubicBezTo>
                    <a:pt x="1037" y="1"/>
                    <a:pt x="950" y="14"/>
                    <a:pt x="869" y="41"/>
                  </a:cubicBezTo>
                  <a:cubicBezTo>
                    <a:pt x="631" y="101"/>
                    <a:pt x="429" y="232"/>
                    <a:pt x="274" y="422"/>
                  </a:cubicBezTo>
                  <a:cubicBezTo>
                    <a:pt x="202" y="517"/>
                    <a:pt x="143" y="624"/>
                    <a:pt x="119" y="720"/>
                  </a:cubicBezTo>
                  <a:cubicBezTo>
                    <a:pt x="83" y="803"/>
                    <a:pt x="71" y="886"/>
                    <a:pt x="60" y="982"/>
                  </a:cubicBezTo>
                  <a:cubicBezTo>
                    <a:pt x="0" y="1577"/>
                    <a:pt x="441" y="2113"/>
                    <a:pt x="1024" y="2148"/>
                  </a:cubicBezTo>
                  <a:cubicBezTo>
                    <a:pt x="1061" y="2156"/>
                    <a:pt x="1098" y="2159"/>
                    <a:pt x="1134" y="2159"/>
                  </a:cubicBezTo>
                  <a:cubicBezTo>
                    <a:pt x="1216" y="2159"/>
                    <a:pt x="1295" y="2145"/>
                    <a:pt x="1369" y="2137"/>
                  </a:cubicBezTo>
                  <a:cubicBezTo>
                    <a:pt x="1464" y="2113"/>
                    <a:pt x="1572" y="2077"/>
                    <a:pt x="1679" y="2017"/>
                  </a:cubicBezTo>
                  <a:cubicBezTo>
                    <a:pt x="1750" y="1958"/>
                    <a:pt x="1845" y="1887"/>
                    <a:pt x="1929" y="1791"/>
                  </a:cubicBezTo>
                  <a:cubicBezTo>
                    <a:pt x="2084" y="1636"/>
                    <a:pt x="2167" y="1422"/>
                    <a:pt x="2203" y="1184"/>
                  </a:cubicBezTo>
                  <a:cubicBezTo>
                    <a:pt x="2262" y="636"/>
                    <a:pt x="1881" y="148"/>
                    <a:pt x="1345" y="29"/>
                  </a:cubicBezTo>
                  <a:cubicBezTo>
                    <a:pt x="1310" y="5"/>
                    <a:pt x="1274" y="5"/>
                    <a:pt x="1226" y="5"/>
                  </a:cubicBezTo>
                  <a:lnTo>
                    <a:pt x="1214" y="5"/>
                  </a:lnTo>
                  <a:cubicBezTo>
                    <a:pt x="1185" y="2"/>
                    <a:pt x="1155" y="1"/>
                    <a:pt x="112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25"/>
            <p:cNvSpPr/>
            <p:nvPr/>
          </p:nvSpPr>
          <p:spPr>
            <a:xfrm>
              <a:off x="4815775" y="4062050"/>
              <a:ext cx="78000" cy="76425"/>
            </a:xfrm>
            <a:custGeom>
              <a:avLst/>
              <a:gdLst/>
              <a:ahLst/>
              <a:cxnLst/>
              <a:rect l="l" t="t" r="r" b="b"/>
              <a:pathLst>
                <a:path w="3120" h="3057" extrusionOk="0">
                  <a:moveTo>
                    <a:pt x="1541" y="0"/>
                  </a:moveTo>
                  <a:cubicBezTo>
                    <a:pt x="769" y="0"/>
                    <a:pt x="102" y="595"/>
                    <a:pt x="24" y="1389"/>
                  </a:cubicBezTo>
                  <a:cubicBezTo>
                    <a:pt x="0" y="1770"/>
                    <a:pt x="107" y="2151"/>
                    <a:pt x="322" y="2425"/>
                  </a:cubicBezTo>
                  <a:cubicBezTo>
                    <a:pt x="405" y="2520"/>
                    <a:pt x="476" y="2604"/>
                    <a:pt x="548" y="2687"/>
                  </a:cubicBezTo>
                  <a:cubicBezTo>
                    <a:pt x="727" y="2842"/>
                    <a:pt x="953" y="2949"/>
                    <a:pt x="1191" y="3008"/>
                  </a:cubicBezTo>
                  <a:cubicBezTo>
                    <a:pt x="1262" y="3020"/>
                    <a:pt x="1322" y="3044"/>
                    <a:pt x="1393" y="3056"/>
                  </a:cubicBezTo>
                  <a:lnTo>
                    <a:pt x="1512" y="3056"/>
                  </a:lnTo>
                  <a:cubicBezTo>
                    <a:pt x="1523" y="3056"/>
                    <a:pt x="1534" y="3056"/>
                    <a:pt x="1545" y="3056"/>
                  </a:cubicBezTo>
                  <a:cubicBezTo>
                    <a:pt x="2068" y="3056"/>
                    <a:pt x="2554" y="2773"/>
                    <a:pt x="2822" y="2353"/>
                  </a:cubicBezTo>
                  <a:cubicBezTo>
                    <a:pt x="2882" y="2246"/>
                    <a:pt x="2941" y="2151"/>
                    <a:pt x="2977" y="2044"/>
                  </a:cubicBezTo>
                  <a:cubicBezTo>
                    <a:pt x="3013" y="1913"/>
                    <a:pt x="3048" y="1770"/>
                    <a:pt x="3060" y="1651"/>
                  </a:cubicBezTo>
                  <a:cubicBezTo>
                    <a:pt x="3120" y="1032"/>
                    <a:pt x="2798" y="448"/>
                    <a:pt x="2274" y="163"/>
                  </a:cubicBezTo>
                  <a:cubicBezTo>
                    <a:pt x="2167" y="103"/>
                    <a:pt x="2072" y="79"/>
                    <a:pt x="1965" y="44"/>
                  </a:cubicBezTo>
                  <a:cubicBezTo>
                    <a:pt x="1870" y="20"/>
                    <a:pt x="1786" y="8"/>
                    <a:pt x="1691" y="8"/>
                  </a:cubicBezTo>
                  <a:cubicBezTo>
                    <a:pt x="1640" y="3"/>
                    <a:pt x="1590" y="0"/>
                    <a:pt x="154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25"/>
            <p:cNvSpPr/>
            <p:nvPr/>
          </p:nvSpPr>
          <p:spPr>
            <a:xfrm>
              <a:off x="2997100" y="4406875"/>
              <a:ext cx="25600" cy="5125"/>
            </a:xfrm>
            <a:custGeom>
              <a:avLst/>
              <a:gdLst/>
              <a:ahLst/>
              <a:cxnLst/>
              <a:rect l="l" t="t" r="r" b="b"/>
              <a:pathLst>
                <a:path w="1024" h="205" extrusionOk="0">
                  <a:moveTo>
                    <a:pt x="540" y="1"/>
                  </a:moveTo>
                  <a:cubicBezTo>
                    <a:pt x="336" y="1"/>
                    <a:pt x="153" y="63"/>
                    <a:pt x="0" y="205"/>
                  </a:cubicBezTo>
                  <a:lnTo>
                    <a:pt x="1024" y="205"/>
                  </a:lnTo>
                  <a:cubicBezTo>
                    <a:pt x="964" y="145"/>
                    <a:pt x="881" y="98"/>
                    <a:pt x="798" y="62"/>
                  </a:cubicBezTo>
                  <a:cubicBezTo>
                    <a:pt x="726" y="26"/>
                    <a:pt x="655" y="2"/>
                    <a:pt x="595" y="2"/>
                  </a:cubicBezTo>
                  <a:cubicBezTo>
                    <a:pt x="577" y="1"/>
                    <a:pt x="558" y="1"/>
                    <a:pt x="54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25"/>
            <p:cNvSpPr/>
            <p:nvPr/>
          </p:nvSpPr>
          <p:spPr>
            <a:xfrm>
              <a:off x="2698250" y="4188575"/>
              <a:ext cx="14300" cy="13925"/>
            </a:xfrm>
            <a:custGeom>
              <a:avLst/>
              <a:gdLst/>
              <a:ahLst/>
              <a:cxnLst/>
              <a:rect l="l" t="t" r="r" b="b"/>
              <a:pathLst>
                <a:path w="572" h="557" extrusionOk="0">
                  <a:moveTo>
                    <a:pt x="264" y="1"/>
                  </a:moveTo>
                  <a:cubicBezTo>
                    <a:pt x="193" y="1"/>
                    <a:pt x="120" y="42"/>
                    <a:pt x="72" y="90"/>
                  </a:cubicBezTo>
                  <a:cubicBezTo>
                    <a:pt x="48" y="138"/>
                    <a:pt x="12" y="186"/>
                    <a:pt x="12" y="245"/>
                  </a:cubicBezTo>
                  <a:cubicBezTo>
                    <a:pt x="0" y="400"/>
                    <a:pt x="107" y="555"/>
                    <a:pt x="250" y="555"/>
                  </a:cubicBezTo>
                  <a:cubicBezTo>
                    <a:pt x="259" y="556"/>
                    <a:pt x="269" y="556"/>
                    <a:pt x="278" y="556"/>
                  </a:cubicBezTo>
                  <a:cubicBezTo>
                    <a:pt x="375" y="556"/>
                    <a:pt x="469" y="500"/>
                    <a:pt x="512" y="424"/>
                  </a:cubicBezTo>
                  <a:cubicBezTo>
                    <a:pt x="524" y="388"/>
                    <a:pt x="536" y="340"/>
                    <a:pt x="548" y="305"/>
                  </a:cubicBezTo>
                  <a:cubicBezTo>
                    <a:pt x="572" y="150"/>
                    <a:pt x="465" y="19"/>
                    <a:pt x="310" y="7"/>
                  </a:cubicBezTo>
                  <a:cubicBezTo>
                    <a:pt x="295" y="3"/>
                    <a:pt x="279" y="1"/>
                    <a:pt x="26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25"/>
            <p:cNvSpPr/>
            <p:nvPr/>
          </p:nvSpPr>
          <p:spPr>
            <a:xfrm>
              <a:off x="3732600" y="4168050"/>
              <a:ext cx="29200" cy="27800"/>
            </a:xfrm>
            <a:custGeom>
              <a:avLst/>
              <a:gdLst/>
              <a:ahLst/>
              <a:cxnLst/>
              <a:rect l="l" t="t" r="r" b="b"/>
              <a:pathLst>
                <a:path w="1168" h="1112" extrusionOk="0">
                  <a:moveTo>
                    <a:pt x="567" y="0"/>
                  </a:moveTo>
                  <a:cubicBezTo>
                    <a:pt x="300" y="0"/>
                    <a:pt x="69" y="223"/>
                    <a:pt x="36" y="495"/>
                  </a:cubicBezTo>
                  <a:cubicBezTo>
                    <a:pt x="0" y="757"/>
                    <a:pt x="179" y="995"/>
                    <a:pt x="417" y="1078"/>
                  </a:cubicBezTo>
                  <a:lnTo>
                    <a:pt x="429" y="1078"/>
                  </a:lnTo>
                  <a:cubicBezTo>
                    <a:pt x="465" y="1090"/>
                    <a:pt x="489" y="1102"/>
                    <a:pt x="524" y="1102"/>
                  </a:cubicBezTo>
                  <a:cubicBezTo>
                    <a:pt x="549" y="1109"/>
                    <a:pt x="574" y="1112"/>
                    <a:pt x="600" y="1112"/>
                  </a:cubicBezTo>
                  <a:cubicBezTo>
                    <a:pt x="661" y="1112"/>
                    <a:pt x="724" y="1095"/>
                    <a:pt x="774" y="1078"/>
                  </a:cubicBezTo>
                  <a:cubicBezTo>
                    <a:pt x="965" y="1007"/>
                    <a:pt x="1108" y="840"/>
                    <a:pt x="1131" y="614"/>
                  </a:cubicBezTo>
                  <a:cubicBezTo>
                    <a:pt x="1167" y="316"/>
                    <a:pt x="941" y="54"/>
                    <a:pt x="643" y="7"/>
                  </a:cubicBezTo>
                  <a:cubicBezTo>
                    <a:pt x="618" y="2"/>
                    <a:pt x="592" y="0"/>
                    <a:pt x="56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25"/>
            <p:cNvSpPr/>
            <p:nvPr/>
          </p:nvSpPr>
          <p:spPr>
            <a:xfrm>
              <a:off x="4574675" y="4319825"/>
              <a:ext cx="37825" cy="38250"/>
            </a:xfrm>
            <a:custGeom>
              <a:avLst/>
              <a:gdLst/>
              <a:ahLst/>
              <a:cxnLst/>
              <a:rect l="l" t="t" r="r" b="b"/>
              <a:pathLst>
                <a:path w="1513" h="1530" extrusionOk="0">
                  <a:moveTo>
                    <a:pt x="731" y="0"/>
                  </a:moveTo>
                  <a:cubicBezTo>
                    <a:pt x="438" y="0"/>
                    <a:pt x="177" y="180"/>
                    <a:pt x="60" y="436"/>
                  </a:cubicBezTo>
                  <a:cubicBezTo>
                    <a:pt x="24" y="508"/>
                    <a:pt x="0" y="603"/>
                    <a:pt x="0" y="686"/>
                  </a:cubicBezTo>
                  <a:lnTo>
                    <a:pt x="0" y="782"/>
                  </a:lnTo>
                  <a:cubicBezTo>
                    <a:pt x="0" y="889"/>
                    <a:pt x="24" y="984"/>
                    <a:pt x="60" y="1079"/>
                  </a:cubicBezTo>
                  <a:cubicBezTo>
                    <a:pt x="95" y="1186"/>
                    <a:pt x="179" y="1270"/>
                    <a:pt x="262" y="1341"/>
                  </a:cubicBezTo>
                  <a:cubicBezTo>
                    <a:pt x="381" y="1448"/>
                    <a:pt x="524" y="1508"/>
                    <a:pt x="679" y="1520"/>
                  </a:cubicBezTo>
                  <a:cubicBezTo>
                    <a:pt x="710" y="1527"/>
                    <a:pt x="742" y="1530"/>
                    <a:pt x="772" y="1530"/>
                  </a:cubicBezTo>
                  <a:cubicBezTo>
                    <a:pt x="847" y="1530"/>
                    <a:pt x="918" y="1513"/>
                    <a:pt x="976" y="1496"/>
                  </a:cubicBezTo>
                  <a:cubicBezTo>
                    <a:pt x="1084" y="1460"/>
                    <a:pt x="1167" y="1401"/>
                    <a:pt x="1250" y="1341"/>
                  </a:cubicBezTo>
                  <a:cubicBezTo>
                    <a:pt x="1334" y="1270"/>
                    <a:pt x="1393" y="1186"/>
                    <a:pt x="1441" y="1079"/>
                  </a:cubicBezTo>
                  <a:cubicBezTo>
                    <a:pt x="1465" y="1008"/>
                    <a:pt x="1488" y="925"/>
                    <a:pt x="1500" y="853"/>
                  </a:cubicBezTo>
                  <a:cubicBezTo>
                    <a:pt x="1512" y="686"/>
                    <a:pt x="1488" y="544"/>
                    <a:pt x="1417" y="424"/>
                  </a:cubicBezTo>
                  <a:cubicBezTo>
                    <a:pt x="1369" y="293"/>
                    <a:pt x="1298" y="198"/>
                    <a:pt x="1203" y="139"/>
                  </a:cubicBezTo>
                  <a:cubicBezTo>
                    <a:pt x="1096" y="67"/>
                    <a:pt x="965" y="8"/>
                    <a:pt x="834" y="8"/>
                  </a:cubicBezTo>
                  <a:cubicBezTo>
                    <a:pt x="799" y="3"/>
                    <a:pt x="765" y="0"/>
                    <a:pt x="73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25"/>
            <p:cNvSpPr/>
            <p:nvPr/>
          </p:nvSpPr>
          <p:spPr>
            <a:xfrm>
              <a:off x="4163600" y="4245300"/>
              <a:ext cx="27400" cy="26400"/>
            </a:xfrm>
            <a:custGeom>
              <a:avLst/>
              <a:gdLst/>
              <a:ahLst/>
              <a:cxnLst/>
              <a:rect l="l" t="t" r="r" b="b"/>
              <a:pathLst>
                <a:path w="1096" h="1056" extrusionOk="0">
                  <a:moveTo>
                    <a:pt x="608" y="0"/>
                  </a:moveTo>
                  <a:cubicBezTo>
                    <a:pt x="548" y="0"/>
                    <a:pt x="501" y="0"/>
                    <a:pt x="453" y="12"/>
                  </a:cubicBezTo>
                  <a:cubicBezTo>
                    <a:pt x="215" y="60"/>
                    <a:pt x="36" y="250"/>
                    <a:pt x="24" y="488"/>
                  </a:cubicBezTo>
                  <a:cubicBezTo>
                    <a:pt x="1" y="560"/>
                    <a:pt x="24" y="667"/>
                    <a:pt x="72" y="750"/>
                  </a:cubicBezTo>
                  <a:cubicBezTo>
                    <a:pt x="120" y="858"/>
                    <a:pt x="203" y="953"/>
                    <a:pt x="310" y="988"/>
                  </a:cubicBezTo>
                  <a:cubicBezTo>
                    <a:pt x="370" y="1024"/>
                    <a:pt x="429" y="1036"/>
                    <a:pt x="501" y="1048"/>
                  </a:cubicBezTo>
                  <a:cubicBezTo>
                    <a:pt x="528" y="1053"/>
                    <a:pt x="555" y="1055"/>
                    <a:pt x="581" y="1055"/>
                  </a:cubicBezTo>
                  <a:cubicBezTo>
                    <a:pt x="681" y="1055"/>
                    <a:pt x="773" y="1021"/>
                    <a:pt x="858" y="965"/>
                  </a:cubicBezTo>
                  <a:lnTo>
                    <a:pt x="870" y="965"/>
                  </a:lnTo>
                  <a:cubicBezTo>
                    <a:pt x="941" y="905"/>
                    <a:pt x="1013" y="846"/>
                    <a:pt x="1048" y="750"/>
                  </a:cubicBezTo>
                  <a:cubicBezTo>
                    <a:pt x="1084" y="691"/>
                    <a:pt x="1096" y="631"/>
                    <a:pt x="1096" y="572"/>
                  </a:cubicBezTo>
                  <a:cubicBezTo>
                    <a:pt x="1096" y="512"/>
                    <a:pt x="1096" y="465"/>
                    <a:pt x="1084" y="429"/>
                  </a:cubicBezTo>
                  <a:cubicBezTo>
                    <a:pt x="1084" y="417"/>
                    <a:pt x="1084" y="393"/>
                    <a:pt x="1072" y="381"/>
                  </a:cubicBezTo>
                  <a:cubicBezTo>
                    <a:pt x="1036" y="262"/>
                    <a:pt x="965" y="179"/>
                    <a:pt x="870" y="96"/>
                  </a:cubicBezTo>
                  <a:cubicBezTo>
                    <a:pt x="858" y="84"/>
                    <a:pt x="846" y="72"/>
                    <a:pt x="834" y="72"/>
                  </a:cubicBezTo>
                  <a:cubicBezTo>
                    <a:pt x="751" y="24"/>
                    <a:pt x="679" y="0"/>
                    <a:pt x="6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25"/>
            <p:cNvSpPr/>
            <p:nvPr/>
          </p:nvSpPr>
          <p:spPr>
            <a:xfrm>
              <a:off x="2754800" y="4228775"/>
              <a:ext cx="27100" cy="27250"/>
            </a:xfrm>
            <a:custGeom>
              <a:avLst/>
              <a:gdLst/>
              <a:ahLst/>
              <a:cxnLst/>
              <a:rect l="l" t="t" r="r" b="b"/>
              <a:pathLst>
                <a:path w="1084" h="1090" extrusionOk="0">
                  <a:moveTo>
                    <a:pt x="516" y="0"/>
                  </a:moveTo>
                  <a:cubicBezTo>
                    <a:pt x="325" y="0"/>
                    <a:pt x="166" y="111"/>
                    <a:pt x="72" y="268"/>
                  </a:cubicBezTo>
                  <a:cubicBezTo>
                    <a:pt x="36" y="328"/>
                    <a:pt x="12" y="399"/>
                    <a:pt x="0" y="495"/>
                  </a:cubicBezTo>
                  <a:cubicBezTo>
                    <a:pt x="0" y="554"/>
                    <a:pt x="0" y="614"/>
                    <a:pt x="12" y="661"/>
                  </a:cubicBezTo>
                  <a:cubicBezTo>
                    <a:pt x="36" y="721"/>
                    <a:pt x="60" y="780"/>
                    <a:pt x="96" y="840"/>
                  </a:cubicBezTo>
                  <a:cubicBezTo>
                    <a:pt x="179" y="971"/>
                    <a:pt x="310" y="1054"/>
                    <a:pt x="489" y="1090"/>
                  </a:cubicBezTo>
                  <a:lnTo>
                    <a:pt x="548" y="1090"/>
                  </a:lnTo>
                  <a:cubicBezTo>
                    <a:pt x="703" y="1090"/>
                    <a:pt x="834" y="1030"/>
                    <a:pt x="929" y="935"/>
                  </a:cubicBezTo>
                  <a:cubicBezTo>
                    <a:pt x="1012" y="852"/>
                    <a:pt x="1084" y="733"/>
                    <a:pt x="1084" y="602"/>
                  </a:cubicBezTo>
                  <a:lnTo>
                    <a:pt x="1084" y="506"/>
                  </a:lnTo>
                  <a:cubicBezTo>
                    <a:pt x="1084" y="387"/>
                    <a:pt x="1048" y="280"/>
                    <a:pt x="965" y="197"/>
                  </a:cubicBezTo>
                  <a:cubicBezTo>
                    <a:pt x="881" y="90"/>
                    <a:pt x="750" y="18"/>
                    <a:pt x="596" y="6"/>
                  </a:cubicBezTo>
                  <a:cubicBezTo>
                    <a:pt x="569" y="2"/>
                    <a:pt x="542" y="0"/>
                    <a:pt x="51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25"/>
            <p:cNvSpPr/>
            <p:nvPr/>
          </p:nvSpPr>
          <p:spPr>
            <a:xfrm>
              <a:off x="2582150" y="4308350"/>
              <a:ext cx="28000" cy="27250"/>
            </a:xfrm>
            <a:custGeom>
              <a:avLst/>
              <a:gdLst/>
              <a:ahLst/>
              <a:cxnLst/>
              <a:rect l="l" t="t" r="r" b="b"/>
              <a:pathLst>
                <a:path w="1120" h="1090" extrusionOk="0">
                  <a:moveTo>
                    <a:pt x="575" y="1"/>
                  </a:moveTo>
                  <a:cubicBezTo>
                    <a:pt x="296" y="1"/>
                    <a:pt x="58" y="208"/>
                    <a:pt x="25" y="491"/>
                  </a:cubicBezTo>
                  <a:cubicBezTo>
                    <a:pt x="1" y="788"/>
                    <a:pt x="215" y="1062"/>
                    <a:pt x="525" y="1086"/>
                  </a:cubicBezTo>
                  <a:cubicBezTo>
                    <a:pt x="545" y="1088"/>
                    <a:pt x="566" y="1090"/>
                    <a:pt x="586" y="1090"/>
                  </a:cubicBezTo>
                  <a:cubicBezTo>
                    <a:pt x="858" y="1090"/>
                    <a:pt x="1087" y="875"/>
                    <a:pt x="1120" y="598"/>
                  </a:cubicBezTo>
                  <a:cubicBezTo>
                    <a:pt x="1120" y="538"/>
                    <a:pt x="1120" y="479"/>
                    <a:pt x="1096" y="431"/>
                  </a:cubicBezTo>
                  <a:cubicBezTo>
                    <a:pt x="1072" y="312"/>
                    <a:pt x="1013" y="217"/>
                    <a:pt x="941" y="133"/>
                  </a:cubicBezTo>
                  <a:cubicBezTo>
                    <a:pt x="858" y="74"/>
                    <a:pt x="775" y="26"/>
                    <a:pt x="679" y="14"/>
                  </a:cubicBezTo>
                  <a:cubicBezTo>
                    <a:pt x="667" y="14"/>
                    <a:pt x="656" y="2"/>
                    <a:pt x="620" y="2"/>
                  </a:cubicBezTo>
                  <a:cubicBezTo>
                    <a:pt x="605" y="1"/>
                    <a:pt x="590" y="1"/>
                    <a:pt x="57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25"/>
            <p:cNvSpPr/>
            <p:nvPr/>
          </p:nvSpPr>
          <p:spPr>
            <a:xfrm>
              <a:off x="3259325" y="4015150"/>
              <a:ext cx="28300" cy="26950"/>
            </a:xfrm>
            <a:custGeom>
              <a:avLst/>
              <a:gdLst/>
              <a:ahLst/>
              <a:cxnLst/>
              <a:rect l="l" t="t" r="r" b="b"/>
              <a:pathLst>
                <a:path w="1132" h="1078" extrusionOk="0">
                  <a:moveTo>
                    <a:pt x="563" y="1"/>
                  </a:moveTo>
                  <a:cubicBezTo>
                    <a:pt x="284" y="1"/>
                    <a:pt x="46" y="208"/>
                    <a:pt x="12" y="491"/>
                  </a:cubicBezTo>
                  <a:cubicBezTo>
                    <a:pt x="0" y="646"/>
                    <a:pt x="48" y="777"/>
                    <a:pt x="155" y="896"/>
                  </a:cubicBezTo>
                  <a:cubicBezTo>
                    <a:pt x="215" y="967"/>
                    <a:pt x="310" y="1027"/>
                    <a:pt x="429" y="1062"/>
                  </a:cubicBezTo>
                  <a:cubicBezTo>
                    <a:pt x="453" y="1062"/>
                    <a:pt x="477" y="1074"/>
                    <a:pt x="489" y="1074"/>
                  </a:cubicBezTo>
                  <a:lnTo>
                    <a:pt x="512" y="1074"/>
                  </a:lnTo>
                  <a:cubicBezTo>
                    <a:pt x="533" y="1076"/>
                    <a:pt x="553" y="1077"/>
                    <a:pt x="572" y="1077"/>
                  </a:cubicBezTo>
                  <a:cubicBezTo>
                    <a:pt x="665" y="1077"/>
                    <a:pt x="745" y="1054"/>
                    <a:pt x="834" y="1015"/>
                  </a:cubicBezTo>
                  <a:cubicBezTo>
                    <a:pt x="989" y="931"/>
                    <a:pt x="1084" y="777"/>
                    <a:pt x="1108" y="598"/>
                  </a:cubicBezTo>
                  <a:cubicBezTo>
                    <a:pt x="1132" y="300"/>
                    <a:pt x="905" y="38"/>
                    <a:pt x="608" y="3"/>
                  </a:cubicBezTo>
                  <a:cubicBezTo>
                    <a:pt x="593" y="2"/>
                    <a:pt x="577" y="1"/>
                    <a:pt x="56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25"/>
            <p:cNvSpPr/>
            <p:nvPr/>
          </p:nvSpPr>
          <p:spPr>
            <a:xfrm>
              <a:off x="5234575" y="4397850"/>
              <a:ext cx="36625" cy="13550"/>
            </a:xfrm>
            <a:custGeom>
              <a:avLst/>
              <a:gdLst/>
              <a:ahLst/>
              <a:cxnLst/>
              <a:rect l="l" t="t" r="r" b="b"/>
              <a:pathLst>
                <a:path w="1465" h="542" extrusionOk="0">
                  <a:moveTo>
                    <a:pt x="736" y="1"/>
                  </a:moveTo>
                  <a:cubicBezTo>
                    <a:pt x="686" y="1"/>
                    <a:pt x="635" y="6"/>
                    <a:pt x="596" y="6"/>
                  </a:cubicBezTo>
                  <a:cubicBezTo>
                    <a:pt x="477" y="30"/>
                    <a:pt x="381" y="66"/>
                    <a:pt x="286" y="149"/>
                  </a:cubicBezTo>
                  <a:cubicBezTo>
                    <a:pt x="262" y="161"/>
                    <a:pt x="238" y="173"/>
                    <a:pt x="227" y="185"/>
                  </a:cubicBezTo>
                  <a:cubicBezTo>
                    <a:pt x="143" y="268"/>
                    <a:pt x="84" y="351"/>
                    <a:pt x="36" y="459"/>
                  </a:cubicBezTo>
                  <a:cubicBezTo>
                    <a:pt x="24" y="482"/>
                    <a:pt x="24" y="518"/>
                    <a:pt x="0" y="542"/>
                  </a:cubicBezTo>
                  <a:lnTo>
                    <a:pt x="1465" y="542"/>
                  </a:lnTo>
                  <a:cubicBezTo>
                    <a:pt x="1370" y="268"/>
                    <a:pt x="1120" y="42"/>
                    <a:pt x="810" y="6"/>
                  </a:cubicBezTo>
                  <a:cubicBezTo>
                    <a:pt x="786" y="2"/>
                    <a:pt x="761" y="1"/>
                    <a:pt x="73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25"/>
            <p:cNvSpPr/>
            <p:nvPr/>
          </p:nvSpPr>
          <p:spPr>
            <a:xfrm>
              <a:off x="4984250" y="3714800"/>
              <a:ext cx="39600" cy="38200"/>
            </a:xfrm>
            <a:custGeom>
              <a:avLst/>
              <a:gdLst/>
              <a:ahLst/>
              <a:cxnLst/>
              <a:rect l="l" t="t" r="r" b="b"/>
              <a:pathLst>
                <a:path w="1584" h="1528" extrusionOk="0">
                  <a:moveTo>
                    <a:pt x="778" y="0"/>
                  </a:moveTo>
                  <a:cubicBezTo>
                    <a:pt x="388" y="0"/>
                    <a:pt x="46" y="289"/>
                    <a:pt x="12" y="694"/>
                  </a:cubicBezTo>
                  <a:cubicBezTo>
                    <a:pt x="0" y="813"/>
                    <a:pt x="12" y="932"/>
                    <a:pt x="60" y="1039"/>
                  </a:cubicBezTo>
                  <a:cubicBezTo>
                    <a:pt x="119" y="1134"/>
                    <a:pt x="179" y="1242"/>
                    <a:pt x="274" y="1313"/>
                  </a:cubicBezTo>
                  <a:cubicBezTo>
                    <a:pt x="310" y="1361"/>
                    <a:pt x="369" y="1408"/>
                    <a:pt x="417" y="1432"/>
                  </a:cubicBezTo>
                  <a:cubicBezTo>
                    <a:pt x="512" y="1480"/>
                    <a:pt x="607" y="1527"/>
                    <a:pt x="715" y="1527"/>
                  </a:cubicBezTo>
                  <a:lnTo>
                    <a:pt x="893" y="1527"/>
                  </a:lnTo>
                  <a:cubicBezTo>
                    <a:pt x="1012" y="1515"/>
                    <a:pt x="1119" y="1468"/>
                    <a:pt x="1203" y="1408"/>
                  </a:cubicBezTo>
                  <a:cubicBezTo>
                    <a:pt x="1381" y="1289"/>
                    <a:pt x="1524" y="1075"/>
                    <a:pt x="1536" y="837"/>
                  </a:cubicBezTo>
                  <a:cubicBezTo>
                    <a:pt x="1584" y="420"/>
                    <a:pt x="1286" y="39"/>
                    <a:pt x="846" y="3"/>
                  </a:cubicBezTo>
                  <a:cubicBezTo>
                    <a:pt x="823" y="1"/>
                    <a:pt x="800" y="0"/>
                    <a:pt x="77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25"/>
            <p:cNvSpPr/>
            <p:nvPr/>
          </p:nvSpPr>
          <p:spPr>
            <a:xfrm>
              <a:off x="3074475" y="4307150"/>
              <a:ext cx="15500" cy="15550"/>
            </a:xfrm>
            <a:custGeom>
              <a:avLst/>
              <a:gdLst/>
              <a:ahLst/>
              <a:cxnLst/>
              <a:rect l="l" t="t" r="r" b="b"/>
              <a:pathLst>
                <a:path w="620" h="622" extrusionOk="0">
                  <a:moveTo>
                    <a:pt x="328" y="0"/>
                  </a:moveTo>
                  <a:cubicBezTo>
                    <a:pt x="264" y="0"/>
                    <a:pt x="195" y="30"/>
                    <a:pt x="144" y="50"/>
                  </a:cubicBezTo>
                  <a:cubicBezTo>
                    <a:pt x="72" y="86"/>
                    <a:pt x="13" y="169"/>
                    <a:pt x="1" y="277"/>
                  </a:cubicBezTo>
                  <a:cubicBezTo>
                    <a:pt x="1" y="300"/>
                    <a:pt x="1" y="336"/>
                    <a:pt x="13" y="360"/>
                  </a:cubicBezTo>
                  <a:cubicBezTo>
                    <a:pt x="24" y="408"/>
                    <a:pt x="48" y="455"/>
                    <a:pt x="60" y="479"/>
                  </a:cubicBezTo>
                  <a:cubicBezTo>
                    <a:pt x="96" y="562"/>
                    <a:pt x="191" y="622"/>
                    <a:pt x="286" y="622"/>
                  </a:cubicBezTo>
                  <a:lnTo>
                    <a:pt x="382" y="622"/>
                  </a:lnTo>
                  <a:cubicBezTo>
                    <a:pt x="465" y="598"/>
                    <a:pt x="536" y="562"/>
                    <a:pt x="560" y="503"/>
                  </a:cubicBezTo>
                  <a:cubicBezTo>
                    <a:pt x="596" y="455"/>
                    <a:pt x="620" y="408"/>
                    <a:pt x="620" y="348"/>
                  </a:cubicBezTo>
                  <a:cubicBezTo>
                    <a:pt x="620" y="300"/>
                    <a:pt x="620" y="265"/>
                    <a:pt x="608" y="217"/>
                  </a:cubicBezTo>
                  <a:cubicBezTo>
                    <a:pt x="584" y="110"/>
                    <a:pt x="489" y="38"/>
                    <a:pt x="382" y="27"/>
                  </a:cubicBezTo>
                  <a:cubicBezTo>
                    <a:pt x="370" y="27"/>
                    <a:pt x="358" y="27"/>
                    <a:pt x="358" y="3"/>
                  </a:cubicBezTo>
                  <a:cubicBezTo>
                    <a:pt x="348" y="1"/>
                    <a:pt x="338" y="0"/>
                    <a:pt x="32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25"/>
            <p:cNvSpPr/>
            <p:nvPr/>
          </p:nvSpPr>
          <p:spPr>
            <a:xfrm>
              <a:off x="3911200" y="4344925"/>
              <a:ext cx="16375" cy="15575"/>
            </a:xfrm>
            <a:custGeom>
              <a:avLst/>
              <a:gdLst/>
              <a:ahLst/>
              <a:cxnLst/>
              <a:rect l="l" t="t" r="r" b="b"/>
              <a:pathLst>
                <a:path w="655" h="623" extrusionOk="0">
                  <a:moveTo>
                    <a:pt x="312" y="1"/>
                  </a:moveTo>
                  <a:cubicBezTo>
                    <a:pt x="167" y="1"/>
                    <a:pt x="55" y="103"/>
                    <a:pt x="12" y="254"/>
                  </a:cubicBezTo>
                  <a:lnTo>
                    <a:pt x="12" y="278"/>
                  </a:lnTo>
                  <a:cubicBezTo>
                    <a:pt x="0" y="456"/>
                    <a:pt x="119" y="611"/>
                    <a:pt x="298" y="623"/>
                  </a:cubicBezTo>
                  <a:lnTo>
                    <a:pt x="405" y="623"/>
                  </a:lnTo>
                  <a:cubicBezTo>
                    <a:pt x="524" y="599"/>
                    <a:pt x="631" y="492"/>
                    <a:pt x="643" y="337"/>
                  </a:cubicBezTo>
                  <a:cubicBezTo>
                    <a:pt x="655" y="159"/>
                    <a:pt x="536" y="16"/>
                    <a:pt x="357" y="4"/>
                  </a:cubicBezTo>
                  <a:cubicBezTo>
                    <a:pt x="342" y="2"/>
                    <a:pt x="327" y="1"/>
                    <a:pt x="31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1" name="Google Shape;3631;p25"/>
          <p:cNvSpPr/>
          <p:nvPr/>
        </p:nvSpPr>
        <p:spPr>
          <a:xfrm>
            <a:off x="0" y="4845825"/>
            <a:ext cx="9144000" cy="29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2" name="Google Shape;3632;p25"/>
          <p:cNvSpPr txBox="1">
            <a:spLocks noGrp="1"/>
          </p:cNvSpPr>
          <p:nvPr>
            <p:ph type="title" hasCustomPrompt="1"/>
          </p:nvPr>
        </p:nvSpPr>
        <p:spPr>
          <a:xfrm>
            <a:off x="720000" y="1602375"/>
            <a:ext cx="3804600" cy="7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33" name="Google Shape;3633;p25"/>
          <p:cNvSpPr txBox="1">
            <a:spLocks noGrp="1"/>
          </p:cNvSpPr>
          <p:nvPr>
            <p:ph type="subTitle" idx="1"/>
          </p:nvPr>
        </p:nvSpPr>
        <p:spPr>
          <a:xfrm>
            <a:off x="720000" y="2208375"/>
            <a:ext cx="3804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634" name="Google Shape;3634;p25"/>
          <p:cNvSpPr txBox="1">
            <a:spLocks noGrp="1"/>
          </p:cNvSpPr>
          <p:nvPr>
            <p:ph type="title" idx="2" hasCustomPrompt="1"/>
          </p:nvPr>
        </p:nvSpPr>
        <p:spPr>
          <a:xfrm>
            <a:off x="4619400" y="1602375"/>
            <a:ext cx="3804600" cy="7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35" name="Google Shape;3635;p25"/>
          <p:cNvSpPr txBox="1">
            <a:spLocks noGrp="1"/>
          </p:cNvSpPr>
          <p:nvPr>
            <p:ph type="subTitle" idx="3"/>
          </p:nvPr>
        </p:nvSpPr>
        <p:spPr>
          <a:xfrm>
            <a:off x="4619400" y="2225317"/>
            <a:ext cx="3804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636" name="Google Shape;3636;p25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120363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37" name="Google Shape;3637;p25"/>
          <p:cNvSpPr txBox="1">
            <a:spLocks noGrp="1"/>
          </p:cNvSpPr>
          <p:nvPr>
            <p:ph type="subTitle" idx="5"/>
          </p:nvPr>
        </p:nvSpPr>
        <p:spPr>
          <a:xfrm>
            <a:off x="2223600" y="3751788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638" name="Google Shape;3638;p25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3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40" name="Google Shape;3640;p26"/>
          <p:cNvGrpSpPr/>
          <p:nvPr/>
        </p:nvGrpSpPr>
        <p:grpSpPr>
          <a:xfrm>
            <a:off x="6782244" y="28"/>
            <a:ext cx="2361918" cy="1745366"/>
            <a:chOff x="2924750" y="1147900"/>
            <a:chExt cx="1220125" cy="901625"/>
          </a:xfrm>
        </p:grpSpPr>
        <p:sp>
          <p:nvSpPr>
            <p:cNvPr id="3641" name="Google Shape;3641;p26"/>
            <p:cNvSpPr/>
            <p:nvPr/>
          </p:nvSpPr>
          <p:spPr>
            <a:xfrm>
              <a:off x="2925350" y="1181225"/>
              <a:ext cx="175" cy="250"/>
            </a:xfrm>
            <a:custGeom>
              <a:avLst/>
              <a:gdLst/>
              <a:ahLst/>
              <a:cxnLst/>
              <a:rect l="l" t="t" r="r" b="b"/>
              <a:pathLst>
                <a:path w="7" h="10" extrusionOk="0">
                  <a:moveTo>
                    <a:pt x="1" y="1"/>
                  </a:moveTo>
                  <a:cubicBezTo>
                    <a:pt x="1" y="7"/>
                    <a:pt x="4" y="10"/>
                    <a:pt x="5" y="10"/>
                  </a:cubicBezTo>
                  <a:cubicBezTo>
                    <a:pt x="7" y="10"/>
                    <a:pt x="7" y="7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26"/>
            <p:cNvSpPr/>
            <p:nvPr/>
          </p:nvSpPr>
          <p:spPr>
            <a:xfrm>
              <a:off x="2925650" y="1181825"/>
              <a:ext cx="325" cy="400"/>
            </a:xfrm>
            <a:custGeom>
              <a:avLst/>
              <a:gdLst/>
              <a:ahLst/>
              <a:cxnLst/>
              <a:rect l="l" t="t" r="r" b="b"/>
              <a:pathLst>
                <a:path w="13" h="16" extrusionOk="0">
                  <a:moveTo>
                    <a:pt x="1" y="0"/>
                  </a:moveTo>
                  <a:cubicBezTo>
                    <a:pt x="1" y="10"/>
                    <a:pt x="8" y="12"/>
                    <a:pt x="11" y="12"/>
                  </a:cubicBezTo>
                  <a:lnTo>
                    <a:pt x="11" y="12"/>
                  </a:lnTo>
                  <a:cubicBezTo>
                    <a:pt x="10" y="8"/>
                    <a:pt x="7" y="0"/>
                    <a:pt x="1" y="0"/>
                  </a:cubicBezTo>
                  <a:close/>
                  <a:moveTo>
                    <a:pt x="11" y="12"/>
                  </a:moveTo>
                  <a:lnTo>
                    <a:pt x="11" y="12"/>
                  </a:lnTo>
                  <a:cubicBezTo>
                    <a:pt x="12" y="14"/>
                    <a:pt x="12" y="16"/>
                    <a:pt x="12" y="16"/>
                  </a:cubicBezTo>
                  <a:cubicBezTo>
                    <a:pt x="12" y="16"/>
                    <a:pt x="12" y="15"/>
                    <a:pt x="12" y="12"/>
                  </a:cubicBezTo>
                  <a:cubicBezTo>
                    <a:pt x="12" y="12"/>
                    <a:pt x="12" y="12"/>
                    <a:pt x="11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26"/>
            <p:cNvSpPr/>
            <p:nvPr/>
          </p:nvSpPr>
          <p:spPr>
            <a:xfrm>
              <a:off x="2926250" y="1182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26"/>
            <p:cNvSpPr/>
            <p:nvPr/>
          </p:nvSpPr>
          <p:spPr>
            <a:xfrm>
              <a:off x="2924750" y="1179750"/>
              <a:ext cx="25" cy="300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1" y="0"/>
                  </a:moveTo>
                  <a:lnTo>
                    <a:pt x="1" y="0"/>
                  </a:lnTo>
                  <a:lnTo>
                    <a:pt x="1" y="1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26"/>
            <p:cNvSpPr/>
            <p:nvPr/>
          </p:nvSpPr>
          <p:spPr>
            <a:xfrm>
              <a:off x="2925350" y="11812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26"/>
            <p:cNvSpPr/>
            <p:nvPr/>
          </p:nvSpPr>
          <p:spPr>
            <a:xfrm>
              <a:off x="2931900" y="1162175"/>
              <a:ext cx="86650" cy="19375"/>
            </a:xfrm>
            <a:custGeom>
              <a:avLst/>
              <a:gdLst/>
              <a:ahLst/>
              <a:cxnLst/>
              <a:rect l="l" t="t" r="r" b="b"/>
              <a:pathLst>
                <a:path w="3466" h="775" extrusionOk="0">
                  <a:moveTo>
                    <a:pt x="3465" y="1"/>
                  </a:moveTo>
                  <a:lnTo>
                    <a:pt x="1" y="524"/>
                  </a:lnTo>
                  <a:lnTo>
                    <a:pt x="1" y="608"/>
                  </a:lnTo>
                  <a:lnTo>
                    <a:pt x="274" y="775"/>
                  </a:lnTo>
                  <a:lnTo>
                    <a:pt x="3382" y="298"/>
                  </a:lnTo>
                  <a:lnTo>
                    <a:pt x="3465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26"/>
            <p:cNvSpPr/>
            <p:nvPr/>
          </p:nvSpPr>
          <p:spPr>
            <a:xfrm>
              <a:off x="3024175" y="1148200"/>
              <a:ext cx="134275" cy="20250"/>
            </a:xfrm>
            <a:custGeom>
              <a:avLst/>
              <a:gdLst/>
              <a:ahLst/>
              <a:cxnLst/>
              <a:rect l="l" t="t" r="r" b="b"/>
              <a:pathLst>
                <a:path w="5371" h="810" extrusionOk="0">
                  <a:moveTo>
                    <a:pt x="3489" y="0"/>
                  </a:moveTo>
                  <a:lnTo>
                    <a:pt x="72" y="512"/>
                  </a:lnTo>
                  <a:lnTo>
                    <a:pt x="1" y="810"/>
                  </a:lnTo>
                  <a:lnTo>
                    <a:pt x="537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26"/>
            <p:cNvSpPr/>
            <p:nvPr/>
          </p:nvSpPr>
          <p:spPr>
            <a:xfrm>
              <a:off x="3114950" y="1293450"/>
              <a:ext cx="203925" cy="127125"/>
            </a:xfrm>
            <a:custGeom>
              <a:avLst/>
              <a:gdLst/>
              <a:ahLst/>
              <a:cxnLst/>
              <a:rect l="l" t="t" r="r" b="b"/>
              <a:pathLst>
                <a:path w="8157" h="5085" extrusionOk="0">
                  <a:moveTo>
                    <a:pt x="287" y="0"/>
                  </a:moveTo>
                  <a:lnTo>
                    <a:pt x="1" y="155"/>
                  </a:lnTo>
                  <a:lnTo>
                    <a:pt x="8050" y="5084"/>
                  </a:lnTo>
                  <a:cubicBezTo>
                    <a:pt x="8073" y="4989"/>
                    <a:pt x="8109" y="4918"/>
                    <a:pt x="8157" y="4858"/>
                  </a:cubicBezTo>
                  <a:lnTo>
                    <a:pt x="8109" y="4798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26"/>
            <p:cNvSpPr/>
            <p:nvPr/>
          </p:nvSpPr>
          <p:spPr>
            <a:xfrm>
              <a:off x="2925950" y="1177350"/>
              <a:ext cx="77425" cy="50325"/>
            </a:xfrm>
            <a:custGeom>
              <a:avLst/>
              <a:gdLst/>
              <a:ahLst/>
              <a:cxnLst/>
              <a:rect l="l" t="t" r="r" b="b"/>
              <a:pathLst>
                <a:path w="3097" h="2013" extrusionOk="0">
                  <a:moveTo>
                    <a:pt x="0" y="179"/>
                  </a:moveTo>
                  <a:cubicBezTo>
                    <a:pt x="25" y="196"/>
                    <a:pt x="44" y="207"/>
                    <a:pt x="66" y="212"/>
                  </a:cubicBezTo>
                  <a:lnTo>
                    <a:pt x="66" y="212"/>
                  </a:lnTo>
                  <a:lnTo>
                    <a:pt x="12" y="179"/>
                  </a:lnTo>
                  <a:close/>
                  <a:moveTo>
                    <a:pt x="239" y="1"/>
                  </a:moveTo>
                  <a:lnTo>
                    <a:pt x="239" y="84"/>
                  </a:lnTo>
                  <a:cubicBezTo>
                    <a:pt x="239" y="150"/>
                    <a:pt x="188" y="216"/>
                    <a:pt x="114" y="216"/>
                  </a:cubicBezTo>
                  <a:cubicBezTo>
                    <a:pt x="108" y="216"/>
                    <a:pt x="102" y="216"/>
                    <a:pt x="96" y="215"/>
                  </a:cubicBezTo>
                  <a:cubicBezTo>
                    <a:pt x="85" y="215"/>
                    <a:pt x="75" y="214"/>
                    <a:pt x="66" y="212"/>
                  </a:cubicBezTo>
                  <a:lnTo>
                    <a:pt x="66" y="212"/>
                  </a:lnTo>
                  <a:lnTo>
                    <a:pt x="3025" y="2013"/>
                  </a:lnTo>
                  <a:lnTo>
                    <a:pt x="3096" y="1727"/>
                  </a:lnTo>
                  <a:lnTo>
                    <a:pt x="512" y="168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26"/>
            <p:cNvSpPr/>
            <p:nvPr/>
          </p:nvSpPr>
          <p:spPr>
            <a:xfrm>
              <a:off x="3007800" y="1224975"/>
              <a:ext cx="107175" cy="68200"/>
            </a:xfrm>
            <a:custGeom>
              <a:avLst/>
              <a:gdLst/>
              <a:ahLst/>
              <a:cxnLst/>
              <a:rect l="l" t="t" r="r" b="b"/>
              <a:pathLst>
                <a:path w="4287" h="2728" extrusionOk="0">
                  <a:moveTo>
                    <a:pt x="72" y="1"/>
                  </a:moveTo>
                  <a:lnTo>
                    <a:pt x="1" y="287"/>
                  </a:lnTo>
                  <a:lnTo>
                    <a:pt x="4001" y="2727"/>
                  </a:lnTo>
                  <a:lnTo>
                    <a:pt x="4287" y="2584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26"/>
            <p:cNvSpPr/>
            <p:nvPr/>
          </p:nvSpPr>
          <p:spPr>
            <a:xfrm>
              <a:off x="2924750" y="1180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26"/>
            <p:cNvSpPr/>
            <p:nvPr/>
          </p:nvSpPr>
          <p:spPr>
            <a:xfrm>
              <a:off x="2926250" y="1182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3653;p26"/>
            <p:cNvSpPr/>
            <p:nvPr/>
          </p:nvSpPr>
          <p:spPr>
            <a:xfrm>
              <a:off x="2925350" y="118122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1" y="1"/>
                    <a:pt x="1" y="13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3654;p26"/>
            <p:cNvSpPr/>
            <p:nvPr/>
          </p:nvSpPr>
          <p:spPr>
            <a:xfrm>
              <a:off x="2924750" y="1148200"/>
              <a:ext cx="7175" cy="34850"/>
            </a:xfrm>
            <a:custGeom>
              <a:avLst/>
              <a:gdLst/>
              <a:ahLst/>
              <a:cxnLst/>
              <a:rect l="l" t="t" r="r" b="b"/>
              <a:pathLst>
                <a:path w="287" h="1394" extrusionOk="0">
                  <a:moveTo>
                    <a:pt x="1" y="0"/>
                  </a:moveTo>
                  <a:lnTo>
                    <a:pt x="1" y="1250"/>
                  </a:lnTo>
                  <a:lnTo>
                    <a:pt x="1" y="1262"/>
                  </a:lnTo>
                  <a:lnTo>
                    <a:pt x="1" y="1274"/>
                  </a:lnTo>
                  <a:lnTo>
                    <a:pt x="1" y="1286"/>
                  </a:lnTo>
                  <a:lnTo>
                    <a:pt x="1" y="1310"/>
                  </a:lnTo>
                  <a:lnTo>
                    <a:pt x="1" y="1322"/>
                  </a:lnTo>
                  <a:lnTo>
                    <a:pt x="1" y="1334"/>
                  </a:lnTo>
                  <a:lnTo>
                    <a:pt x="1" y="1345"/>
                  </a:lnTo>
                  <a:lnTo>
                    <a:pt x="25" y="1357"/>
                  </a:lnTo>
                  <a:cubicBezTo>
                    <a:pt x="48" y="1381"/>
                    <a:pt x="84" y="1393"/>
                    <a:pt x="108" y="1393"/>
                  </a:cubicBezTo>
                  <a:cubicBezTo>
                    <a:pt x="227" y="1393"/>
                    <a:pt x="287" y="1334"/>
                    <a:pt x="287" y="1250"/>
                  </a:cubicBezTo>
                  <a:lnTo>
                    <a:pt x="287" y="1167"/>
                  </a:lnTo>
                  <a:lnTo>
                    <a:pt x="287" y="1083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26"/>
            <p:cNvSpPr/>
            <p:nvPr/>
          </p:nvSpPr>
          <p:spPr>
            <a:xfrm>
              <a:off x="2963750" y="1147900"/>
              <a:ext cx="65800" cy="224750"/>
            </a:xfrm>
            <a:custGeom>
              <a:avLst/>
              <a:gdLst/>
              <a:ahLst/>
              <a:cxnLst/>
              <a:rect l="l" t="t" r="r" b="b"/>
              <a:pathLst>
                <a:path w="2632" h="8990" extrusionOk="0">
                  <a:moveTo>
                    <a:pt x="2334" y="0"/>
                  </a:moveTo>
                  <a:lnTo>
                    <a:pt x="2179" y="572"/>
                  </a:lnTo>
                  <a:lnTo>
                    <a:pt x="2108" y="869"/>
                  </a:lnTo>
                  <a:lnTo>
                    <a:pt x="1572" y="2917"/>
                  </a:lnTo>
                  <a:lnTo>
                    <a:pt x="1489" y="3203"/>
                  </a:lnTo>
                  <a:lnTo>
                    <a:pt x="1" y="8989"/>
                  </a:lnTo>
                  <a:cubicBezTo>
                    <a:pt x="24" y="8954"/>
                    <a:pt x="48" y="8906"/>
                    <a:pt x="96" y="8882"/>
                  </a:cubicBezTo>
                  <a:lnTo>
                    <a:pt x="382" y="8727"/>
                  </a:lnTo>
                  <a:lnTo>
                    <a:pt x="1763" y="3370"/>
                  </a:lnTo>
                  <a:lnTo>
                    <a:pt x="1834" y="3084"/>
                  </a:lnTo>
                  <a:lnTo>
                    <a:pt x="2418" y="822"/>
                  </a:lnTo>
                  <a:lnTo>
                    <a:pt x="2489" y="524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26"/>
            <p:cNvSpPr/>
            <p:nvPr/>
          </p:nvSpPr>
          <p:spPr>
            <a:xfrm>
              <a:off x="3178350" y="1148775"/>
              <a:ext cx="49150" cy="83375"/>
            </a:xfrm>
            <a:custGeom>
              <a:avLst/>
              <a:gdLst/>
              <a:ahLst/>
              <a:cxnLst/>
              <a:rect l="l" t="t" r="r" b="b"/>
              <a:pathLst>
                <a:path w="1966" h="3335" extrusionOk="0">
                  <a:moveTo>
                    <a:pt x="239" y="1"/>
                  </a:moveTo>
                  <a:cubicBezTo>
                    <a:pt x="180" y="72"/>
                    <a:pt x="84" y="120"/>
                    <a:pt x="1" y="156"/>
                  </a:cubicBezTo>
                  <a:lnTo>
                    <a:pt x="1704" y="3335"/>
                  </a:lnTo>
                  <a:lnTo>
                    <a:pt x="1965" y="3204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26"/>
            <p:cNvSpPr/>
            <p:nvPr/>
          </p:nvSpPr>
          <p:spPr>
            <a:xfrm>
              <a:off x="3226875" y="1235100"/>
              <a:ext cx="97950" cy="179800"/>
            </a:xfrm>
            <a:custGeom>
              <a:avLst/>
              <a:gdLst/>
              <a:ahLst/>
              <a:cxnLst/>
              <a:rect l="l" t="t" r="r" b="b"/>
              <a:pathLst>
                <a:path w="3918" h="7192" extrusionOk="0">
                  <a:moveTo>
                    <a:pt x="144" y="1"/>
                  </a:moveTo>
                  <a:lnTo>
                    <a:pt x="1" y="72"/>
                  </a:lnTo>
                  <a:cubicBezTo>
                    <a:pt x="144" y="108"/>
                    <a:pt x="227" y="239"/>
                    <a:pt x="203" y="370"/>
                  </a:cubicBezTo>
                  <a:cubicBezTo>
                    <a:pt x="179" y="453"/>
                    <a:pt x="155" y="489"/>
                    <a:pt x="96" y="536"/>
                  </a:cubicBezTo>
                  <a:lnTo>
                    <a:pt x="3632" y="7132"/>
                  </a:lnTo>
                  <a:lnTo>
                    <a:pt x="3668" y="7192"/>
                  </a:lnTo>
                  <a:cubicBezTo>
                    <a:pt x="3727" y="7121"/>
                    <a:pt x="3811" y="7073"/>
                    <a:pt x="3918" y="7061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26"/>
            <p:cNvSpPr/>
            <p:nvPr/>
          </p:nvSpPr>
          <p:spPr>
            <a:xfrm>
              <a:off x="3496850" y="1223200"/>
              <a:ext cx="70575" cy="90500"/>
            </a:xfrm>
            <a:custGeom>
              <a:avLst/>
              <a:gdLst/>
              <a:ahLst/>
              <a:cxnLst/>
              <a:rect l="l" t="t" r="r" b="b"/>
              <a:pathLst>
                <a:path w="2823" h="3620" extrusionOk="0">
                  <a:moveTo>
                    <a:pt x="179" y="0"/>
                  </a:moveTo>
                  <a:lnTo>
                    <a:pt x="1" y="227"/>
                  </a:lnTo>
                  <a:lnTo>
                    <a:pt x="2691" y="3620"/>
                  </a:lnTo>
                  <a:cubicBezTo>
                    <a:pt x="2680" y="3572"/>
                    <a:pt x="2680" y="3548"/>
                    <a:pt x="2691" y="3501"/>
                  </a:cubicBezTo>
                  <a:cubicBezTo>
                    <a:pt x="2703" y="3429"/>
                    <a:pt x="2751" y="3346"/>
                    <a:pt x="2822" y="3322"/>
                  </a:cubicBezTo>
                  <a:lnTo>
                    <a:pt x="17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26"/>
            <p:cNvSpPr/>
            <p:nvPr/>
          </p:nvSpPr>
          <p:spPr>
            <a:xfrm>
              <a:off x="3568875" y="1316375"/>
              <a:ext cx="104225" cy="127100"/>
            </a:xfrm>
            <a:custGeom>
              <a:avLst/>
              <a:gdLst/>
              <a:ahLst/>
              <a:cxnLst/>
              <a:rect l="l" t="t" r="r" b="b"/>
              <a:pathLst>
                <a:path w="4169" h="5084" extrusionOk="0">
                  <a:moveTo>
                    <a:pt x="275" y="0"/>
                  </a:moveTo>
                  <a:lnTo>
                    <a:pt x="227" y="12"/>
                  </a:lnTo>
                  <a:cubicBezTo>
                    <a:pt x="191" y="24"/>
                    <a:pt x="168" y="36"/>
                    <a:pt x="120" y="60"/>
                  </a:cubicBezTo>
                  <a:lnTo>
                    <a:pt x="1" y="119"/>
                  </a:lnTo>
                  <a:lnTo>
                    <a:pt x="3942" y="5084"/>
                  </a:lnTo>
                  <a:cubicBezTo>
                    <a:pt x="4001" y="5013"/>
                    <a:pt x="4085" y="4953"/>
                    <a:pt x="4168" y="4905"/>
                  </a:cubicBez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26"/>
            <p:cNvSpPr/>
            <p:nvPr/>
          </p:nvSpPr>
          <p:spPr>
            <a:xfrm>
              <a:off x="3432250" y="1148200"/>
              <a:ext cx="64625" cy="75025"/>
            </a:xfrm>
            <a:custGeom>
              <a:avLst/>
              <a:gdLst/>
              <a:ahLst/>
              <a:cxnLst/>
              <a:rect l="l" t="t" r="r" b="b"/>
              <a:pathLst>
                <a:path w="2585" h="3001" extrusionOk="0">
                  <a:moveTo>
                    <a:pt x="1" y="0"/>
                  </a:moveTo>
                  <a:lnTo>
                    <a:pt x="2406" y="3000"/>
                  </a:lnTo>
                  <a:lnTo>
                    <a:pt x="2585" y="2774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26"/>
            <p:cNvSpPr/>
            <p:nvPr/>
          </p:nvSpPr>
          <p:spPr>
            <a:xfrm>
              <a:off x="2964350" y="1148200"/>
              <a:ext cx="427150" cy="226525"/>
            </a:xfrm>
            <a:custGeom>
              <a:avLst/>
              <a:gdLst/>
              <a:ahLst/>
              <a:cxnLst/>
              <a:rect l="l" t="t" r="r" b="b"/>
              <a:pathLst>
                <a:path w="17086" h="9061" extrusionOk="0">
                  <a:moveTo>
                    <a:pt x="16491" y="0"/>
                  </a:moveTo>
                  <a:lnTo>
                    <a:pt x="10502" y="3227"/>
                  </a:lnTo>
                  <a:lnTo>
                    <a:pt x="10252" y="3358"/>
                  </a:lnTo>
                  <a:lnTo>
                    <a:pt x="6025" y="5655"/>
                  </a:lnTo>
                  <a:lnTo>
                    <a:pt x="5739" y="5798"/>
                  </a:lnTo>
                  <a:lnTo>
                    <a:pt x="358" y="8703"/>
                  </a:lnTo>
                  <a:lnTo>
                    <a:pt x="72" y="8846"/>
                  </a:lnTo>
                  <a:cubicBezTo>
                    <a:pt x="24" y="8882"/>
                    <a:pt x="0" y="8930"/>
                    <a:pt x="0" y="8965"/>
                  </a:cubicBezTo>
                  <a:lnTo>
                    <a:pt x="72" y="8965"/>
                  </a:lnTo>
                  <a:cubicBezTo>
                    <a:pt x="143" y="8989"/>
                    <a:pt x="203" y="9013"/>
                    <a:pt x="262" y="9061"/>
                  </a:cubicBezTo>
                  <a:lnTo>
                    <a:pt x="6013" y="5953"/>
                  </a:lnTo>
                  <a:lnTo>
                    <a:pt x="6299" y="5798"/>
                  </a:lnTo>
                  <a:lnTo>
                    <a:pt x="6846" y="5536"/>
                  </a:lnTo>
                  <a:lnTo>
                    <a:pt x="6846" y="5501"/>
                  </a:lnTo>
                  <a:cubicBezTo>
                    <a:pt x="6867" y="5378"/>
                    <a:pt x="6975" y="5291"/>
                    <a:pt x="7095" y="5291"/>
                  </a:cubicBezTo>
                  <a:cubicBezTo>
                    <a:pt x="7115" y="5291"/>
                    <a:pt x="7136" y="5293"/>
                    <a:pt x="7156" y="5298"/>
                  </a:cubicBezTo>
                  <a:cubicBezTo>
                    <a:pt x="7192" y="5298"/>
                    <a:pt x="7216" y="5310"/>
                    <a:pt x="7227" y="5322"/>
                  </a:cubicBezTo>
                  <a:lnTo>
                    <a:pt x="10204" y="3715"/>
                  </a:lnTo>
                  <a:cubicBezTo>
                    <a:pt x="10246" y="3609"/>
                    <a:pt x="10344" y="3532"/>
                    <a:pt x="10457" y="3532"/>
                  </a:cubicBezTo>
                  <a:cubicBezTo>
                    <a:pt x="10472" y="3532"/>
                    <a:pt x="10487" y="3533"/>
                    <a:pt x="10502" y="3536"/>
                  </a:cubicBezTo>
                  <a:lnTo>
                    <a:pt x="10525" y="3536"/>
                  </a:lnTo>
                  <a:lnTo>
                    <a:pt x="10656" y="3465"/>
                  </a:lnTo>
                  <a:lnTo>
                    <a:pt x="1708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26"/>
            <p:cNvSpPr/>
            <p:nvPr/>
          </p:nvSpPr>
          <p:spPr>
            <a:xfrm>
              <a:off x="3321825" y="1432750"/>
              <a:ext cx="8375" cy="4325"/>
            </a:xfrm>
            <a:custGeom>
              <a:avLst/>
              <a:gdLst/>
              <a:ahLst/>
              <a:cxnLst/>
              <a:rect l="l" t="t" r="r" b="b"/>
              <a:pathLst>
                <a:path w="335" h="173" extrusionOk="0">
                  <a:moveTo>
                    <a:pt x="13" y="0"/>
                  </a:moveTo>
                  <a:lnTo>
                    <a:pt x="13" y="0"/>
                  </a:lnTo>
                  <a:cubicBezTo>
                    <a:pt x="1" y="60"/>
                    <a:pt x="13" y="119"/>
                    <a:pt x="60" y="143"/>
                  </a:cubicBezTo>
                  <a:cubicBezTo>
                    <a:pt x="85" y="163"/>
                    <a:pt x="116" y="173"/>
                    <a:pt x="147" y="173"/>
                  </a:cubicBezTo>
                  <a:cubicBezTo>
                    <a:pt x="189" y="173"/>
                    <a:pt x="230" y="154"/>
                    <a:pt x="251" y="119"/>
                  </a:cubicBezTo>
                  <a:lnTo>
                    <a:pt x="334" y="24"/>
                  </a:lnTo>
                  <a:lnTo>
                    <a:pt x="334" y="24"/>
                  </a:lnTo>
                  <a:cubicBezTo>
                    <a:pt x="291" y="42"/>
                    <a:pt x="234" y="53"/>
                    <a:pt x="184" y="53"/>
                  </a:cubicBezTo>
                  <a:cubicBezTo>
                    <a:pt x="165" y="53"/>
                    <a:pt x="148" y="51"/>
                    <a:pt x="132" y="48"/>
                  </a:cubicBezTo>
                  <a:cubicBezTo>
                    <a:pt x="96" y="24"/>
                    <a:pt x="48" y="12"/>
                    <a:pt x="13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26"/>
            <p:cNvSpPr/>
            <p:nvPr/>
          </p:nvSpPr>
          <p:spPr>
            <a:xfrm>
              <a:off x="3335825" y="1148200"/>
              <a:ext cx="226825" cy="267000"/>
            </a:xfrm>
            <a:custGeom>
              <a:avLst/>
              <a:gdLst/>
              <a:ahLst/>
              <a:cxnLst/>
              <a:rect l="l" t="t" r="r" b="b"/>
              <a:pathLst>
                <a:path w="9073" h="10680" extrusionOk="0">
                  <a:moveTo>
                    <a:pt x="8704" y="0"/>
                  </a:moveTo>
                  <a:lnTo>
                    <a:pt x="6442" y="2774"/>
                  </a:lnTo>
                  <a:lnTo>
                    <a:pt x="6251" y="3000"/>
                  </a:lnTo>
                  <a:lnTo>
                    <a:pt x="0" y="10680"/>
                  </a:lnTo>
                  <a:lnTo>
                    <a:pt x="0" y="10680"/>
                  </a:lnTo>
                  <a:lnTo>
                    <a:pt x="560" y="10442"/>
                  </a:lnTo>
                  <a:lnTo>
                    <a:pt x="6442" y="3227"/>
                  </a:lnTo>
                  <a:lnTo>
                    <a:pt x="6620" y="3000"/>
                  </a:lnTo>
                  <a:lnTo>
                    <a:pt x="907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26"/>
            <p:cNvSpPr/>
            <p:nvPr/>
          </p:nvSpPr>
          <p:spPr>
            <a:xfrm>
              <a:off x="3867725" y="1148200"/>
              <a:ext cx="46775" cy="39000"/>
            </a:xfrm>
            <a:custGeom>
              <a:avLst/>
              <a:gdLst/>
              <a:ahLst/>
              <a:cxnLst/>
              <a:rect l="l" t="t" r="r" b="b"/>
              <a:pathLst>
                <a:path w="1871" h="1560" extrusionOk="0">
                  <a:moveTo>
                    <a:pt x="1" y="0"/>
                  </a:moveTo>
                  <a:lnTo>
                    <a:pt x="1668" y="1560"/>
                  </a:lnTo>
                  <a:cubicBezTo>
                    <a:pt x="1727" y="1488"/>
                    <a:pt x="1787" y="1429"/>
                    <a:pt x="1870" y="1381"/>
                  </a:cubicBezTo>
                  <a:lnTo>
                    <a:pt x="41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26"/>
            <p:cNvSpPr/>
            <p:nvPr/>
          </p:nvSpPr>
          <p:spPr>
            <a:xfrm>
              <a:off x="3688250" y="1330350"/>
              <a:ext cx="105100" cy="114625"/>
            </a:xfrm>
            <a:custGeom>
              <a:avLst/>
              <a:gdLst/>
              <a:ahLst/>
              <a:cxnLst/>
              <a:rect l="l" t="t" r="r" b="b"/>
              <a:pathLst>
                <a:path w="4204" h="4585" extrusionOk="0">
                  <a:moveTo>
                    <a:pt x="4156" y="1"/>
                  </a:moveTo>
                  <a:lnTo>
                    <a:pt x="0" y="4406"/>
                  </a:lnTo>
                  <a:cubicBezTo>
                    <a:pt x="84" y="4454"/>
                    <a:pt x="143" y="4513"/>
                    <a:pt x="179" y="4585"/>
                  </a:cubicBezTo>
                  <a:lnTo>
                    <a:pt x="238" y="4573"/>
                  </a:lnTo>
                  <a:lnTo>
                    <a:pt x="4203" y="370"/>
                  </a:lnTo>
                  <a:lnTo>
                    <a:pt x="4156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26"/>
            <p:cNvSpPr/>
            <p:nvPr/>
          </p:nvSpPr>
          <p:spPr>
            <a:xfrm>
              <a:off x="3798375" y="1205350"/>
              <a:ext cx="116125" cy="127400"/>
            </a:xfrm>
            <a:custGeom>
              <a:avLst/>
              <a:gdLst/>
              <a:ahLst/>
              <a:cxnLst/>
              <a:rect l="l" t="t" r="r" b="b"/>
              <a:pathLst>
                <a:path w="4645" h="5096" extrusionOk="0">
                  <a:moveTo>
                    <a:pt x="4442" y="0"/>
                  </a:moveTo>
                  <a:lnTo>
                    <a:pt x="1" y="4715"/>
                  </a:lnTo>
                  <a:lnTo>
                    <a:pt x="48" y="5096"/>
                  </a:lnTo>
                  <a:lnTo>
                    <a:pt x="4644" y="191"/>
                  </a:lnTo>
                  <a:cubicBezTo>
                    <a:pt x="4561" y="155"/>
                    <a:pt x="4489" y="95"/>
                    <a:pt x="444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26"/>
            <p:cNvSpPr/>
            <p:nvPr/>
          </p:nvSpPr>
          <p:spPr>
            <a:xfrm>
              <a:off x="3335825" y="1313675"/>
              <a:ext cx="235775" cy="107500"/>
            </a:xfrm>
            <a:custGeom>
              <a:avLst/>
              <a:gdLst/>
              <a:ahLst/>
              <a:cxnLst/>
              <a:rect l="l" t="t" r="r" b="b"/>
              <a:pathLst>
                <a:path w="9431" h="4300" extrusionOk="0">
                  <a:moveTo>
                    <a:pt x="9132" y="1"/>
                  </a:moveTo>
                  <a:lnTo>
                    <a:pt x="560" y="3823"/>
                  </a:lnTo>
                  <a:lnTo>
                    <a:pt x="0" y="4073"/>
                  </a:lnTo>
                  <a:cubicBezTo>
                    <a:pt x="48" y="4132"/>
                    <a:pt x="84" y="4204"/>
                    <a:pt x="96" y="4287"/>
                  </a:cubicBezTo>
                  <a:lnTo>
                    <a:pt x="215" y="4299"/>
                  </a:lnTo>
                  <a:lnTo>
                    <a:pt x="9311" y="239"/>
                  </a:lnTo>
                  <a:lnTo>
                    <a:pt x="9430" y="179"/>
                  </a:lnTo>
                  <a:cubicBezTo>
                    <a:pt x="9406" y="179"/>
                    <a:pt x="9382" y="185"/>
                    <a:pt x="9359" y="185"/>
                  </a:cubicBezTo>
                  <a:cubicBezTo>
                    <a:pt x="9347" y="185"/>
                    <a:pt x="9335" y="183"/>
                    <a:pt x="9323" y="179"/>
                  </a:cubicBezTo>
                  <a:cubicBezTo>
                    <a:pt x="9216" y="168"/>
                    <a:pt x="9144" y="84"/>
                    <a:pt x="9132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26"/>
            <p:cNvSpPr/>
            <p:nvPr/>
          </p:nvSpPr>
          <p:spPr>
            <a:xfrm>
              <a:off x="3573950" y="1221400"/>
              <a:ext cx="200050" cy="95575"/>
            </a:xfrm>
            <a:custGeom>
              <a:avLst/>
              <a:gdLst/>
              <a:ahLst/>
              <a:cxnLst/>
              <a:rect l="l" t="t" r="r" b="b"/>
              <a:pathLst>
                <a:path w="8002" h="3823" extrusionOk="0">
                  <a:moveTo>
                    <a:pt x="7894" y="1"/>
                  </a:moveTo>
                  <a:lnTo>
                    <a:pt x="4739" y="1418"/>
                  </a:lnTo>
                  <a:cubicBezTo>
                    <a:pt x="4751" y="1453"/>
                    <a:pt x="4751" y="1489"/>
                    <a:pt x="4739" y="1537"/>
                  </a:cubicBezTo>
                  <a:cubicBezTo>
                    <a:pt x="4708" y="1659"/>
                    <a:pt x="4608" y="1747"/>
                    <a:pt x="4490" y="1747"/>
                  </a:cubicBezTo>
                  <a:cubicBezTo>
                    <a:pt x="4470" y="1747"/>
                    <a:pt x="4450" y="1744"/>
                    <a:pt x="4429" y="1739"/>
                  </a:cubicBezTo>
                  <a:cubicBezTo>
                    <a:pt x="4346" y="1727"/>
                    <a:pt x="4287" y="1680"/>
                    <a:pt x="4251" y="1620"/>
                  </a:cubicBezTo>
                  <a:lnTo>
                    <a:pt x="48" y="3478"/>
                  </a:lnTo>
                  <a:cubicBezTo>
                    <a:pt x="108" y="3537"/>
                    <a:pt x="131" y="3597"/>
                    <a:pt x="108" y="3656"/>
                  </a:cubicBezTo>
                  <a:cubicBezTo>
                    <a:pt x="96" y="3739"/>
                    <a:pt x="72" y="3775"/>
                    <a:pt x="0" y="3823"/>
                  </a:cubicBezTo>
                  <a:lnTo>
                    <a:pt x="48" y="3811"/>
                  </a:lnTo>
                  <a:lnTo>
                    <a:pt x="8001" y="263"/>
                  </a:lnTo>
                  <a:cubicBezTo>
                    <a:pt x="7942" y="191"/>
                    <a:pt x="7894" y="108"/>
                    <a:pt x="789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26"/>
            <p:cNvSpPr/>
            <p:nvPr/>
          </p:nvSpPr>
          <p:spPr>
            <a:xfrm>
              <a:off x="3336725" y="1420550"/>
              <a:ext cx="327425" cy="35725"/>
            </a:xfrm>
            <a:custGeom>
              <a:avLst/>
              <a:gdLst/>
              <a:ahLst/>
              <a:cxnLst/>
              <a:rect l="l" t="t" r="r" b="b"/>
              <a:pathLst>
                <a:path w="13097" h="1429" extrusionOk="0">
                  <a:moveTo>
                    <a:pt x="48" y="0"/>
                  </a:moveTo>
                  <a:cubicBezTo>
                    <a:pt x="60" y="36"/>
                    <a:pt x="60" y="95"/>
                    <a:pt x="48" y="155"/>
                  </a:cubicBezTo>
                  <a:cubicBezTo>
                    <a:pt x="36" y="203"/>
                    <a:pt x="12" y="250"/>
                    <a:pt x="0" y="274"/>
                  </a:cubicBezTo>
                  <a:lnTo>
                    <a:pt x="13073" y="1429"/>
                  </a:lnTo>
                  <a:cubicBezTo>
                    <a:pt x="13073" y="1369"/>
                    <a:pt x="13073" y="1286"/>
                    <a:pt x="13085" y="1215"/>
                  </a:cubicBezTo>
                  <a:cubicBezTo>
                    <a:pt x="13085" y="1191"/>
                    <a:pt x="13097" y="1167"/>
                    <a:pt x="13097" y="1143"/>
                  </a:cubicBezTo>
                  <a:lnTo>
                    <a:pt x="167" y="1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26"/>
            <p:cNvSpPr/>
            <p:nvPr/>
          </p:nvSpPr>
          <p:spPr>
            <a:xfrm>
              <a:off x="3331050" y="1428575"/>
              <a:ext cx="531350" cy="595650"/>
            </a:xfrm>
            <a:custGeom>
              <a:avLst/>
              <a:gdLst/>
              <a:ahLst/>
              <a:cxnLst/>
              <a:rect l="l" t="t" r="r" b="b"/>
              <a:pathLst>
                <a:path w="21254" h="23826" extrusionOk="0">
                  <a:moveTo>
                    <a:pt x="227" y="1"/>
                  </a:moveTo>
                  <a:cubicBezTo>
                    <a:pt x="179" y="96"/>
                    <a:pt x="96" y="155"/>
                    <a:pt x="1" y="179"/>
                  </a:cubicBezTo>
                  <a:lnTo>
                    <a:pt x="21027" y="23825"/>
                  </a:lnTo>
                  <a:cubicBezTo>
                    <a:pt x="21099" y="23754"/>
                    <a:pt x="21170" y="23694"/>
                    <a:pt x="21254" y="23646"/>
                  </a:cubicBezTo>
                  <a:lnTo>
                    <a:pt x="227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26"/>
            <p:cNvSpPr/>
            <p:nvPr/>
          </p:nvSpPr>
          <p:spPr>
            <a:xfrm>
              <a:off x="3684975" y="1465200"/>
              <a:ext cx="135150" cy="215225"/>
            </a:xfrm>
            <a:custGeom>
              <a:avLst/>
              <a:gdLst/>
              <a:ahLst/>
              <a:cxnLst/>
              <a:rect l="l" t="t" r="r" b="b"/>
              <a:pathLst>
                <a:path w="5406" h="8609" extrusionOk="0">
                  <a:moveTo>
                    <a:pt x="239" y="0"/>
                  </a:moveTo>
                  <a:cubicBezTo>
                    <a:pt x="179" y="72"/>
                    <a:pt x="96" y="119"/>
                    <a:pt x="0" y="143"/>
                  </a:cubicBezTo>
                  <a:lnTo>
                    <a:pt x="5168" y="8608"/>
                  </a:lnTo>
                  <a:cubicBezTo>
                    <a:pt x="5239" y="8549"/>
                    <a:pt x="5311" y="8513"/>
                    <a:pt x="5406" y="8465"/>
                  </a:cubicBezTo>
                  <a:lnTo>
                    <a:pt x="23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26"/>
            <p:cNvSpPr/>
            <p:nvPr/>
          </p:nvSpPr>
          <p:spPr>
            <a:xfrm>
              <a:off x="3807000" y="1404475"/>
              <a:ext cx="1525" cy="1800"/>
            </a:xfrm>
            <a:custGeom>
              <a:avLst/>
              <a:gdLst/>
              <a:ahLst/>
              <a:cxnLst/>
              <a:rect l="l" t="t" r="r" b="b"/>
              <a:pathLst>
                <a:path w="61" h="72" extrusionOk="0">
                  <a:moveTo>
                    <a:pt x="49" y="0"/>
                  </a:moveTo>
                  <a:lnTo>
                    <a:pt x="1" y="12"/>
                  </a:lnTo>
                  <a:cubicBezTo>
                    <a:pt x="33" y="23"/>
                    <a:pt x="56" y="53"/>
                    <a:pt x="60" y="67"/>
                  </a:cubicBezTo>
                  <a:lnTo>
                    <a:pt x="60" y="67"/>
                  </a:lnTo>
                  <a:lnTo>
                    <a:pt x="49" y="0"/>
                  </a:lnTo>
                  <a:close/>
                  <a:moveTo>
                    <a:pt x="60" y="67"/>
                  </a:moveTo>
                  <a:lnTo>
                    <a:pt x="60" y="72"/>
                  </a:lnTo>
                  <a:cubicBezTo>
                    <a:pt x="60" y="71"/>
                    <a:pt x="60" y="69"/>
                    <a:pt x="60" y="67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26"/>
            <p:cNvSpPr/>
            <p:nvPr/>
          </p:nvSpPr>
          <p:spPr>
            <a:xfrm>
              <a:off x="3802850" y="1412200"/>
              <a:ext cx="39600" cy="263150"/>
            </a:xfrm>
            <a:custGeom>
              <a:avLst/>
              <a:gdLst/>
              <a:ahLst/>
              <a:cxnLst/>
              <a:rect l="l" t="t" r="r" b="b"/>
              <a:pathLst>
                <a:path w="1584" h="10526" extrusionOk="0">
                  <a:moveTo>
                    <a:pt x="274" y="1"/>
                  </a:moveTo>
                  <a:cubicBezTo>
                    <a:pt x="226" y="108"/>
                    <a:pt x="119" y="179"/>
                    <a:pt x="0" y="179"/>
                  </a:cubicBezTo>
                  <a:lnTo>
                    <a:pt x="1298" y="10478"/>
                  </a:lnTo>
                  <a:cubicBezTo>
                    <a:pt x="1358" y="10478"/>
                    <a:pt x="1417" y="10478"/>
                    <a:pt x="1477" y="10490"/>
                  </a:cubicBezTo>
                  <a:cubicBezTo>
                    <a:pt x="1512" y="10490"/>
                    <a:pt x="1536" y="10502"/>
                    <a:pt x="1572" y="10526"/>
                  </a:cubicBezTo>
                  <a:cubicBezTo>
                    <a:pt x="1584" y="10502"/>
                    <a:pt x="1584" y="10478"/>
                    <a:pt x="1584" y="10443"/>
                  </a:cubicBezTo>
                  <a:lnTo>
                    <a:pt x="27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26"/>
            <p:cNvSpPr/>
            <p:nvPr/>
          </p:nvSpPr>
          <p:spPr>
            <a:xfrm>
              <a:off x="3779925" y="1231525"/>
              <a:ext cx="27400" cy="168800"/>
            </a:xfrm>
            <a:custGeom>
              <a:avLst/>
              <a:gdLst/>
              <a:ahLst/>
              <a:cxnLst/>
              <a:rect l="l" t="t" r="r" b="b"/>
              <a:pathLst>
                <a:path w="1096" h="6752" extrusionOk="0">
                  <a:moveTo>
                    <a:pt x="262" y="1"/>
                  </a:moveTo>
                  <a:cubicBezTo>
                    <a:pt x="219" y="18"/>
                    <a:pt x="162" y="29"/>
                    <a:pt x="107" y="29"/>
                  </a:cubicBezTo>
                  <a:cubicBezTo>
                    <a:pt x="87" y="29"/>
                    <a:pt x="67" y="28"/>
                    <a:pt x="48" y="25"/>
                  </a:cubicBezTo>
                  <a:cubicBezTo>
                    <a:pt x="24" y="25"/>
                    <a:pt x="12" y="13"/>
                    <a:pt x="0" y="13"/>
                  </a:cubicBezTo>
                  <a:lnTo>
                    <a:pt x="489" y="3954"/>
                  </a:lnTo>
                  <a:lnTo>
                    <a:pt x="536" y="4323"/>
                  </a:lnTo>
                  <a:lnTo>
                    <a:pt x="834" y="6752"/>
                  </a:lnTo>
                  <a:lnTo>
                    <a:pt x="1096" y="6633"/>
                  </a:lnTo>
                  <a:lnTo>
                    <a:pt x="774" y="4061"/>
                  </a:lnTo>
                  <a:lnTo>
                    <a:pt x="727" y="3680"/>
                  </a:lnTo>
                  <a:lnTo>
                    <a:pt x="262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26"/>
            <p:cNvSpPr/>
            <p:nvPr/>
          </p:nvSpPr>
          <p:spPr>
            <a:xfrm>
              <a:off x="3692700" y="1340475"/>
              <a:ext cx="254525" cy="111350"/>
            </a:xfrm>
            <a:custGeom>
              <a:avLst/>
              <a:gdLst/>
              <a:ahLst/>
              <a:cxnLst/>
              <a:rect l="l" t="t" r="r" b="b"/>
              <a:pathLst>
                <a:path w="10181" h="4454" extrusionOk="0">
                  <a:moveTo>
                    <a:pt x="10086" y="0"/>
                  </a:moveTo>
                  <a:lnTo>
                    <a:pt x="4585" y="2275"/>
                  </a:lnTo>
                  <a:lnTo>
                    <a:pt x="4323" y="2394"/>
                  </a:lnTo>
                  <a:lnTo>
                    <a:pt x="60" y="4180"/>
                  </a:lnTo>
                  <a:lnTo>
                    <a:pt x="1" y="4180"/>
                  </a:lnTo>
                  <a:cubicBezTo>
                    <a:pt x="49" y="4251"/>
                    <a:pt x="96" y="4346"/>
                    <a:pt x="108" y="4453"/>
                  </a:cubicBezTo>
                  <a:lnTo>
                    <a:pt x="4168" y="2751"/>
                  </a:lnTo>
                  <a:lnTo>
                    <a:pt x="4168" y="2727"/>
                  </a:lnTo>
                  <a:cubicBezTo>
                    <a:pt x="4202" y="2593"/>
                    <a:pt x="4319" y="2512"/>
                    <a:pt x="4461" y="2512"/>
                  </a:cubicBezTo>
                  <a:cubicBezTo>
                    <a:pt x="4470" y="2512"/>
                    <a:pt x="4480" y="2512"/>
                    <a:pt x="4490" y="2513"/>
                  </a:cubicBezTo>
                  <a:cubicBezTo>
                    <a:pt x="4525" y="2525"/>
                    <a:pt x="4573" y="2548"/>
                    <a:pt x="4609" y="2572"/>
                  </a:cubicBezTo>
                  <a:lnTo>
                    <a:pt x="4644" y="2560"/>
                  </a:lnTo>
                  <a:lnTo>
                    <a:pt x="10181" y="250"/>
                  </a:lnTo>
                  <a:lnTo>
                    <a:pt x="10121" y="203"/>
                  </a:lnTo>
                  <a:lnTo>
                    <a:pt x="10109" y="191"/>
                  </a:lnTo>
                  <a:lnTo>
                    <a:pt x="10109" y="179"/>
                  </a:lnTo>
                  <a:cubicBezTo>
                    <a:pt x="10109" y="179"/>
                    <a:pt x="10109" y="167"/>
                    <a:pt x="10097" y="167"/>
                  </a:cubicBezTo>
                  <a:lnTo>
                    <a:pt x="10097" y="143"/>
                  </a:lnTo>
                  <a:lnTo>
                    <a:pt x="10097" y="131"/>
                  </a:lnTo>
                  <a:lnTo>
                    <a:pt x="10097" y="119"/>
                  </a:lnTo>
                  <a:lnTo>
                    <a:pt x="10097" y="108"/>
                  </a:lnTo>
                  <a:lnTo>
                    <a:pt x="1008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26"/>
            <p:cNvSpPr/>
            <p:nvPr/>
          </p:nvSpPr>
          <p:spPr>
            <a:xfrm>
              <a:off x="3949600" y="1148200"/>
              <a:ext cx="145275" cy="193775"/>
            </a:xfrm>
            <a:custGeom>
              <a:avLst/>
              <a:gdLst/>
              <a:ahLst/>
              <a:cxnLst/>
              <a:rect l="l" t="t" r="r" b="b"/>
              <a:pathLst>
                <a:path w="5811" h="7751" extrusionOk="0">
                  <a:moveTo>
                    <a:pt x="5477" y="0"/>
                  </a:moveTo>
                  <a:lnTo>
                    <a:pt x="0" y="7418"/>
                  </a:lnTo>
                  <a:lnTo>
                    <a:pt x="48" y="7703"/>
                  </a:lnTo>
                  <a:lnTo>
                    <a:pt x="119" y="7751"/>
                  </a:lnTo>
                  <a:lnTo>
                    <a:pt x="581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26"/>
            <p:cNvSpPr/>
            <p:nvPr/>
          </p:nvSpPr>
          <p:spPr>
            <a:xfrm>
              <a:off x="3922500" y="1210400"/>
              <a:ext cx="28300" cy="133075"/>
            </a:xfrm>
            <a:custGeom>
              <a:avLst/>
              <a:gdLst/>
              <a:ahLst/>
              <a:cxnLst/>
              <a:rect l="l" t="t" r="r" b="b"/>
              <a:pathLst>
                <a:path w="1132" h="5323" extrusionOk="0">
                  <a:moveTo>
                    <a:pt x="274" y="0"/>
                  </a:moveTo>
                  <a:cubicBezTo>
                    <a:pt x="191" y="48"/>
                    <a:pt x="96" y="60"/>
                    <a:pt x="1" y="60"/>
                  </a:cubicBezTo>
                  <a:lnTo>
                    <a:pt x="846" y="5203"/>
                  </a:lnTo>
                  <a:lnTo>
                    <a:pt x="855" y="5273"/>
                  </a:lnTo>
                  <a:lnTo>
                    <a:pt x="855" y="5273"/>
                  </a:lnTo>
                  <a:cubicBezTo>
                    <a:pt x="858" y="5248"/>
                    <a:pt x="871" y="5226"/>
                    <a:pt x="894" y="5203"/>
                  </a:cubicBezTo>
                  <a:cubicBezTo>
                    <a:pt x="916" y="5166"/>
                    <a:pt x="963" y="5142"/>
                    <a:pt x="1009" y="5142"/>
                  </a:cubicBezTo>
                  <a:cubicBezTo>
                    <a:pt x="1036" y="5142"/>
                    <a:pt x="1062" y="5150"/>
                    <a:pt x="1084" y="5168"/>
                  </a:cubicBezTo>
                  <a:lnTo>
                    <a:pt x="1132" y="5203"/>
                  </a:lnTo>
                  <a:lnTo>
                    <a:pt x="1084" y="4930"/>
                  </a:lnTo>
                  <a:lnTo>
                    <a:pt x="274" y="0"/>
                  </a:lnTo>
                  <a:close/>
                  <a:moveTo>
                    <a:pt x="855" y="5273"/>
                  </a:moveTo>
                  <a:cubicBezTo>
                    <a:pt x="852" y="5288"/>
                    <a:pt x="853" y="5304"/>
                    <a:pt x="858" y="5322"/>
                  </a:cubicBezTo>
                  <a:lnTo>
                    <a:pt x="858" y="5299"/>
                  </a:lnTo>
                  <a:lnTo>
                    <a:pt x="855" y="5273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26"/>
            <p:cNvSpPr/>
            <p:nvPr/>
          </p:nvSpPr>
          <p:spPr>
            <a:xfrm>
              <a:off x="4062400" y="1422025"/>
              <a:ext cx="82475" cy="66100"/>
            </a:xfrm>
            <a:custGeom>
              <a:avLst/>
              <a:gdLst/>
              <a:ahLst/>
              <a:cxnLst/>
              <a:rect l="l" t="t" r="r" b="b"/>
              <a:pathLst>
                <a:path w="3299" h="2644" extrusionOk="0">
                  <a:moveTo>
                    <a:pt x="84" y="1"/>
                  </a:moveTo>
                  <a:lnTo>
                    <a:pt x="1" y="298"/>
                  </a:lnTo>
                  <a:lnTo>
                    <a:pt x="3299" y="2644"/>
                  </a:lnTo>
                  <a:lnTo>
                    <a:pt x="3299" y="2299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26"/>
            <p:cNvSpPr/>
            <p:nvPr/>
          </p:nvSpPr>
          <p:spPr>
            <a:xfrm>
              <a:off x="3943925" y="1338950"/>
              <a:ext cx="113725" cy="85775"/>
            </a:xfrm>
            <a:custGeom>
              <a:avLst/>
              <a:gdLst/>
              <a:ahLst/>
              <a:cxnLst/>
              <a:rect l="l" t="t" r="r" b="b"/>
              <a:pathLst>
                <a:path w="4549" h="3431" extrusionOk="0">
                  <a:moveTo>
                    <a:pt x="152" y="0"/>
                  </a:moveTo>
                  <a:cubicBezTo>
                    <a:pt x="106" y="0"/>
                    <a:pt x="59" y="24"/>
                    <a:pt x="37" y="61"/>
                  </a:cubicBezTo>
                  <a:cubicBezTo>
                    <a:pt x="1" y="85"/>
                    <a:pt x="1" y="133"/>
                    <a:pt x="1" y="180"/>
                  </a:cubicBezTo>
                  <a:lnTo>
                    <a:pt x="1" y="192"/>
                  </a:lnTo>
                  <a:lnTo>
                    <a:pt x="1" y="204"/>
                  </a:lnTo>
                  <a:lnTo>
                    <a:pt x="1" y="216"/>
                  </a:lnTo>
                  <a:cubicBezTo>
                    <a:pt x="1" y="216"/>
                    <a:pt x="1" y="240"/>
                    <a:pt x="13" y="240"/>
                  </a:cubicBezTo>
                  <a:lnTo>
                    <a:pt x="13" y="252"/>
                  </a:lnTo>
                  <a:lnTo>
                    <a:pt x="37" y="264"/>
                  </a:lnTo>
                  <a:lnTo>
                    <a:pt x="96" y="311"/>
                  </a:lnTo>
                  <a:lnTo>
                    <a:pt x="4466" y="3431"/>
                  </a:lnTo>
                  <a:lnTo>
                    <a:pt x="4549" y="3157"/>
                  </a:lnTo>
                  <a:lnTo>
                    <a:pt x="310" y="121"/>
                  </a:lnTo>
                  <a:lnTo>
                    <a:pt x="239" y="73"/>
                  </a:lnTo>
                  <a:lnTo>
                    <a:pt x="227" y="26"/>
                  </a:lnTo>
                  <a:cubicBezTo>
                    <a:pt x="205" y="8"/>
                    <a:pt x="179" y="0"/>
                    <a:pt x="15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26"/>
            <p:cNvSpPr/>
            <p:nvPr/>
          </p:nvSpPr>
          <p:spPr>
            <a:xfrm>
              <a:off x="3988275" y="1670575"/>
              <a:ext cx="3300" cy="2400"/>
            </a:xfrm>
            <a:custGeom>
              <a:avLst/>
              <a:gdLst/>
              <a:ahLst/>
              <a:cxnLst/>
              <a:rect l="l" t="t" r="r" b="b"/>
              <a:pathLst>
                <a:path w="132" h="96" extrusionOk="0">
                  <a:moveTo>
                    <a:pt x="25" y="0"/>
                  </a:moveTo>
                  <a:lnTo>
                    <a:pt x="1" y="96"/>
                  </a:lnTo>
                  <a:cubicBezTo>
                    <a:pt x="60" y="96"/>
                    <a:pt x="120" y="72"/>
                    <a:pt x="132" y="12"/>
                  </a:cubicBezTo>
                  <a:cubicBezTo>
                    <a:pt x="108" y="12"/>
                    <a:pt x="72" y="12"/>
                    <a:pt x="2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3681;p26"/>
            <p:cNvSpPr/>
            <p:nvPr/>
          </p:nvSpPr>
          <p:spPr>
            <a:xfrm>
              <a:off x="3997500" y="1148200"/>
              <a:ext cx="147075" cy="480725"/>
            </a:xfrm>
            <a:custGeom>
              <a:avLst/>
              <a:gdLst/>
              <a:ahLst/>
              <a:cxnLst/>
              <a:rect l="l" t="t" r="r" b="b"/>
              <a:pathLst>
                <a:path w="5883" h="19229" extrusionOk="0">
                  <a:moveTo>
                    <a:pt x="5585" y="0"/>
                  </a:moveTo>
                  <a:lnTo>
                    <a:pt x="2442" y="10775"/>
                  </a:lnTo>
                  <a:lnTo>
                    <a:pt x="2358" y="11049"/>
                  </a:lnTo>
                  <a:lnTo>
                    <a:pt x="1" y="19133"/>
                  </a:lnTo>
                  <a:cubicBezTo>
                    <a:pt x="96" y="19145"/>
                    <a:pt x="191" y="19181"/>
                    <a:pt x="275" y="19229"/>
                  </a:cubicBezTo>
                  <a:lnTo>
                    <a:pt x="2597" y="11228"/>
                  </a:lnTo>
                  <a:lnTo>
                    <a:pt x="2680" y="10954"/>
                  </a:lnTo>
                  <a:lnTo>
                    <a:pt x="588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26"/>
            <p:cNvSpPr/>
            <p:nvPr/>
          </p:nvSpPr>
          <p:spPr>
            <a:xfrm>
              <a:off x="3833500" y="1736350"/>
              <a:ext cx="39925" cy="281600"/>
            </a:xfrm>
            <a:custGeom>
              <a:avLst/>
              <a:gdLst/>
              <a:ahLst/>
              <a:cxnLst/>
              <a:rect l="l" t="t" r="r" b="b"/>
              <a:pathLst>
                <a:path w="1597" h="11264" extrusionOk="0">
                  <a:moveTo>
                    <a:pt x="286" y="1"/>
                  </a:moveTo>
                  <a:cubicBezTo>
                    <a:pt x="214" y="37"/>
                    <a:pt x="148" y="53"/>
                    <a:pt x="73" y="53"/>
                  </a:cubicBezTo>
                  <a:cubicBezTo>
                    <a:pt x="50" y="53"/>
                    <a:pt x="26" y="51"/>
                    <a:pt x="1" y="48"/>
                  </a:cubicBezTo>
                  <a:lnTo>
                    <a:pt x="1" y="48"/>
                  </a:lnTo>
                  <a:lnTo>
                    <a:pt x="1310" y="11264"/>
                  </a:lnTo>
                  <a:cubicBezTo>
                    <a:pt x="1369" y="11256"/>
                    <a:pt x="1428" y="11247"/>
                    <a:pt x="1487" y="11247"/>
                  </a:cubicBezTo>
                  <a:cubicBezTo>
                    <a:pt x="1511" y="11247"/>
                    <a:pt x="1536" y="11249"/>
                    <a:pt x="1560" y="11252"/>
                  </a:cubicBezTo>
                  <a:lnTo>
                    <a:pt x="1596" y="1125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26"/>
            <p:cNvSpPr/>
            <p:nvPr/>
          </p:nvSpPr>
          <p:spPr>
            <a:xfrm>
              <a:off x="3873400" y="1667900"/>
              <a:ext cx="115500" cy="351550"/>
            </a:xfrm>
            <a:custGeom>
              <a:avLst/>
              <a:gdLst/>
              <a:ahLst/>
              <a:cxnLst/>
              <a:rect l="l" t="t" r="r" b="b"/>
              <a:pathLst>
                <a:path w="4620" h="14062" extrusionOk="0">
                  <a:moveTo>
                    <a:pt x="4358" y="0"/>
                  </a:moveTo>
                  <a:lnTo>
                    <a:pt x="0" y="14014"/>
                  </a:lnTo>
                  <a:cubicBezTo>
                    <a:pt x="36" y="14038"/>
                    <a:pt x="71" y="14038"/>
                    <a:pt x="119" y="14062"/>
                  </a:cubicBezTo>
                  <a:lnTo>
                    <a:pt x="417" y="13657"/>
                  </a:lnTo>
                  <a:lnTo>
                    <a:pt x="4596" y="226"/>
                  </a:lnTo>
                  <a:lnTo>
                    <a:pt x="4620" y="107"/>
                  </a:lnTo>
                  <a:cubicBezTo>
                    <a:pt x="4536" y="84"/>
                    <a:pt x="4441" y="60"/>
                    <a:pt x="435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26"/>
            <p:cNvSpPr/>
            <p:nvPr/>
          </p:nvSpPr>
          <p:spPr>
            <a:xfrm>
              <a:off x="4009425" y="1573825"/>
              <a:ext cx="135450" cy="64925"/>
            </a:xfrm>
            <a:custGeom>
              <a:avLst/>
              <a:gdLst/>
              <a:ahLst/>
              <a:cxnLst/>
              <a:rect l="l" t="t" r="r" b="b"/>
              <a:pathLst>
                <a:path w="5418" h="2597" extrusionOk="0">
                  <a:moveTo>
                    <a:pt x="5418" y="1"/>
                  </a:moveTo>
                  <a:lnTo>
                    <a:pt x="0" y="2358"/>
                  </a:lnTo>
                  <a:cubicBezTo>
                    <a:pt x="72" y="2442"/>
                    <a:pt x="131" y="2525"/>
                    <a:pt x="167" y="2596"/>
                  </a:cubicBezTo>
                  <a:lnTo>
                    <a:pt x="5418" y="310"/>
                  </a:lnTo>
                  <a:lnTo>
                    <a:pt x="541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26"/>
            <p:cNvSpPr/>
            <p:nvPr/>
          </p:nvSpPr>
          <p:spPr>
            <a:xfrm>
              <a:off x="3864450" y="1649725"/>
              <a:ext cx="108075" cy="53925"/>
            </a:xfrm>
            <a:custGeom>
              <a:avLst/>
              <a:gdLst/>
              <a:ahLst/>
              <a:cxnLst/>
              <a:rect l="l" t="t" r="r" b="b"/>
              <a:pathLst>
                <a:path w="4323" h="2157" extrusionOk="0">
                  <a:moveTo>
                    <a:pt x="4263" y="1"/>
                  </a:moveTo>
                  <a:lnTo>
                    <a:pt x="1" y="1870"/>
                  </a:lnTo>
                  <a:cubicBezTo>
                    <a:pt x="25" y="1966"/>
                    <a:pt x="37" y="2061"/>
                    <a:pt x="37" y="2156"/>
                  </a:cubicBezTo>
                  <a:lnTo>
                    <a:pt x="4323" y="275"/>
                  </a:lnTo>
                  <a:cubicBezTo>
                    <a:pt x="4299" y="191"/>
                    <a:pt x="4263" y="96"/>
                    <a:pt x="426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26"/>
            <p:cNvSpPr/>
            <p:nvPr/>
          </p:nvSpPr>
          <p:spPr>
            <a:xfrm>
              <a:off x="3876375" y="1648550"/>
              <a:ext cx="268500" cy="374775"/>
            </a:xfrm>
            <a:custGeom>
              <a:avLst/>
              <a:gdLst/>
              <a:ahLst/>
              <a:cxnLst/>
              <a:rect l="l" t="t" r="r" b="b"/>
              <a:pathLst>
                <a:path w="10740" h="14991" extrusionOk="0">
                  <a:moveTo>
                    <a:pt x="10740" y="0"/>
                  </a:moveTo>
                  <a:lnTo>
                    <a:pt x="298" y="14419"/>
                  </a:lnTo>
                  <a:lnTo>
                    <a:pt x="0" y="14824"/>
                  </a:lnTo>
                  <a:cubicBezTo>
                    <a:pt x="83" y="14859"/>
                    <a:pt x="155" y="14919"/>
                    <a:pt x="214" y="14990"/>
                  </a:cubicBezTo>
                  <a:lnTo>
                    <a:pt x="10740" y="477"/>
                  </a:lnTo>
                  <a:lnTo>
                    <a:pt x="1074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26"/>
            <p:cNvSpPr/>
            <p:nvPr/>
          </p:nvSpPr>
          <p:spPr>
            <a:xfrm>
              <a:off x="3970725" y="1626200"/>
              <a:ext cx="44675" cy="45050"/>
            </a:xfrm>
            <a:custGeom>
              <a:avLst/>
              <a:gdLst/>
              <a:ahLst/>
              <a:cxnLst/>
              <a:rect l="l" t="t" r="r" b="b"/>
              <a:pathLst>
                <a:path w="1787" h="1802" extrusionOk="0">
                  <a:moveTo>
                    <a:pt x="842" y="1"/>
                  </a:moveTo>
                  <a:cubicBezTo>
                    <a:pt x="463" y="1"/>
                    <a:pt x="105" y="307"/>
                    <a:pt x="12" y="728"/>
                  </a:cubicBezTo>
                  <a:cubicBezTo>
                    <a:pt x="0" y="799"/>
                    <a:pt x="0" y="882"/>
                    <a:pt x="0" y="954"/>
                  </a:cubicBezTo>
                  <a:cubicBezTo>
                    <a:pt x="0" y="1061"/>
                    <a:pt x="36" y="1144"/>
                    <a:pt x="60" y="1240"/>
                  </a:cubicBezTo>
                  <a:cubicBezTo>
                    <a:pt x="131" y="1430"/>
                    <a:pt x="262" y="1573"/>
                    <a:pt x="453" y="1680"/>
                  </a:cubicBezTo>
                  <a:cubicBezTo>
                    <a:pt x="524" y="1728"/>
                    <a:pt x="608" y="1752"/>
                    <a:pt x="715" y="1787"/>
                  </a:cubicBezTo>
                  <a:cubicBezTo>
                    <a:pt x="750" y="1787"/>
                    <a:pt x="786" y="1799"/>
                    <a:pt x="822" y="1799"/>
                  </a:cubicBezTo>
                  <a:cubicBezTo>
                    <a:pt x="844" y="1801"/>
                    <a:pt x="867" y="1802"/>
                    <a:pt x="889" y="1802"/>
                  </a:cubicBezTo>
                  <a:cubicBezTo>
                    <a:pt x="1304" y="1802"/>
                    <a:pt x="1683" y="1491"/>
                    <a:pt x="1751" y="1073"/>
                  </a:cubicBezTo>
                  <a:cubicBezTo>
                    <a:pt x="1786" y="871"/>
                    <a:pt x="1751" y="680"/>
                    <a:pt x="1679" y="525"/>
                  </a:cubicBezTo>
                  <a:cubicBezTo>
                    <a:pt x="1643" y="430"/>
                    <a:pt x="1596" y="359"/>
                    <a:pt x="1512" y="287"/>
                  </a:cubicBezTo>
                  <a:cubicBezTo>
                    <a:pt x="1453" y="228"/>
                    <a:pt x="1382" y="168"/>
                    <a:pt x="1298" y="120"/>
                  </a:cubicBezTo>
                  <a:cubicBezTo>
                    <a:pt x="1215" y="73"/>
                    <a:pt x="1120" y="49"/>
                    <a:pt x="1024" y="25"/>
                  </a:cubicBezTo>
                  <a:cubicBezTo>
                    <a:pt x="964" y="9"/>
                    <a:pt x="902" y="1"/>
                    <a:pt x="84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26"/>
            <p:cNvSpPr/>
            <p:nvPr/>
          </p:nvSpPr>
          <p:spPr>
            <a:xfrm>
              <a:off x="3799275" y="1673800"/>
              <a:ext cx="66400" cy="63775"/>
            </a:xfrm>
            <a:custGeom>
              <a:avLst/>
              <a:gdLst/>
              <a:ahLst/>
              <a:cxnLst/>
              <a:rect l="l" t="t" r="r" b="b"/>
              <a:pathLst>
                <a:path w="2656" h="2551" extrusionOk="0">
                  <a:moveTo>
                    <a:pt x="1366" y="0"/>
                  </a:moveTo>
                  <a:cubicBezTo>
                    <a:pt x="1186" y="0"/>
                    <a:pt x="1002" y="38"/>
                    <a:pt x="846" y="121"/>
                  </a:cubicBezTo>
                  <a:cubicBezTo>
                    <a:pt x="762" y="169"/>
                    <a:pt x="679" y="205"/>
                    <a:pt x="608" y="264"/>
                  </a:cubicBezTo>
                  <a:cubicBezTo>
                    <a:pt x="369" y="443"/>
                    <a:pt x="191" y="717"/>
                    <a:pt x="131" y="1038"/>
                  </a:cubicBezTo>
                  <a:cubicBezTo>
                    <a:pt x="0" y="1729"/>
                    <a:pt x="465" y="2396"/>
                    <a:pt x="1143" y="2527"/>
                  </a:cubicBezTo>
                  <a:cubicBezTo>
                    <a:pt x="1215" y="2550"/>
                    <a:pt x="1286" y="2550"/>
                    <a:pt x="1370" y="2550"/>
                  </a:cubicBezTo>
                  <a:cubicBezTo>
                    <a:pt x="1453" y="2550"/>
                    <a:pt x="1560" y="2527"/>
                    <a:pt x="1643" y="2515"/>
                  </a:cubicBezTo>
                  <a:cubicBezTo>
                    <a:pt x="2120" y="2407"/>
                    <a:pt x="2525" y="2026"/>
                    <a:pt x="2632" y="1503"/>
                  </a:cubicBezTo>
                  <a:cubicBezTo>
                    <a:pt x="2644" y="1395"/>
                    <a:pt x="2655" y="1300"/>
                    <a:pt x="2644" y="1193"/>
                  </a:cubicBezTo>
                  <a:cubicBezTo>
                    <a:pt x="2644" y="1086"/>
                    <a:pt x="2620" y="1003"/>
                    <a:pt x="2596" y="907"/>
                  </a:cubicBezTo>
                  <a:cubicBezTo>
                    <a:pt x="2489" y="502"/>
                    <a:pt x="2144" y="169"/>
                    <a:pt x="1715" y="50"/>
                  </a:cubicBezTo>
                  <a:cubicBezTo>
                    <a:pt x="1679" y="26"/>
                    <a:pt x="1655" y="26"/>
                    <a:pt x="1620" y="14"/>
                  </a:cubicBezTo>
                  <a:cubicBezTo>
                    <a:pt x="1560" y="2"/>
                    <a:pt x="1501" y="2"/>
                    <a:pt x="1441" y="2"/>
                  </a:cubicBezTo>
                  <a:cubicBezTo>
                    <a:pt x="1416" y="1"/>
                    <a:pt x="1391" y="0"/>
                    <a:pt x="136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26"/>
            <p:cNvSpPr/>
            <p:nvPr/>
          </p:nvSpPr>
          <p:spPr>
            <a:xfrm>
              <a:off x="2952150" y="1372925"/>
              <a:ext cx="24425" cy="22850"/>
            </a:xfrm>
            <a:custGeom>
              <a:avLst/>
              <a:gdLst/>
              <a:ahLst/>
              <a:cxnLst/>
              <a:rect l="l" t="t" r="r" b="b"/>
              <a:pathLst>
                <a:path w="977" h="914" extrusionOk="0">
                  <a:moveTo>
                    <a:pt x="488" y="0"/>
                  </a:moveTo>
                  <a:cubicBezTo>
                    <a:pt x="262" y="0"/>
                    <a:pt x="72" y="143"/>
                    <a:pt x="36" y="369"/>
                  </a:cubicBezTo>
                  <a:cubicBezTo>
                    <a:pt x="0" y="619"/>
                    <a:pt x="155" y="857"/>
                    <a:pt x="417" y="905"/>
                  </a:cubicBezTo>
                  <a:cubicBezTo>
                    <a:pt x="446" y="911"/>
                    <a:pt x="474" y="913"/>
                    <a:pt x="503" y="913"/>
                  </a:cubicBezTo>
                  <a:cubicBezTo>
                    <a:pt x="719" y="913"/>
                    <a:pt x="911" y="757"/>
                    <a:pt x="953" y="536"/>
                  </a:cubicBezTo>
                  <a:cubicBezTo>
                    <a:pt x="977" y="357"/>
                    <a:pt x="905" y="191"/>
                    <a:pt x="774" y="84"/>
                  </a:cubicBezTo>
                  <a:cubicBezTo>
                    <a:pt x="715" y="36"/>
                    <a:pt x="655" y="12"/>
                    <a:pt x="57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26"/>
            <p:cNvSpPr/>
            <p:nvPr/>
          </p:nvSpPr>
          <p:spPr>
            <a:xfrm>
              <a:off x="3905825" y="1180125"/>
              <a:ext cx="33975" cy="32075"/>
            </a:xfrm>
            <a:custGeom>
              <a:avLst/>
              <a:gdLst/>
              <a:ahLst/>
              <a:cxnLst/>
              <a:rect l="l" t="t" r="r" b="b"/>
              <a:pathLst>
                <a:path w="1359" h="1283" extrusionOk="0">
                  <a:moveTo>
                    <a:pt x="669" y="0"/>
                  </a:moveTo>
                  <a:cubicBezTo>
                    <a:pt x="558" y="0"/>
                    <a:pt x="445" y="29"/>
                    <a:pt x="346" y="92"/>
                  </a:cubicBezTo>
                  <a:cubicBezTo>
                    <a:pt x="263" y="128"/>
                    <a:pt x="203" y="211"/>
                    <a:pt x="144" y="283"/>
                  </a:cubicBezTo>
                  <a:cubicBezTo>
                    <a:pt x="96" y="354"/>
                    <a:pt x="48" y="426"/>
                    <a:pt x="37" y="521"/>
                  </a:cubicBezTo>
                  <a:cubicBezTo>
                    <a:pt x="1" y="699"/>
                    <a:pt x="48" y="878"/>
                    <a:pt x="144" y="1009"/>
                  </a:cubicBezTo>
                  <a:cubicBezTo>
                    <a:pt x="203" y="1104"/>
                    <a:pt x="275" y="1164"/>
                    <a:pt x="346" y="1200"/>
                  </a:cubicBezTo>
                  <a:cubicBezTo>
                    <a:pt x="406" y="1235"/>
                    <a:pt x="465" y="1259"/>
                    <a:pt x="549" y="1259"/>
                  </a:cubicBezTo>
                  <a:cubicBezTo>
                    <a:pt x="584" y="1283"/>
                    <a:pt x="632" y="1283"/>
                    <a:pt x="668" y="1283"/>
                  </a:cubicBezTo>
                  <a:cubicBezTo>
                    <a:pt x="763" y="1283"/>
                    <a:pt x="858" y="1247"/>
                    <a:pt x="941" y="1223"/>
                  </a:cubicBezTo>
                  <a:cubicBezTo>
                    <a:pt x="1120" y="1128"/>
                    <a:pt x="1263" y="961"/>
                    <a:pt x="1287" y="759"/>
                  </a:cubicBezTo>
                  <a:cubicBezTo>
                    <a:pt x="1358" y="414"/>
                    <a:pt x="1120" y="68"/>
                    <a:pt x="775" y="9"/>
                  </a:cubicBezTo>
                  <a:cubicBezTo>
                    <a:pt x="740" y="3"/>
                    <a:pt x="705" y="0"/>
                    <a:pt x="669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26"/>
            <p:cNvSpPr/>
            <p:nvPr/>
          </p:nvSpPr>
          <p:spPr>
            <a:xfrm>
              <a:off x="3663250" y="1438025"/>
              <a:ext cx="32175" cy="31950"/>
            </a:xfrm>
            <a:custGeom>
              <a:avLst/>
              <a:gdLst/>
              <a:ahLst/>
              <a:cxnLst/>
              <a:rect l="l" t="t" r="r" b="b"/>
              <a:pathLst>
                <a:path w="1287" h="1278" extrusionOk="0">
                  <a:moveTo>
                    <a:pt x="636" y="1"/>
                  </a:moveTo>
                  <a:cubicBezTo>
                    <a:pt x="545" y="1"/>
                    <a:pt x="457" y="26"/>
                    <a:pt x="381" y="51"/>
                  </a:cubicBezTo>
                  <a:cubicBezTo>
                    <a:pt x="286" y="99"/>
                    <a:pt x="215" y="158"/>
                    <a:pt x="155" y="230"/>
                  </a:cubicBezTo>
                  <a:cubicBezTo>
                    <a:pt x="95" y="289"/>
                    <a:pt x="60" y="373"/>
                    <a:pt x="36" y="456"/>
                  </a:cubicBezTo>
                  <a:cubicBezTo>
                    <a:pt x="36" y="468"/>
                    <a:pt x="24" y="504"/>
                    <a:pt x="24" y="528"/>
                  </a:cubicBezTo>
                  <a:cubicBezTo>
                    <a:pt x="0" y="611"/>
                    <a:pt x="0" y="682"/>
                    <a:pt x="24" y="742"/>
                  </a:cubicBezTo>
                  <a:cubicBezTo>
                    <a:pt x="60" y="1004"/>
                    <a:pt x="262" y="1218"/>
                    <a:pt x="548" y="1266"/>
                  </a:cubicBezTo>
                  <a:cubicBezTo>
                    <a:pt x="584" y="1274"/>
                    <a:pt x="622" y="1278"/>
                    <a:pt x="660" y="1278"/>
                  </a:cubicBezTo>
                  <a:cubicBezTo>
                    <a:pt x="737" y="1278"/>
                    <a:pt x="814" y="1262"/>
                    <a:pt x="869" y="1230"/>
                  </a:cubicBezTo>
                  <a:cubicBezTo>
                    <a:pt x="965" y="1206"/>
                    <a:pt x="1048" y="1147"/>
                    <a:pt x="1108" y="1087"/>
                  </a:cubicBezTo>
                  <a:cubicBezTo>
                    <a:pt x="1203" y="992"/>
                    <a:pt x="1262" y="873"/>
                    <a:pt x="1274" y="742"/>
                  </a:cubicBezTo>
                  <a:cubicBezTo>
                    <a:pt x="1286" y="682"/>
                    <a:pt x="1286" y="611"/>
                    <a:pt x="1274" y="551"/>
                  </a:cubicBezTo>
                  <a:cubicBezTo>
                    <a:pt x="1262" y="456"/>
                    <a:pt x="1227" y="349"/>
                    <a:pt x="1167" y="278"/>
                  </a:cubicBezTo>
                  <a:cubicBezTo>
                    <a:pt x="1119" y="206"/>
                    <a:pt x="1060" y="147"/>
                    <a:pt x="988" y="99"/>
                  </a:cubicBezTo>
                  <a:cubicBezTo>
                    <a:pt x="917" y="51"/>
                    <a:pt x="846" y="27"/>
                    <a:pt x="750" y="16"/>
                  </a:cubicBezTo>
                  <a:cubicBezTo>
                    <a:pt x="712" y="5"/>
                    <a:pt x="674" y="1"/>
                    <a:pt x="63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26"/>
            <p:cNvSpPr/>
            <p:nvPr/>
          </p:nvSpPr>
          <p:spPr>
            <a:xfrm>
              <a:off x="3771300" y="1209975"/>
              <a:ext cx="23525" cy="22375"/>
            </a:xfrm>
            <a:custGeom>
              <a:avLst/>
              <a:gdLst/>
              <a:ahLst/>
              <a:cxnLst/>
              <a:rect l="l" t="t" r="r" b="b"/>
              <a:pathLst>
                <a:path w="941" h="895" extrusionOk="0">
                  <a:moveTo>
                    <a:pt x="474" y="1"/>
                  </a:moveTo>
                  <a:cubicBezTo>
                    <a:pt x="258" y="1"/>
                    <a:pt x="56" y="167"/>
                    <a:pt x="12" y="363"/>
                  </a:cubicBezTo>
                  <a:cubicBezTo>
                    <a:pt x="12" y="398"/>
                    <a:pt x="0" y="446"/>
                    <a:pt x="0" y="470"/>
                  </a:cubicBezTo>
                  <a:cubicBezTo>
                    <a:pt x="0" y="577"/>
                    <a:pt x="48" y="660"/>
                    <a:pt x="107" y="744"/>
                  </a:cubicBezTo>
                  <a:cubicBezTo>
                    <a:pt x="167" y="779"/>
                    <a:pt x="238" y="839"/>
                    <a:pt x="334" y="875"/>
                  </a:cubicBezTo>
                  <a:cubicBezTo>
                    <a:pt x="345" y="875"/>
                    <a:pt x="357" y="887"/>
                    <a:pt x="369" y="887"/>
                  </a:cubicBezTo>
                  <a:cubicBezTo>
                    <a:pt x="409" y="891"/>
                    <a:pt x="444" y="894"/>
                    <a:pt x="477" y="894"/>
                  </a:cubicBezTo>
                  <a:cubicBezTo>
                    <a:pt x="524" y="894"/>
                    <a:pt x="566" y="889"/>
                    <a:pt x="607" y="875"/>
                  </a:cubicBezTo>
                  <a:cubicBezTo>
                    <a:pt x="762" y="815"/>
                    <a:pt x="881" y="696"/>
                    <a:pt x="893" y="529"/>
                  </a:cubicBezTo>
                  <a:cubicBezTo>
                    <a:pt x="941" y="291"/>
                    <a:pt x="774" y="53"/>
                    <a:pt x="536" y="6"/>
                  </a:cubicBezTo>
                  <a:cubicBezTo>
                    <a:pt x="515" y="2"/>
                    <a:pt x="495" y="1"/>
                    <a:pt x="47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26"/>
            <p:cNvSpPr/>
            <p:nvPr/>
          </p:nvSpPr>
          <p:spPr>
            <a:xfrm>
              <a:off x="3896300" y="1404575"/>
              <a:ext cx="24750" cy="22450"/>
            </a:xfrm>
            <a:custGeom>
              <a:avLst/>
              <a:gdLst/>
              <a:ahLst/>
              <a:cxnLst/>
              <a:rect l="l" t="t" r="r" b="b"/>
              <a:pathLst>
                <a:path w="990" h="898" extrusionOk="0">
                  <a:moveTo>
                    <a:pt x="502" y="0"/>
                  </a:moveTo>
                  <a:cubicBezTo>
                    <a:pt x="294" y="0"/>
                    <a:pt x="102" y="155"/>
                    <a:pt x="60" y="365"/>
                  </a:cubicBezTo>
                  <a:cubicBezTo>
                    <a:pt x="1" y="603"/>
                    <a:pt x="168" y="842"/>
                    <a:pt x="418" y="889"/>
                  </a:cubicBezTo>
                  <a:cubicBezTo>
                    <a:pt x="445" y="895"/>
                    <a:pt x="473" y="897"/>
                    <a:pt x="500" y="897"/>
                  </a:cubicBezTo>
                  <a:cubicBezTo>
                    <a:pt x="708" y="897"/>
                    <a:pt x="899" y="743"/>
                    <a:pt x="941" y="532"/>
                  </a:cubicBezTo>
                  <a:cubicBezTo>
                    <a:pt x="989" y="294"/>
                    <a:pt x="822" y="56"/>
                    <a:pt x="584" y="8"/>
                  </a:cubicBezTo>
                  <a:cubicBezTo>
                    <a:pt x="557" y="3"/>
                    <a:pt x="529" y="0"/>
                    <a:pt x="50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26"/>
            <p:cNvSpPr/>
            <p:nvPr/>
          </p:nvSpPr>
          <p:spPr>
            <a:xfrm>
              <a:off x="3314975" y="1411675"/>
              <a:ext cx="23550" cy="22800"/>
            </a:xfrm>
            <a:custGeom>
              <a:avLst/>
              <a:gdLst/>
              <a:ahLst/>
              <a:cxnLst/>
              <a:rect l="l" t="t" r="r" b="b"/>
              <a:pathLst>
                <a:path w="942" h="912" extrusionOk="0">
                  <a:moveTo>
                    <a:pt x="485" y="1"/>
                  </a:moveTo>
                  <a:cubicBezTo>
                    <a:pt x="456" y="1"/>
                    <a:pt x="430" y="4"/>
                    <a:pt x="406" y="10"/>
                  </a:cubicBezTo>
                  <a:cubicBezTo>
                    <a:pt x="322" y="22"/>
                    <a:pt x="227" y="81"/>
                    <a:pt x="156" y="141"/>
                  </a:cubicBezTo>
                  <a:cubicBezTo>
                    <a:pt x="96" y="200"/>
                    <a:pt x="60" y="272"/>
                    <a:pt x="49" y="367"/>
                  </a:cubicBezTo>
                  <a:cubicBezTo>
                    <a:pt x="1" y="570"/>
                    <a:pt x="108" y="772"/>
                    <a:pt x="287" y="855"/>
                  </a:cubicBezTo>
                  <a:cubicBezTo>
                    <a:pt x="334" y="867"/>
                    <a:pt x="358" y="891"/>
                    <a:pt x="406" y="903"/>
                  </a:cubicBezTo>
                  <a:cubicBezTo>
                    <a:pt x="441" y="909"/>
                    <a:pt x="474" y="912"/>
                    <a:pt x="505" y="912"/>
                  </a:cubicBezTo>
                  <a:cubicBezTo>
                    <a:pt x="537" y="912"/>
                    <a:pt x="566" y="909"/>
                    <a:pt x="596" y="903"/>
                  </a:cubicBezTo>
                  <a:cubicBezTo>
                    <a:pt x="620" y="903"/>
                    <a:pt x="632" y="891"/>
                    <a:pt x="644" y="891"/>
                  </a:cubicBezTo>
                  <a:cubicBezTo>
                    <a:pt x="739" y="831"/>
                    <a:pt x="822" y="772"/>
                    <a:pt x="870" y="677"/>
                  </a:cubicBezTo>
                  <a:cubicBezTo>
                    <a:pt x="870" y="665"/>
                    <a:pt x="882" y="653"/>
                    <a:pt x="882" y="653"/>
                  </a:cubicBezTo>
                  <a:cubicBezTo>
                    <a:pt x="906" y="605"/>
                    <a:pt x="918" y="570"/>
                    <a:pt x="930" y="534"/>
                  </a:cubicBezTo>
                  <a:cubicBezTo>
                    <a:pt x="942" y="474"/>
                    <a:pt x="942" y="427"/>
                    <a:pt x="930" y="367"/>
                  </a:cubicBezTo>
                  <a:cubicBezTo>
                    <a:pt x="918" y="296"/>
                    <a:pt x="882" y="212"/>
                    <a:pt x="834" y="153"/>
                  </a:cubicBezTo>
                  <a:cubicBezTo>
                    <a:pt x="787" y="81"/>
                    <a:pt x="680" y="22"/>
                    <a:pt x="572" y="10"/>
                  </a:cubicBezTo>
                  <a:cubicBezTo>
                    <a:pt x="543" y="4"/>
                    <a:pt x="513" y="1"/>
                    <a:pt x="48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26"/>
            <p:cNvSpPr/>
            <p:nvPr/>
          </p:nvSpPr>
          <p:spPr>
            <a:xfrm>
              <a:off x="3166450" y="1148200"/>
              <a:ext cx="18475" cy="4700"/>
            </a:xfrm>
            <a:custGeom>
              <a:avLst/>
              <a:gdLst/>
              <a:ahLst/>
              <a:cxnLst/>
              <a:rect l="l" t="t" r="r" b="b"/>
              <a:pathLst>
                <a:path w="739" h="188" extrusionOk="0">
                  <a:moveTo>
                    <a:pt x="1" y="0"/>
                  </a:moveTo>
                  <a:cubicBezTo>
                    <a:pt x="60" y="83"/>
                    <a:pt x="155" y="155"/>
                    <a:pt x="275" y="179"/>
                  </a:cubicBezTo>
                  <a:cubicBezTo>
                    <a:pt x="304" y="185"/>
                    <a:pt x="334" y="188"/>
                    <a:pt x="364" y="188"/>
                  </a:cubicBezTo>
                  <a:cubicBezTo>
                    <a:pt x="394" y="188"/>
                    <a:pt x="423" y="185"/>
                    <a:pt x="453" y="179"/>
                  </a:cubicBezTo>
                  <a:cubicBezTo>
                    <a:pt x="548" y="155"/>
                    <a:pt x="632" y="95"/>
                    <a:pt x="691" y="24"/>
                  </a:cubicBezTo>
                  <a:cubicBezTo>
                    <a:pt x="715" y="24"/>
                    <a:pt x="727" y="12"/>
                    <a:pt x="739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3696;p26"/>
            <p:cNvSpPr/>
            <p:nvPr/>
          </p:nvSpPr>
          <p:spPr>
            <a:xfrm>
              <a:off x="3852550" y="2017750"/>
              <a:ext cx="33950" cy="31775"/>
            </a:xfrm>
            <a:custGeom>
              <a:avLst/>
              <a:gdLst/>
              <a:ahLst/>
              <a:cxnLst/>
              <a:rect l="l" t="t" r="r" b="b"/>
              <a:pathLst>
                <a:path w="1358" h="1271" extrusionOk="0">
                  <a:moveTo>
                    <a:pt x="691" y="0"/>
                  </a:moveTo>
                  <a:cubicBezTo>
                    <a:pt x="640" y="0"/>
                    <a:pt x="590" y="6"/>
                    <a:pt x="548" y="20"/>
                  </a:cubicBezTo>
                  <a:cubicBezTo>
                    <a:pt x="489" y="44"/>
                    <a:pt x="441" y="56"/>
                    <a:pt x="394" y="79"/>
                  </a:cubicBezTo>
                  <a:cubicBezTo>
                    <a:pt x="310" y="127"/>
                    <a:pt x="227" y="187"/>
                    <a:pt x="191" y="258"/>
                  </a:cubicBezTo>
                  <a:cubicBezTo>
                    <a:pt x="132" y="341"/>
                    <a:pt x="84" y="425"/>
                    <a:pt x="72" y="520"/>
                  </a:cubicBezTo>
                  <a:cubicBezTo>
                    <a:pt x="1" y="853"/>
                    <a:pt x="239" y="1199"/>
                    <a:pt x="572" y="1258"/>
                  </a:cubicBezTo>
                  <a:cubicBezTo>
                    <a:pt x="614" y="1267"/>
                    <a:pt x="655" y="1271"/>
                    <a:pt x="696" y="1271"/>
                  </a:cubicBezTo>
                  <a:cubicBezTo>
                    <a:pt x="996" y="1271"/>
                    <a:pt x="1270" y="1051"/>
                    <a:pt x="1322" y="758"/>
                  </a:cubicBezTo>
                  <a:cubicBezTo>
                    <a:pt x="1358" y="556"/>
                    <a:pt x="1310" y="365"/>
                    <a:pt x="1191" y="234"/>
                  </a:cubicBezTo>
                  <a:cubicBezTo>
                    <a:pt x="1108" y="163"/>
                    <a:pt x="1036" y="91"/>
                    <a:pt x="953" y="56"/>
                  </a:cubicBezTo>
                  <a:cubicBezTo>
                    <a:pt x="917" y="44"/>
                    <a:pt x="870" y="20"/>
                    <a:pt x="834" y="8"/>
                  </a:cubicBezTo>
                  <a:lnTo>
                    <a:pt x="798" y="8"/>
                  </a:lnTo>
                  <a:cubicBezTo>
                    <a:pt x="764" y="3"/>
                    <a:pt x="727" y="0"/>
                    <a:pt x="69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3697;p26"/>
            <p:cNvSpPr/>
            <p:nvPr/>
          </p:nvSpPr>
          <p:spPr>
            <a:xfrm>
              <a:off x="3796600" y="1402900"/>
              <a:ext cx="13700" cy="13525"/>
            </a:xfrm>
            <a:custGeom>
              <a:avLst/>
              <a:gdLst/>
              <a:ahLst/>
              <a:cxnLst/>
              <a:rect l="l" t="t" r="r" b="b"/>
              <a:pathLst>
                <a:path w="548" h="541" extrusionOk="0">
                  <a:moveTo>
                    <a:pt x="290" y="0"/>
                  </a:moveTo>
                  <a:cubicBezTo>
                    <a:pt x="164" y="0"/>
                    <a:pt x="55" y="89"/>
                    <a:pt x="12" y="206"/>
                  </a:cubicBezTo>
                  <a:lnTo>
                    <a:pt x="12" y="242"/>
                  </a:lnTo>
                  <a:cubicBezTo>
                    <a:pt x="0" y="397"/>
                    <a:pt x="72" y="528"/>
                    <a:pt x="226" y="540"/>
                  </a:cubicBezTo>
                  <a:lnTo>
                    <a:pt x="250" y="540"/>
                  </a:lnTo>
                  <a:cubicBezTo>
                    <a:pt x="259" y="540"/>
                    <a:pt x="267" y="541"/>
                    <a:pt x="276" y="541"/>
                  </a:cubicBezTo>
                  <a:cubicBezTo>
                    <a:pt x="385" y="541"/>
                    <a:pt x="480" y="471"/>
                    <a:pt x="524" y="361"/>
                  </a:cubicBezTo>
                  <a:cubicBezTo>
                    <a:pt x="524" y="349"/>
                    <a:pt x="536" y="325"/>
                    <a:pt x="536" y="313"/>
                  </a:cubicBezTo>
                  <a:cubicBezTo>
                    <a:pt x="548" y="242"/>
                    <a:pt x="536" y="170"/>
                    <a:pt x="488" y="123"/>
                  </a:cubicBezTo>
                  <a:cubicBezTo>
                    <a:pt x="476" y="99"/>
                    <a:pt x="465" y="87"/>
                    <a:pt x="453" y="63"/>
                  </a:cubicBezTo>
                  <a:cubicBezTo>
                    <a:pt x="417" y="28"/>
                    <a:pt x="369" y="16"/>
                    <a:pt x="334" y="4"/>
                  </a:cubicBezTo>
                  <a:cubicBezTo>
                    <a:pt x="319" y="1"/>
                    <a:pt x="304" y="0"/>
                    <a:pt x="290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26"/>
            <p:cNvSpPr/>
            <p:nvPr/>
          </p:nvSpPr>
          <p:spPr>
            <a:xfrm>
              <a:off x="3563825" y="1305250"/>
              <a:ext cx="12825" cy="13225"/>
            </a:xfrm>
            <a:custGeom>
              <a:avLst/>
              <a:gdLst/>
              <a:ahLst/>
              <a:cxnLst/>
              <a:rect l="l" t="t" r="r" b="b"/>
              <a:pathLst>
                <a:path w="513" h="529" extrusionOk="0">
                  <a:moveTo>
                    <a:pt x="253" y="0"/>
                  </a:moveTo>
                  <a:cubicBezTo>
                    <a:pt x="208" y="0"/>
                    <a:pt x="161" y="13"/>
                    <a:pt x="108" y="40"/>
                  </a:cubicBezTo>
                  <a:cubicBezTo>
                    <a:pt x="60" y="64"/>
                    <a:pt x="12" y="124"/>
                    <a:pt x="1" y="219"/>
                  </a:cubicBezTo>
                  <a:lnTo>
                    <a:pt x="1" y="338"/>
                  </a:lnTo>
                  <a:lnTo>
                    <a:pt x="1" y="350"/>
                  </a:lnTo>
                  <a:cubicBezTo>
                    <a:pt x="24" y="433"/>
                    <a:pt x="96" y="516"/>
                    <a:pt x="191" y="528"/>
                  </a:cubicBezTo>
                  <a:lnTo>
                    <a:pt x="298" y="528"/>
                  </a:lnTo>
                  <a:cubicBezTo>
                    <a:pt x="322" y="516"/>
                    <a:pt x="370" y="505"/>
                    <a:pt x="393" y="481"/>
                  </a:cubicBezTo>
                  <a:cubicBezTo>
                    <a:pt x="441" y="445"/>
                    <a:pt x="489" y="397"/>
                    <a:pt x="501" y="326"/>
                  </a:cubicBezTo>
                  <a:cubicBezTo>
                    <a:pt x="513" y="266"/>
                    <a:pt x="501" y="183"/>
                    <a:pt x="477" y="147"/>
                  </a:cubicBezTo>
                  <a:cubicBezTo>
                    <a:pt x="441" y="88"/>
                    <a:pt x="370" y="28"/>
                    <a:pt x="298" y="4"/>
                  </a:cubicBezTo>
                  <a:cubicBezTo>
                    <a:pt x="283" y="2"/>
                    <a:pt x="268" y="0"/>
                    <a:pt x="253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3699;p26"/>
            <p:cNvSpPr/>
            <p:nvPr/>
          </p:nvSpPr>
          <p:spPr>
            <a:xfrm>
              <a:off x="3679325" y="1251700"/>
              <a:ext cx="13400" cy="13375"/>
            </a:xfrm>
            <a:custGeom>
              <a:avLst/>
              <a:gdLst/>
              <a:ahLst/>
              <a:cxnLst/>
              <a:rect l="l" t="t" r="r" b="b"/>
              <a:pathLst>
                <a:path w="536" h="535" extrusionOk="0">
                  <a:moveTo>
                    <a:pt x="290" y="0"/>
                  </a:moveTo>
                  <a:cubicBezTo>
                    <a:pt x="155" y="0"/>
                    <a:pt x="46" y="99"/>
                    <a:pt x="24" y="218"/>
                  </a:cubicBezTo>
                  <a:cubicBezTo>
                    <a:pt x="0" y="289"/>
                    <a:pt x="24" y="349"/>
                    <a:pt x="48" y="408"/>
                  </a:cubicBezTo>
                  <a:cubicBezTo>
                    <a:pt x="95" y="468"/>
                    <a:pt x="155" y="515"/>
                    <a:pt x="226" y="527"/>
                  </a:cubicBezTo>
                  <a:cubicBezTo>
                    <a:pt x="248" y="532"/>
                    <a:pt x="270" y="535"/>
                    <a:pt x="291" y="535"/>
                  </a:cubicBezTo>
                  <a:cubicBezTo>
                    <a:pt x="416" y="535"/>
                    <a:pt x="516" y="447"/>
                    <a:pt x="536" y="325"/>
                  </a:cubicBezTo>
                  <a:lnTo>
                    <a:pt x="536" y="206"/>
                  </a:lnTo>
                  <a:cubicBezTo>
                    <a:pt x="512" y="111"/>
                    <a:pt x="441" y="39"/>
                    <a:pt x="334" y="3"/>
                  </a:cubicBezTo>
                  <a:cubicBezTo>
                    <a:pt x="319" y="1"/>
                    <a:pt x="304" y="0"/>
                    <a:pt x="290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3700;p26"/>
            <p:cNvSpPr/>
            <p:nvPr/>
          </p:nvSpPr>
          <p:spPr>
            <a:xfrm>
              <a:off x="3144725" y="1163875"/>
              <a:ext cx="14600" cy="13400"/>
            </a:xfrm>
            <a:custGeom>
              <a:avLst/>
              <a:gdLst/>
              <a:ahLst/>
              <a:cxnLst/>
              <a:rect l="l" t="t" r="r" b="b"/>
              <a:pathLst>
                <a:path w="584" h="536" extrusionOk="0">
                  <a:moveTo>
                    <a:pt x="294" y="0"/>
                  </a:moveTo>
                  <a:cubicBezTo>
                    <a:pt x="163" y="0"/>
                    <a:pt x="57" y="81"/>
                    <a:pt x="36" y="218"/>
                  </a:cubicBezTo>
                  <a:cubicBezTo>
                    <a:pt x="1" y="361"/>
                    <a:pt x="96" y="504"/>
                    <a:pt x="239" y="528"/>
                  </a:cubicBezTo>
                  <a:cubicBezTo>
                    <a:pt x="261" y="533"/>
                    <a:pt x="282" y="535"/>
                    <a:pt x="303" y="535"/>
                  </a:cubicBezTo>
                  <a:cubicBezTo>
                    <a:pt x="429" y="535"/>
                    <a:pt x="528" y="448"/>
                    <a:pt x="548" y="326"/>
                  </a:cubicBezTo>
                  <a:cubicBezTo>
                    <a:pt x="584" y="171"/>
                    <a:pt x="489" y="40"/>
                    <a:pt x="346" y="4"/>
                  </a:cubicBezTo>
                  <a:cubicBezTo>
                    <a:pt x="328" y="1"/>
                    <a:pt x="311" y="0"/>
                    <a:pt x="294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26"/>
            <p:cNvSpPr/>
            <p:nvPr/>
          </p:nvSpPr>
          <p:spPr>
            <a:xfrm>
              <a:off x="3218550" y="1236775"/>
              <a:ext cx="14300" cy="13050"/>
            </a:xfrm>
            <a:custGeom>
              <a:avLst/>
              <a:gdLst/>
              <a:ahLst/>
              <a:cxnLst/>
              <a:rect l="l" t="t" r="r" b="b"/>
              <a:pathLst>
                <a:path w="572" h="522" extrusionOk="0">
                  <a:moveTo>
                    <a:pt x="284" y="1"/>
                  </a:moveTo>
                  <a:cubicBezTo>
                    <a:pt x="173" y="1"/>
                    <a:pt x="78" y="69"/>
                    <a:pt x="36" y="184"/>
                  </a:cubicBezTo>
                  <a:cubicBezTo>
                    <a:pt x="36" y="207"/>
                    <a:pt x="24" y="219"/>
                    <a:pt x="24" y="219"/>
                  </a:cubicBezTo>
                  <a:cubicBezTo>
                    <a:pt x="0" y="350"/>
                    <a:pt x="84" y="481"/>
                    <a:pt x="238" y="517"/>
                  </a:cubicBezTo>
                  <a:cubicBezTo>
                    <a:pt x="255" y="520"/>
                    <a:pt x="272" y="521"/>
                    <a:pt x="289" y="521"/>
                  </a:cubicBezTo>
                  <a:cubicBezTo>
                    <a:pt x="343" y="521"/>
                    <a:pt x="395" y="506"/>
                    <a:pt x="441" y="469"/>
                  </a:cubicBezTo>
                  <a:cubicBezTo>
                    <a:pt x="488" y="422"/>
                    <a:pt x="536" y="386"/>
                    <a:pt x="548" y="303"/>
                  </a:cubicBezTo>
                  <a:cubicBezTo>
                    <a:pt x="572" y="172"/>
                    <a:pt x="488" y="41"/>
                    <a:pt x="357" y="5"/>
                  </a:cubicBezTo>
                  <a:lnTo>
                    <a:pt x="334" y="5"/>
                  </a:lnTo>
                  <a:cubicBezTo>
                    <a:pt x="317" y="2"/>
                    <a:pt x="300" y="1"/>
                    <a:pt x="28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26"/>
            <p:cNvSpPr/>
            <p:nvPr/>
          </p:nvSpPr>
          <p:spPr>
            <a:xfrm>
              <a:off x="3135200" y="1280250"/>
              <a:ext cx="13725" cy="13400"/>
            </a:xfrm>
            <a:custGeom>
              <a:avLst/>
              <a:gdLst/>
              <a:ahLst/>
              <a:cxnLst/>
              <a:rect l="l" t="t" r="r" b="b"/>
              <a:pathLst>
                <a:path w="549" h="536" extrusionOk="0">
                  <a:moveTo>
                    <a:pt x="277" y="0"/>
                  </a:moveTo>
                  <a:cubicBezTo>
                    <a:pt x="158" y="0"/>
                    <a:pt x="34" y="81"/>
                    <a:pt x="12" y="219"/>
                  </a:cubicBezTo>
                  <a:lnTo>
                    <a:pt x="12" y="242"/>
                  </a:lnTo>
                  <a:cubicBezTo>
                    <a:pt x="1" y="385"/>
                    <a:pt x="84" y="504"/>
                    <a:pt x="215" y="528"/>
                  </a:cubicBezTo>
                  <a:cubicBezTo>
                    <a:pt x="237" y="533"/>
                    <a:pt x="259" y="536"/>
                    <a:pt x="280" y="536"/>
                  </a:cubicBezTo>
                  <a:cubicBezTo>
                    <a:pt x="405" y="536"/>
                    <a:pt x="506" y="448"/>
                    <a:pt x="536" y="326"/>
                  </a:cubicBezTo>
                  <a:cubicBezTo>
                    <a:pt x="548" y="207"/>
                    <a:pt x="501" y="100"/>
                    <a:pt x="393" y="40"/>
                  </a:cubicBezTo>
                  <a:cubicBezTo>
                    <a:pt x="370" y="28"/>
                    <a:pt x="358" y="4"/>
                    <a:pt x="322" y="4"/>
                  </a:cubicBezTo>
                  <a:cubicBezTo>
                    <a:pt x="307" y="2"/>
                    <a:pt x="292" y="0"/>
                    <a:pt x="27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03" name="Google Shape;3703;p26"/>
          <p:cNvGrpSpPr/>
          <p:nvPr/>
        </p:nvGrpSpPr>
        <p:grpSpPr>
          <a:xfrm flipH="1">
            <a:off x="-56" y="28"/>
            <a:ext cx="2361918" cy="1745366"/>
            <a:chOff x="2924750" y="1147900"/>
            <a:chExt cx="1220125" cy="901625"/>
          </a:xfrm>
        </p:grpSpPr>
        <p:sp>
          <p:nvSpPr>
            <p:cNvPr id="3704" name="Google Shape;3704;p26"/>
            <p:cNvSpPr/>
            <p:nvPr/>
          </p:nvSpPr>
          <p:spPr>
            <a:xfrm>
              <a:off x="2925350" y="1181225"/>
              <a:ext cx="175" cy="250"/>
            </a:xfrm>
            <a:custGeom>
              <a:avLst/>
              <a:gdLst/>
              <a:ahLst/>
              <a:cxnLst/>
              <a:rect l="l" t="t" r="r" b="b"/>
              <a:pathLst>
                <a:path w="7" h="10" extrusionOk="0">
                  <a:moveTo>
                    <a:pt x="1" y="1"/>
                  </a:moveTo>
                  <a:cubicBezTo>
                    <a:pt x="1" y="7"/>
                    <a:pt x="4" y="10"/>
                    <a:pt x="5" y="10"/>
                  </a:cubicBezTo>
                  <a:cubicBezTo>
                    <a:pt x="7" y="10"/>
                    <a:pt x="7" y="7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26"/>
            <p:cNvSpPr/>
            <p:nvPr/>
          </p:nvSpPr>
          <p:spPr>
            <a:xfrm>
              <a:off x="2925650" y="1181825"/>
              <a:ext cx="325" cy="400"/>
            </a:xfrm>
            <a:custGeom>
              <a:avLst/>
              <a:gdLst/>
              <a:ahLst/>
              <a:cxnLst/>
              <a:rect l="l" t="t" r="r" b="b"/>
              <a:pathLst>
                <a:path w="13" h="16" extrusionOk="0">
                  <a:moveTo>
                    <a:pt x="1" y="0"/>
                  </a:moveTo>
                  <a:cubicBezTo>
                    <a:pt x="1" y="10"/>
                    <a:pt x="8" y="12"/>
                    <a:pt x="11" y="12"/>
                  </a:cubicBezTo>
                  <a:lnTo>
                    <a:pt x="11" y="12"/>
                  </a:lnTo>
                  <a:cubicBezTo>
                    <a:pt x="10" y="8"/>
                    <a:pt x="7" y="0"/>
                    <a:pt x="1" y="0"/>
                  </a:cubicBezTo>
                  <a:close/>
                  <a:moveTo>
                    <a:pt x="11" y="12"/>
                  </a:moveTo>
                  <a:lnTo>
                    <a:pt x="11" y="12"/>
                  </a:lnTo>
                  <a:cubicBezTo>
                    <a:pt x="12" y="14"/>
                    <a:pt x="12" y="16"/>
                    <a:pt x="12" y="16"/>
                  </a:cubicBezTo>
                  <a:cubicBezTo>
                    <a:pt x="12" y="16"/>
                    <a:pt x="12" y="15"/>
                    <a:pt x="12" y="12"/>
                  </a:cubicBezTo>
                  <a:cubicBezTo>
                    <a:pt x="12" y="12"/>
                    <a:pt x="12" y="12"/>
                    <a:pt x="11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26"/>
            <p:cNvSpPr/>
            <p:nvPr/>
          </p:nvSpPr>
          <p:spPr>
            <a:xfrm>
              <a:off x="2926250" y="1182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26"/>
            <p:cNvSpPr/>
            <p:nvPr/>
          </p:nvSpPr>
          <p:spPr>
            <a:xfrm>
              <a:off x="2924750" y="1179750"/>
              <a:ext cx="25" cy="300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1" y="0"/>
                  </a:moveTo>
                  <a:lnTo>
                    <a:pt x="1" y="0"/>
                  </a:lnTo>
                  <a:lnTo>
                    <a:pt x="1" y="1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26"/>
            <p:cNvSpPr/>
            <p:nvPr/>
          </p:nvSpPr>
          <p:spPr>
            <a:xfrm>
              <a:off x="2925350" y="11812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26"/>
            <p:cNvSpPr/>
            <p:nvPr/>
          </p:nvSpPr>
          <p:spPr>
            <a:xfrm>
              <a:off x="2931900" y="1162175"/>
              <a:ext cx="86650" cy="19375"/>
            </a:xfrm>
            <a:custGeom>
              <a:avLst/>
              <a:gdLst/>
              <a:ahLst/>
              <a:cxnLst/>
              <a:rect l="l" t="t" r="r" b="b"/>
              <a:pathLst>
                <a:path w="3466" h="775" extrusionOk="0">
                  <a:moveTo>
                    <a:pt x="3465" y="1"/>
                  </a:moveTo>
                  <a:lnTo>
                    <a:pt x="1" y="524"/>
                  </a:lnTo>
                  <a:lnTo>
                    <a:pt x="1" y="608"/>
                  </a:lnTo>
                  <a:lnTo>
                    <a:pt x="274" y="775"/>
                  </a:lnTo>
                  <a:lnTo>
                    <a:pt x="3382" y="298"/>
                  </a:lnTo>
                  <a:lnTo>
                    <a:pt x="3465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26"/>
            <p:cNvSpPr/>
            <p:nvPr/>
          </p:nvSpPr>
          <p:spPr>
            <a:xfrm>
              <a:off x="3024175" y="1148200"/>
              <a:ext cx="134275" cy="20250"/>
            </a:xfrm>
            <a:custGeom>
              <a:avLst/>
              <a:gdLst/>
              <a:ahLst/>
              <a:cxnLst/>
              <a:rect l="l" t="t" r="r" b="b"/>
              <a:pathLst>
                <a:path w="5371" h="810" extrusionOk="0">
                  <a:moveTo>
                    <a:pt x="3489" y="0"/>
                  </a:moveTo>
                  <a:lnTo>
                    <a:pt x="72" y="512"/>
                  </a:lnTo>
                  <a:lnTo>
                    <a:pt x="1" y="810"/>
                  </a:lnTo>
                  <a:lnTo>
                    <a:pt x="537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26"/>
            <p:cNvSpPr/>
            <p:nvPr/>
          </p:nvSpPr>
          <p:spPr>
            <a:xfrm>
              <a:off x="3114950" y="1293450"/>
              <a:ext cx="203925" cy="127125"/>
            </a:xfrm>
            <a:custGeom>
              <a:avLst/>
              <a:gdLst/>
              <a:ahLst/>
              <a:cxnLst/>
              <a:rect l="l" t="t" r="r" b="b"/>
              <a:pathLst>
                <a:path w="8157" h="5085" extrusionOk="0">
                  <a:moveTo>
                    <a:pt x="287" y="0"/>
                  </a:moveTo>
                  <a:lnTo>
                    <a:pt x="1" y="155"/>
                  </a:lnTo>
                  <a:lnTo>
                    <a:pt x="8050" y="5084"/>
                  </a:lnTo>
                  <a:cubicBezTo>
                    <a:pt x="8073" y="4989"/>
                    <a:pt x="8109" y="4918"/>
                    <a:pt x="8157" y="4858"/>
                  </a:cubicBezTo>
                  <a:lnTo>
                    <a:pt x="8109" y="4798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3712;p26"/>
            <p:cNvSpPr/>
            <p:nvPr/>
          </p:nvSpPr>
          <p:spPr>
            <a:xfrm>
              <a:off x="2925950" y="1177350"/>
              <a:ext cx="77425" cy="50325"/>
            </a:xfrm>
            <a:custGeom>
              <a:avLst/>
              <a:gdLst/>
              <a:ahLst/>
              <a:cxnLst/>
              <a:rect l="l" t="t" r="r" b="b"/>
              <a:pathLst>
                <a:path w="3097" h="2013" extrusionOk="0">
                  <a:moveTo>
                    <a:pt x="0" y="179"/>
                  </a:moveTo>
                  <a:cubicBezTo>
                    <a:pt x="25" y="196"/>
                    <a:pt x="44" y="207"/>
                    <a:pt x="66" y="212"/>
                  </a:cubicBezTo>
                  <a:lnTo>
                    <a:pt x="66" y="212"/>
                  </a:lnTo>
                  <a:lnTo>
                    <a:pt x="12" y="179"/>
                  </a:lnTo>
                  <a:close/>
                  <a:moveTo>
                    <a:pt x="239" y="1"/>
                  </a:moveTo>
                  <a:lnTo>
                    <a:pt x="239" y="84"/>
                  </a:lnTo>
                  <a:cubicBezTo>
                    <a:pt x="239" y="150"/>
                    <a:pt x="188" y="216"/>
                    <a:pt x="114" y="216"/>
                  </a:cubicBezTo>
                  <a:cubicBezTo>
                    <a:pt x="108" y="216"/>
                    <a:pt x="102" y="216"/>
                    <a:pt x="96" y="215"/>
                  </a:cubicBezTo>
                  <a:cubicBezTo>
                    <a:pt x="85" y="215"/>
                    <a:pt x="75" y="214"/>
                    <a:pt x="66" y="212"/>
                  </a:cubicBezTo>
                  <a:lnTo>
                    <a:pt x="66" y="212"/>
                  </a:lnTo>
                  <a:lnTo>
                    <a:pt x="3025" y="2013"/>
                  </a:lnTo>
                  <a:lnTo>
                    <a:pt x="3096" y="1727"/>
                  </a:lnTo>
                  <a:lnTo>
                    <a:pt x="512" y="168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26"/>
            <p:cNvSpPr/>
            <p:nvPr/>
          </p:nvSpPr>
          <p:spPr>
            <a:xfrm>
              <a:off x="3007800" y="1224975"/>
              <a:ext cx="107175" cy="68200"/>
            </a:xfrm>
            <a:custGeom>
              <a:avLst/>
              <a:gdLst/>
              <a:ahLst/>
              <a:cxnLst/>
              <a:rect l="l" t="t" r="r" b="b"/>
              <a:pathLst>
                <a:path w="4287" h="2728" extrusionOk="0">
                  <a:moveTo>
                    <a:pt x="72" y="1"/>
                  </a:moveTo>
                  <a:lnTo>
                    <a:pt x="1" y="287"/>
                  </a:lnTo>
                  <a:lnTo>
                    <a:pt x="4001" y="2727"/>
                  </a:lnTo>
                  <a:lnTo>
                    <a:pt x="4287" y="2584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26"/>
            <p:cNvSpPr/>
            <p:nvPr/>
          </p:nvSpPr>
          <p:spPr>
            <a:xfrm>
              <a:off x="2924750" y="1180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26"/>
            <p:cNvSpPr/>
            <p:nvPr/>
          </p:nvSpPr>
          <p:spPr>
            <a:xfrm>
              <a:off x="2926250" y="1182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26"/>
            <p:cNvSpPr/>
            <p:nvPr/>
          </p:nvSpPr>
          <p:spPr>
            <a:xfrm>
              <a:off x="2925350" y="118122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1" y="1"/>
                    <a:pt x="1" y="13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26"/>
            <p:cNvSpPr/>
            <p:nvPr/>
          </p:nvSpPr>
          <p:spPr>
            <a:xfrm>
              <a:off x="2924750" y="1148200"/>
              <a:ext cx="7175" cy="34850"/>
            </a:xfrm>
            <a:custGeom>
              <a:avLst/>
              <a:gdLst/>
              <a:ahLst/>
              <a:cxnLst/>
              <a:rect l="l" t="t" r="r" b="b"/>
              <a:pathLst>
                <a:path w="287" h="1394" extrusionOk="0">
                  <a:moveTo>
                    <a:pt x="1" y="0"/>
                  </a:moveTo>
                  <a:lnTo>
                    <a:pt x="1" y="1250"/>
                  </a:lnTo>
                  <a:lnTo>
                    <a:pt x="1" y="1262"/>
                  </a:lnTo>
                  <a:lnTo>
                    <a:pt x="1" y="1274"/>
                  </a:lnTo>
                  <a:lnTo>
                    <a:pt x="1" y="1286"/>
                  </a:lnTo>
                  <a:lnTo>
                    <a:pt x="1" y="1310"/>
                  </a:lnTo>
                  <a:lnTo>
                    <a:pt x="1" y="1322"/>
                  </a:lnTo>
                  <a:lnTo>
                    <a:pt x="1" y="1334"/>
                  </a:lnTo>
                  <a:lnTo>
                    <a:pt x="1" y="1345"/>
                  </a:lnTo>
                  <a:lnTo>
                    <a:pt x="25" y="1357"/>
                  </a:lnTo>
                  <a:cubicBezTo>
                    <a:pt x="48" y="1381"/>
                    <a:pt x="84" y="1393"/>
                    <a:pt x="108" y="1393"/>
                  </a:cubicBezTo>
                  <a:cubicBezTo>
                    <a:pt x="227" y="1393"/>
                    <a:pt x="287" y="1334"/>
                    <a:pt x="287" y="1250"/>
                  </a:cubicBezTo>
                  <a:lnTo>
                    <a:pt x="287" y="1167"/>
                  </a:lnTo>
                  <a:lnTo>
                    <a:pt x="287" y="1083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26"/>
            <p:cNvSpPr/>
            <p:nvPr/>
          </p:nvSpPr>
          <p:spPr>
            <a:xfrm>
              <a:off x="2963750" y="1147900"/>
              <a:ext cx="65800" cy="224750"/>
            </a:xfrm>
            <a:custGeom>
              <a:avLst/>
              <a:gdLst/>
              <a:ahLst/>
              <a:cxnLst/>
              <a:rect l="l" t="t" r="r" b="b"/>
              <a:pathLst>
                <a:path w="2632" h="8990" extrusionOk="0">
                  <a:moveTo>
                    <a:pt x="2334" y="0"/>
                  </a:moveTo>
                  <a:lnTo>
                    <a:pt x="2179" y="572"/>
                  </a:lnTo>
                  <a:lnTo>
                    <a:pt x="2108" y="869"/>
                  </a:lnTo>
                  <a:lnTo>
                    <a:pt x="1572" y="2917"/>
                  </a:lnTo>
                  <a:lnTo>
                    <a:pt x="1489" y="3203"/>
                  </a:lnTo>
                  <a:lnTo>
                    <a:pt x="1" y="8989"/>
                  </a:lnTo>
                  <a:cubicBezTo>
                    <a:pt x="24" y="8954"/>
                    <a:pt x="48" y="8906"/>
                    <a:pt x="96" y="8882"/>
                  </a:cubicBezTo>
                  <a:lnTo>
                    <a:pt x="382" y="8727"/>
                  </a:lnTo>
                  <a:lnTo>
                    <a:pt x="1763" y="3370"/>
                  </a:lnTo>
                  <a:lnTo>
                    <a:pt x="1834" y="3084"/>
                  </a:lnTo>
                  <a:lnTo>
                    <a:pt x="2418" y="822"/>
                  </a:lnTo>
                  <a:lnTo>
                    <a:pt x="2489" y="524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26"/>
            <p:cNvSpPr/>
            <p:nvPr/>
          </p:nvSpPr>
          <p:spPr>
            <a:xfrm>
              <a:off x="3178350" y="1148775"/>
              <a:ext cx="49150" cy="83375"/>
            </a:xfrm>
            <a:custGeom>
              <a:avLst/>
              <a:gdLst/>
              <a:ahLst/>
              <a:cxnLst/>
              <a:rect l="l" t="t" r="r" b="b"/>
              <a:pathLst>
                <a:path w="1966" h="3335" extrusionOk="0">
                  <a:moveTo>
                    <a:pt x="239" y="1"/>
                  </a:moveTo>
                  <a:cubicBezTo>
                    <a:pt x="180" y="72"/>
                    <a:pt x="84" y="120"/>
                    <a:pt x="1" y="156"/>
                  </a:cubicBezTo>
                  <a:lnTo>
                    <a:pt x="1704" y="3335"/>
                  </a:lnTo>
                  <a:lnTo>
                    <a:pt x="1965" y="3204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26"/>
            <p:cNvSpPr/>
            <p:nvPr/>
          </p:nvSpPr>
          <p:spPr>
            <a:xfrm>
              <a:off x="3226875" y="1235100"/>
              <a:ext cx="97950" cy="179800"/>
            </a:xfrm>
            <a:custGeom>
              <a:avLst/>
              <a:gdLst/>
              <a:ahLst/>
              <a:cxnLst/>
              <a:rect l="l" t="t" r="r" b="b"/>
              <a:pathLst>
                <a:path w="3918" h="7192" extrusionOk="0">
                  <a:moveTo>
                    <a:pt x="144" y="1"/>
                  </a:moveTo>
                  <a:lnTo>
                    <a:pt x="1" y="72"/>
                  </a:lnTo>
                  <a:cubicBezTo>
                    <a:pt x="144" y="108"/>
                    <a:pt x="227" y="239"/>
                    <a:pt x="203" y="370"/>
                  </a:cubicBezTo>
                  <a:cubicBezTo>
                    <a:pt x="179" y="453"/>
                    <a:pt x="155" y="489"/>
                    <a:pt x="96" y="536"/>
                  </a:cubicBezTo>
                  <a:lnTo>
                    <a:pt x="3632" y="7132"/>
                  </a:lnTo>
                  <a:lnTo>
                    <a:pt x="3668" y="7192"/>
                  </a:lnTo>
                  <a:cubicBezTo>
                    <a:pt x="3727" y="7121"/>
                    <a:pt x="3811" y="7073"/>
                    <a:pt x="3918" y="7061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26"/>
            <p:cNvSpPr/>
            <p:nvPr/>
          </p:nvSpPr>
          <p:spPr>
            <a:xfrm>
              <a:off x="3496850" y="1223200"/>
              <a:ext cx="70575" cy="90500"/>
            </a:xfrm>
            <a:custGeom>
              <a:avLst/>
              <a:gdLst/>
              <a:ahLst/>
              <a:cxnLst/>
              <a:rect l="l" t="t" r="r" b="b"/>
              <a:pathLst>
                <a:path w="2823" h="3620" extrusionOk="0">
                  <a:moveTo>
                    <a:pt x="179" y="0"/>
                  </a:moveTo>
                  <a:lnTo>
                    <a:pt x="1" y="227"/>
                  </a:lnTo>
                  <a:lnTo>
                    <a:pt x="2691" y="3620"/>
                  </a:lnTo>
                  <a:cubicBezTo>
                    <a:pt x="2680" y="3572"/>
                    <a:pt x="2680" y="3548"/>
                    <a:pt x="2691" y="3501"/>
                  </a:cubicBezTo>
                  <a:cubicBezTo>
                    <a:pt x="2703" y="3429"/>
                    <a:pt x="2751" y="3346"/>
                    <a:pt x="2822" y="3322"/>
                  </a:cubicBezTo>
                  <a:lnTo>
                    <a:pt x="17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26"/>
            <p:cNvSpPr/>
            <p:nvPr/>
          </p:nvSpPr>
          <p:spPr>
            <a:xfrm>
              <a:off x="3568875" y="1316375"/>
              <a:ext cx="104225" cy="127100"/>
            </a:xfrm>
            <a:custGeom>
              <a:avLst/>
              <a:gdLst/>
              <a:ahLst/>
              <a:cxnLst/>
              <a:rect l="l" t="t" r="r" b="b"/>
              <a:pathLst>
                <a:path w="4169" h="5084" extrusionOk="0">
                  <a:moveTo>
                    <a:pt x="275" y="0"/>
                  </a:moveTo>
                  <a:lnTo>
                    <a:pt x="227" y="12"/>
                  </a:lnTo>
                  <a:cubicBezTo>
                    <a:pt x="191" y="24"/>
                    <a:pt x="168" y="36"/>
                    <a:pt x="120" y="60"/>
                  </a:cubicBezTo>
                  <a:lnTo>
                    <a:pt x="1" y="119"/>
                  </a:lnTo>
                  <a:lnTo>
                    <a:pt x="3942" y="5084"/>
                  </a:lnTo>
                  <a:cubicBezTo>
                    <a:pt x="4001" y="5013"/>
                    <a:pt x="4085" y="4953"/>
                    <a:pt x="4168" y="4905"/>
                  </a:cubicBez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26"/>
            <p:cNvSpPr/>
            <p:nvPr/>
          </p:nvSpPr>
          <p:spPr>
            <a:xfrm>
              <a:off x="3432250" y="1148200"/>
              <a:ext cx="64625" cy="75025"/>
            </a:xfrm>
            <a:custGeom>
              <a:avLst/>
              <a:gdLst/>
              <a:ahLst/>
              <a:cxnLst/>
              <a:rect l="l" t="t" r="r" b="b"/>
              <a:pathLst>
                <a:path w="2585" h="3001" extrusionOk="0">
                  <a:moveTo>
                    <a:pt x="1" y="0"/>
                  </a:moveTo>
                  <a:lnTo>
                    <a:pt x="2406" y="3000"/>
                  </a:lnTo>
                  <a:lnTo>
                    <a:pt x="2585" y="2774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26"/>
            <p:cNvSpPr/>
            <p:nvPr/>
          </p:nvSpPr>
          <p:spPr>
            <a:xfrm>
              <a:off x="2964350" y="1148200"/>
              <a:ext cx="427150" cy="226525"/>
            </a:xfrm>
            <a:custGeom>
              <a:avLst/>
              <a:gdLst/>
              <a:ahLst/>
              <a:cxnLst/>
              <a:rect l="l" t="t" r="r" b="b"/>
              <a:pathLst>
                <a:path w="17086" h="9061" extrusionOk="0">
                  <a:moveTo>
                    <a:pt x="16491" y="0"/>
                  </a:moveTo>
                  <a:lnTo>
                    <a:pt x="10502" y="3227"/>
                  </a:lnTo>
                  <a:lnTo>
                    <a:pt x="10252" y="3358"/>
                  </a:lnTo>
                  <a:lnTo>
                    <a:pt x="6025" y="5655"/>
                  </a:lnTo>
                  <a:lnTo>
                    <a:pt x="5739" y="5798"/>
                  </a:lnTo>
                  <a:lnTo>
                    <a:pt x="358" y="8703"/>
                  </a:lnTo>
                  <a:lnTo>
                    <a:pt x="72" y="8846"/>
                  </a:lnTo>
                  <a:cubicBezTo>
                    <a:pt x="24" y="8882"/>
                    <a:pt x="0" y="8930"/>
                    <a:pt x="0" y="8965"/>
                  </a:cubicBezTo>
                  <a:lnTo>
                    <a:pt x="72" y="8965"/>
                  </a:lnTo>
                  <a:cubicBezTo>
                    <a:pt x="143" y="8989"/>
                    <a:pt x="203" y="9013"/>
                    <a:pt x="262" y="9061"/>
                  </a:cubicBezTo>
                  <a:lnTo>
                    <a:pt x="6013" y="5953"/>
                  </a:lnTo>
                  <a:lnTo>
                    <a:pt x="6299" y="5798"/>
                  </a:lnTo>
                  <a:lnTo>
                    <a:pt x="6846" y="5536"/>
                  </a:lnTo>
                  <a:lnTo>
                    <a:pt x="6846" y="5501"/>
                  </a:lnTo>
                  <a:cubicBezTo>
                    <a:pt x="6867" y="5378"/>
                    <a:pt x="6975" y="5291"/>
                    <a:pt x="7095" y="5291"/>
                  </a:cubicBezTo>
                  <a:cubicBezTo>
                    <a:pt x="7115" y="5291"/>
                    <a:pt x="7136" y="5293"/>
                    <a:pt x="7156" y="5298"/>
                  </a:cubicBezTo>
                  <a:cubicBezTo>
                    <a:pt x="7192" y="5298"/>
                    <a:pt x="7216" y="5310"/>
                    <a:pt x="7227" y="5322"/>
                  </a:cubicBezTo>
                  <a:lnTo>
                    <a:pt x="10204" y="3715"/>
                  </a:lnTo>
                  <a:cubicBezTo>
                    <a:pt x="10246" y="3609"/>
                    <a:pt x="10344" y="3532"/>
                    <a:pt x="10457" y="3532"/>
                  </a:cubicBezTo>
                  <a:cubicBezTo>
                    <a:pt x="10472" y="3532"/>
                    <a:pt x="10487" y="3533"/>
                    <a:pt x="10502" y="3536"/>
                  </a:cubicBezTo>
                  <a:lnTo>
                    <a:pt x="10525" y="3536"/>
                  </a:lnTo>
                  <a:lnTo>
                    <a:pt x="10656" y="3465"/>
                  </a:lnTo>
                  <a:lnTo>
                    <a:pt x="1708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26"/>
            <p:cNvSpPr/>
            <p:nvPr/>
          </p:nvSpPr>
          <p:spPr>
            <a:xfrm>
              <a:off x="3321825" y="1432750"/>
              <a:ext cx="8375" cy="4325"/>
            </a:xfrm>
            <a:custGeom>
              <a:avLst/>
              <a:gdLst/>
              <a:ahLst/>
              <a:cxnLst/>
              <a:rect l="l" t="t" r="r" b="b"/>
              <a:pathLst>
                <a:path w="335" h="173" extrusionOk="0">
                  <a:moveTo>
                    <a:pt x="13" y="0"/>
                  </a:moveTo>
                  <a:lnTo>
                    <a:pt x="13" y="0"/>
                  </a:lnTo>
                  <a:cubicBezTo>
                    <a:pt x="1" y="60"/>
                    <a:pt x="13" y="119"/>
                    <a:pt x="60" y="143"/>
                  </a:cubicBezTo>
                  <a:cubicBezTo>
                    <a:pt x="85" y="163"/>
                    <a:pt x="116" y="173"/>
                    <a:pt x="147" y="173"/>
                  </a:cubicBezTo>
                  <a:cubicBezTo>
                    <a:pt x="189" y="173"/>
                    <a:pt x="230" y="154"/>
                    <a:pt x="251" y="119"/>
                  </a:cubicBezTo>
                  <a:lnTo>
                    <a:pt x="334" y="24"/>
                  </a:lnTo>
                  <a:lnTo>
                    <a:pt x="334" y="24"/>
                  </a:lnTo>
                  <a:cubicBezTo>
                    <a:pt x="291" y="42"/>
                    <a:pt x="234" y="53"/>
                    <a:pt x="184" y="53"/>
                  </a:cubicBezTo>
                  <a:cubicBezTo>
                    <a:pt x="165" y="53"/>
                    <a:pt x="148" y="51"/>
                    <a:pt x="132" y="48"/>
                  </a:cubicBezTo>
                  <a:cubicBezTo>
                    <a:pt x="96" y="24"/>
                    <a:pt x="48" y="12"/>
                    <a:pt x="13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26"/>
            <p:cNvSpPr/>
            <p:nvPr/>
          </p:nvSpPr>
          <p:spPr>
            <a:xfrm>
              <a:off x="3335825" y="1148200"/>
              <a:ext cx="226825" cy="267000"/>
            </a:xfrm>
            <a:custGeom>
              <a:avLst/>
              <a:gdLst/>
              <a:ahLst/>
              <a:cxnLst/>
              <a:rect l="l" t="t" r="r" b="b"/>
              <a:pathLst>
                <a:path w="9073" h="10680" extrusionOk="0">
                  <a:moveTo>
                    <a:pt x="8704" y="0"/>
                  </a:moveTo>
                  <a:lnTo>
                    <a:pt x="6442" y="2774"/>
                  </a:lnTo>
                  <a:lnTo>
                    <a:pt x="6251" y="3000"/>
                  </a:lnTo>
                  <a:lnTo>
                    <a:pt x="0" y="10680"/>
                  </a:lnTo>
                  <a:lnTo>
                    <a:pt x="0" y="10680"/>
                  </a:lnTo>
                  <a:lnTo>
                    <a:pt x="560" y="10442"/>
                  </a:lnTo>
                  <a:lnTo>
                    <a:pt x="6442" y="3227"/>
                  </a:lnTo>
                  <a:lnTo>
                    <a:pt x="6620" y="3000"/>
                  </a:lnTo>
                  <a:lnTo>
                    <a:pt x="907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26"/>
            <p:cNvSpPr/>
            <p:nvPr/>
          </p:nvSpPr>
          <p:spPr>
            <a:xfrm>
              <a:off x="3867725" y="1148200"/>
              <a:ext cx="46775" cy="39000"/>
            </a:xfrm>
            <a:custGeom>
              <a:avLst/>
              <a:gdLst/>
              <a:ahLst/>
              <a:cxnLst/>
              <a:rect l="l" t="t" r="r" b="b"/>
              <a:pathLst>
                <a:path w="1871" h="1560" extrusionOk="0">
                  <a:moveTo>
                    <a:pt x="1" y="0"/>
                  </a:moveTo>
                  <a:lnTo>
                    <a:pt x="1668" y="1560"/>
                  </a:lnTo>
                  <a:cubicBezTo>
                    <a:pt x="1727" y="1488"/>
                    <a:pt x="1787" y="1429"/>
                    <a:pt x="1870" y="1381"/>
                  </a:cubicBezTo>
                  <a:lnTo>
                    <a:pt x="41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26"/>
            <p:cNvSpPr/>
            <p:nvPr/>
          </p:nvSpPr>
          <p:spPr>
            <a:xfrm>
              <a:off x="3688250" y="1330350"/>
              <a:ext cx="105100" cy="114625"/>
            </a:xfrm>
            <a:custGeom>
              <a:avLst/>
              <a:gdLst/>
              <a:ahLst/>
              <a:cxnLst/>
              <a:rect l="l" t="t" r="r" b="b"/>
              <a:pathLst>
                <a:path w="4204" h="4585" extrusionOk="0">
                  <a:moveTo>
                    <a:pt x="4156" y="1"/>
                  </a:moveTo>
                  <a:lnTo>
                    <a:pt x="0" y="4406"/>
                  </a:lnTo>
                  <a:cubicBezTo>
                    <a:pt x="84" y="4454"/>
                    <a:pt x="143" y="4513"/>
                    <a:pt x="179" y="4585"/>
                  </a:cubicBezTo>
                  <a:lnTo>
                    <a:pt x="238" y="4573"/>
                  </a:lnTo>
                  <a:lnTo>
                    <a:pt x="4203" y="370"/>
                  </a:lnTo>
                  <a:lnTo>
                    <a:pt x="4156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26"/>
            <p:cNvSpPr/>
            <p:nvPr/>
          </p:nvSpPr>
          <p:spPr>
            <a:xfrm>
              <a:off x="3798375" y="1205350"/>
              <a:ext cx="116125" cy="127400"/>
            </a:xfrm>
            <a:custGeom>
              <a:avLst/>
              <a:gdLst/>
              <a:ahLst/>
              <a:cxnLst/>
              <a:rect l="l" t="t" r="r" b="b"/>
              <a:pathLst>
                <a:path w="4645" h="5096" extrusionOk="0">
                  <a:moveTo>
                    <a:pt x="4442" y="0"/>
                  </a:moveTo>
                  <a:lnTo>
                    <a:pt x="1" y="4715"/>
                  </a:lnTo>
                  <a:lnTo>
                    <a:pt x="48" y="5096"/>
                  </a:lnTo>
                  <a:lnTo>
                    <a:pt x="4644" y="191"/>
                  </a:lnTo>
                  <a:cubicBezTo>
                    <a:pt x="4561" y="155"/>
                    <a:pt x="4489" y="95"/>
                    <a:pt x="444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26"/>
            <p:cNvSpPr/>
            <p:nvPr/>
          </p:nvSpPr>
          <p:spPr>
            <a:xfrm>
              <a:off x="3335825" y="1313675"/>
              <a:ext cx="235775" cy="107500"/>
            </a:xfrm>
            <a:custGeom>
              <a:avLst/>
              <a:gdLst/>
              <a:ahLst/>
              <a:cxnLst/>
              <a:rect l="l" t="t" r="r" b="b"/>
              <a:pathLst>
                <a:path w="9431" h="4300" extrusionOk="0">
                  <a:moveTo>
                    <a:pt x="9132" y="1"/>
                  </a:moveTo>
                  <a:lnTo>
                    <a:pt x="560" y="3823"/>
                  </a:lnTo>
                  <a:lnTo>
                    <a:pt x="0" y="4073"/>
                  </a:lnTo>
                  <a:cubicBezTo>
                    <a:pt x="48" y="4132"/>
                    <a:pt x="84" y="4204"/>
                    <a:pt x="96" y="4287"/>
                  </a:cubicBezTo>
                  <a:lnTo>
                    <a:pt x="215" y="4299"/>
                  </a:lnTo>
                  <a:lnTo>
                    <a:pt x="9311" y="239"/>
                  </a:lnTo>
                  <a:lnTo>
                    <a:pt x="9430" y="179"/>
                  </a:lnTo>
                  <a:cubicBezTo>
                    <a:pt x="9406" y="179"/>
                    <a:pt x="9382" y="185"/>
                    <a:pt x="9359" y="185"/>
                  </a:cubicBezTo>
                  <a:cubicBezTo>
                    <a:pt x="9347" y="185"/>
                    <a:pt x="9335" y="183"/>
                    <a:pt x="9323" y="179"/>
                  </a:cubicBezTo>
                  <a:cubicBezTo>
                    <a:pt x="9216" y="168"/>
                    <a:pt x="9144" y="84"/>
                    <a:pt x="9132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26"/>
            <p:cNvSpPr/>
            <p:nvPr/>
          </p:nvSpPr>
          <p:spPr>
            <a:xfrm>
              <a:off x="3573950" y="1221400"/>
              <a:ext cx="200050" cy="95575"/>
            </a:xfrm>
            <a:custGeom>
              <a:avLst/>
              <a:gdLst/>
              <a:ahLst/>
              <a:cxnLst/>
              <a:rect l="l" t="t" r="r" b="b"/>
              <a:pathLst>
                <a:path w="8002" h="3823" extrusionOk="0">
                  <a:moveTo>
                    <a:pt x="7894" y="1"/>
                  </a:moveTo>
                  <a:lnTo>
                    <a:pt x="4739" y="1418"/>
                  </a:lnTo>
                  <a:cubicBezTo>
                    <a:pt x="4751" y="1453"/>
                    <a:pt x="4751" y="1489"/>
                    <a:pt x="4739" y="1537"/>
                  </a:cubicBezTo>
                  <a:cubicBezTo>
                    <a:pt x="4708" y="1659"/>
                    <a:pt x="4608" y="1747"/>
                    <a:pt x="4490" y="1747"/>
                  </a:cubicBezTo>
                  <a:cubicBezTo>
                    <a:pt x="4470" y="1747"/>
                    <a:pt x="4450" y="1744"/>
                    <a:pt x="4429" y="1739"/>
                  </a:cubicBezTo>
                  <a:cubicBezTo>
                    <a:pt x="4346" y="1727"/>
                    <a:pt x="4287" y="1680"/>
                    <a:pt x="4251" y="1620"/>
                  </a:cubicBezTo>
                  <a:lnTo>
                    <a:pt x="48" y="3478"/>
                  </a:lnTo>
                  <a:cubicBezTo>
                    <a:pt x="108" y="3537"/>
                    <a:pt x="131" y="3597"/>
                    <a:pt x="108" y="3656"/>
                  </a:cubicBezTo>
                  <a:cubicBezTo>
                    <a:pt x="96" y="3739"/>
                    <a:pt x="72" y="3775"/>
                    <a:pt x="0" y="3823"/>
                  </a:cubicBezTo>
                  <a:lnTo>
                    <a:pt x="48" y="3811"/>
                  </a:lnTo>
                  <a:lnTo>
                    <a:pt x="8001" y="263"/>
                  </a:lnTo>
                  <a:cubicBezTo>
                    <a:pt x="7942" y="191"/>
                    <a:pt x="7894" y="108"/>
                    <a:pt x="789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26"/>
            <p:cNvSpPr/>
            <p:nvPr/>
          </p:nvSpPr>
          <p:spPr>
            <a:xfrm>
              <a:off x="3336725" y="1420550"/>
              <a:ext cx="327425" cy="35725"/>
            </a:xfrm>
            <a:custGeom>
              <a:avLst/>
              <a:gdLst/>
              <a:ahLst/>
              <a:cxnLst/>
              <a:rect l="l" t="t" r="r" b="b"/>
              <a:pathLst>
                <a:path w="13097" h="1429" extrusionOk="0">
                  <a:moveTo>
                    <a:pt x="48" y="0"/>
                  </a:moveTo>
                  <a:cubicBezTo>
                    <a:pt x="60" y="36"/>
                    <a:pt x="60" y="95"/>
                    <a:pt x="48" y="155"/>
                  </a:cubicBezTo>
                  <a:cubicBezTo>
                    <a:pt x="36" y="203"/>
                    <a:pt x="12" y="250"/>
                    <a:pt x="0" y="274"/>
                  </a:cubicBezTo>
                  <a:lnTo>
                    <a:pt x="13073" y="1429"/>
                  </a:lnTo>
                  <a:cubicBezTo>
                    <a:pt x="13073" y="1369"/>
                    <a:pt x="13073" y="1286"/>
                    <a:pt x="13085" y="1215"/>
                  </a:cubicBezTo>
                  <a:cubicBezTo>
                    <a:pt x="13085" y="1191"/>
                    <a:pt x="13097" y="1167"/>
                    <a:pt x="13097" y="1143"/>
                  </a:cubicBezTo>
                  <a:lnTo>
                    <a:pt x="167" y="1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26"/>
            <p:cNvSpPr/>
            <p:nvPr/>
          </p:nvSpPr>
          <p:spPr>
            <a:xfrm>
              <a:off x="3331050" y="1428575"/>
              <a:ext cx="531350" cy="595650"/>
            </a:xfrm>
            <a:custGeom>
              <a:avLst/>
              <a:gdLst/>
              <a:ahLst/>
              <a:cxnLst/>
              <a:rect l="l" t="t" r="r" b="b"/>
              <a:pathLst>
                <a:path w="21254" h="23826" extrusionOk="0">
                  <a:moveTo>
                    <a:pt x="227" y="1"/>
                  </a:moveTo>
                  <a:cubicBezTo>
                    <a:pt x="179" y="96"/>
                    <a:pt x="96" y="155"/>
                    <a:pt x="1" y="179"/>
                  </a:cubicBezTo>
                  <a:lnTo>
                    <a:pt x="21027" y="23825"/>
                  </a:lnTo>
                  <a:cubicBezTo>
                    <a:pt x="21099" y="23754"/>
                    <a:pt x="21170" y="23694"/>
                    <a:pt x="21254" y="23646"/>
                  </a:cubicBezTo>
                  <a:lnTo>
                    <a:pt x="227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26"/>
            <p:cNvSpPr/>
            <p:nvPr/>
          </p:nvSpPr>
          <p:spPr>
            <a:xfrm>
              <a:off x="3684975" y="1465200"/>
              <a:ext cx="135150" cy="215225"/>
            </a:xfrm>
            <a:custGeom>
              <a:avLst/>
              <a:gdLst/>
              <a:ahLst/>
              <a:cxnLst/>
              <a:rect l="l" t="t" r="r" b="b"/>
              <a:pathLst>
                <a:path w="5406" h="8609" extrusionOk="0">
                  <a:moveTo>
                    <a:pt x="239" y="0"/>
                  </a:moveTo>
                  <a:cubicBezTo>
                    <a:pt x="179" y="72"/>
                    <a:pt x="96" y="119"/>
                    <a:pt x="0" y="143"/>
                  </a:cubicBezTo>
                  <a:lnTo>
                    <a:pt x="5168" y="8608"/>
                  </a:lnTo>
                  <a:cubicBezTo>
                    <a:pt x="5239" y="8549"/>
                    <a:pt x="5311" y="8513"/>
                    <a:pt x="5406" y="8465"/>
                  </a:cubicBezTo>
                  <a:lnTo>
                    <a:pt x="23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26"/>
            <p:cNvSpPr/>
            <p:nvPr/>
          </p:nvSpPr>
          <p:spPr>
            <a:xfrm>
              <a:off x="3807000" y="1404475"/>
              <a:ext cx="1525" cy="1800"/>
            </a:xfrm>
            <a:custGeom>
              <a:avLst/>
              <a:gdLst/>
              <a:ahLst/>
              <a:cxnLst/>
              <a:rect l="l" t="t" r="r" b="b"/>
              <a:pathLst>
                <a:path w="61" h="72" extrusionOk="0">
                  <a:moveTo>
                    <a:pt x="49" y="0"/>
                  </a:moveTo>
                  <a:lnTo>
                    <a:pt x="1" y="12"/>
                  </a:lnTo>
                  <a:cubicBezTo>
                    <a:pt x="33" y="23"/>
                    <a:pt x="56" y="53"/>
                    <a:pt x="60" y="67"/>
                  </a:cubicBezTo>
                  <a:lnTo>
                    <a:pt x="60" y="67"/>
                  </a:lnTo>
                  <a:lnTo>
                    <a:pt x="49" y="0"/>
                  </a:lnTo>
                  <a:close/>
                  <a:moveTo>
                    <a:pt x="60" y="67"/>
                  </a:moveTo>
                  <a:lnTo>
                    <a:pt x="60" y="72"/>
                  </a:lnTo>
                  <a:cubicBezTo>
                    <a:pt x="60" y="71"/>
                    <a:pt x="60" y="69"/>
                    <a:pt x="60" y="67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26"/>
            <p:cNvSpPr/>
            <p:nvPr/>
          </p:nvSpPr>
          <p:spPr>
            <a:xfrm>
              <a:off x="3802850" y="1412200"/>
              <a:ext cx="39600" cy="263150"/>
            </a:xfrm>
            <a:custGeom>
              <a:avLst/>
              <a:gdLst/>
              <a:ahLst/>
              <a:cxnLst/>
              <a:rect l="l" t="t" r="r" b="b"/>
              <a:pathLst>
                <a:path w="1584" h="10526" extrusionOk="0">
                  <a:moveTo>
                    <a:pt x="274" y="1"/>
                  </a:moveTo>
                  <a:cubicBezTo>
                    <a:pt x="226" y="108"/>
                    <a:pt x="119" y="179"/>
                    <a:pt x="0" y="179"/>
                  </a:cubicBezTo>
                  <a:lnTo>
                    <a:pt x="1298" y="10478"/>
                  </a:lnTo>
                  <a:cubicBezTo>
                    <a:pt x="1358" y="10478"/>
                    <a:pt x="1417" y="10478"/>
                    <a:pt x="1477" y="10490"/>
                  </a:cubicBezTo>
                  <a:cubicBezTo>
                    <a:pt x="1512" y="10490"/>
                    <a:pt x="1536" y="10502"/>
                    <a:pt x="1572" y="10526"/>
                  </a:cubicBezTo>
                  <a:cubicBezTo>
                    <a:pt x="1584" y="10502"/>
                    <a:pt x="1584" y="10478"/>
                    <a:pt x="1584" y="10443"/>
                  </a:cubicBezTo>
                  <a:lnTo>
                    <a:pt x="27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26"/>
            <p:cNvSpPr/>
            <p:nvPr/>
          </p:nvSpPr>
          <p:spPr>
            <a:xfrm>
              <a:off x="3779925" y="1231525"/>
              <a:ext cx="27400" cy="168800"/>
            </a:xfrm>
            <a:custGeom>
              <a:avLst/>
              <a:gdLst/>
              <a:ahLst/>
              <a:cxnLst/>
              <a:rect l="l" t="t" r="r" b="b"/>
              <a:pathLst>
                <a:path w="1096" h="6752" extrusionOk="0">
                  <a:moveTo>
                    <a:pt x="262" y="1"/>
                  </a:moveTo>
                  <a:cubicBezTo>
                    <a:pt x="219" y="18"/>
                    <a:pt x="162" y="29"/>
                    <a:pt x="107" y="29"/>
                  </a:cubicBezTo>
                  <a:cubicBezTo>
                    <a:pt x="87" y="29"/>
                    <a:pt x="67" y="28"/>
                    <a:pt x="48" y="25"/>
                  </a:cubicBezTo>
                  <a:cubicBezTo>
                    <a:pt x="24" y="25"/>
                    <a:pt x="12" y="13"/>
                    <a:pt x="0" y="13"/>
                  </a:cubicBezTo>
                  <a:lnTo>
                    <a:pt x="489" y="3954"/>
                  </a:lnTo>
                  <a:lnTo>
                    <a:pt x="536" y="4323"/>
                  </a:lnTo>
                  <a:lnTo>
                    <a:pt x="834" y="6752"/>
                  </a:lnTo>
                  <a:lnTo>
                    <a:pt x="1096" y="6633"/>
                  </a:lnTo>
                  <a:lnTo>
                    <a:pt x="774" y="4061"/>
                  </a:lnTo>
                  <a:lnTo>
                    <a:pt x="727" y="3680"/>
                  </a:lnTo>
                  <a:lnTo>
                    <a:pt x="262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26"/>
            <p:cNvSpPr/>
            <p:nvPr/>
          </p:nvSpPr>
          <p:spPr>
            <a:xfrm>
              <a:off x="3692700" y="1340475"/>
              <a:ext cx="254525" cy="111350"/>
            </a:xfrm>
            <a:custGeom>
              <a:avLst/>
              <a:gdLst/>
              <a:ahLst/>
              <a:cxnLst/>
              <a:rect l="l" t="t" r="r" b="b"/>
              <a:pathLst>
                <a:path w="10181" h="4454" extrusionOk="0">
                  <a:moveTo>
                    <a:pt x="10086" y="0"/>
                  </a:moveTo>
                  <a:lnTo>
                    <a:pt x="4585" y="2275"/>
                  </a:lnTo>
                  <a:lnTo>
                    <a:pt x="4323" y="2394"/>
                  </a:lnTo>
                  <a:lnTo>
                    <a:pt x="60" y="4180"/>
                  </a:lnTo>
                  <a:lnTo>
                    <a:pt x="1" y="4180"/>
                  </a:lnTo>
                  <a:cubicBezTo>
                    <a:pt x="49" y="4251"/>
                    <a:pt x="96" y="4346"/>
                    <a:pt x="108" y="4453"/>
                  </a:cubicBezTo>
                  <a:lnTo>
                    <a:pt x="4168" y="2751"/>
                  </a:lnTo>
                  <a:lnTo>
                    <a:pt x="4168" y="2727"/>
                  </a:lnTo>
                  <a:cubicBezTo>
                    <a:pt x="4202" y="2593"/>
                    <a:pt x="4319" y="2512"/>
                    <a:pt x="4461" y="2512"/>
                  </a:cubicBezTo>
                  <a:cubicBezTo>
                    <a:pt x="4470" y="2512"/>
                    <a:pt x="4480" y="2512"/>
                    <a:pt x="4490" y="2513"/>
                  </a:cubicBezTo>
                  <a:cubicBezTo>
                    <a:pt x="4525" y="2525"/>
                    <a:pt x="4573" y="2548"/>
                    <a:pt x="4609" y="2572"/>
                  </a:cubicBezTo>
                  <a:lnTo>
                    <a:pt x="4644" y="2560"/>
                  </a:lnTo>
                  <a:lnTo>
                    <a:pt x="10181" y="250"/>
                  </a:lnTo>
                  <a:lnTo>
                    <a:pt x="10121" y="203"/>
                  </a:lnTo>
                  <a:lnTo>
                    <a:pt x="10109" y="191"/>
                  </a:lnTo>
                  <a:lnTo>
                    <a:pt x="10109" y="179"/>
                  </a:lnTo>
                  <a:cubicBezTo>
                    <a:pt x="10109" y="179"/>
                    <a:pt x="10109" y="167"/>
                    <a:pt x="10097" y="167"/>
                  </a:cubicBezTo>
                  <a:lnTo>
                    <a:pt x="10097" y="143"/>
                  </a:lnTo>
                  <a:lnTo>
                    <a:pt x="10097" y="131"/>
                  </a:lnTo>
                  <a:lnTo>
                    <a:pt x="10097" y="119"/>
                  </a:lnTo>
                  <a:lnTo>
                    <a:pt x="10097" y="108"/>
                  </a:lnTo>
                  <a:lnTo>
                    <a:pt x="1008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26"/>
            <p:cNvSpPr/>
            <p:nvPr/>
          </p:nvSpPr>
          <p:spPr>
            <a:xfrm>
              <a:off x="3949600" y="1148200"/>
              <a:ext cx="145275" cy="193775"/>
            </a:xfrm>
            <a:custGeom>
              <a:avLst/>
              <a:gdLst/>
              <a:ahLst/>
              <a:cxnLst/>
              <a:rect l="l" t="t" r="r" b="b"/>
              <a:pathLst>
                <a:path w="5811" h="7751" extrusionOk="0">
                  <a:moveTo>
                    <a:pt x="5477" y="0"/>
                  </a:moveTo>
                  <a:lnTo>
                    <a:pt x="0" y="7418"/>
                  </a:lnTo>
                  <a:lnTo>
                    <a:pt x="48" y="7703"/>
                  </a:lnTo>
                  <a:lnTo>
                    <a:pt x="119" y="7751"/>
                  </a:lnTo>
                  <a:lnTo>
                    <a:pt x="581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26"/>
            <p:cNvSpPr/>
            <p:nvPr/>
          </p:nvSpPr>
          <p:spPr>
            <a:xfrm>
              <a:off x="3922500" y="1210400"/>
              <a:ext cx="28300" cy="133075"/>
            </a:xfrm>
            <a:custGeom>
              <a:avLst/>
              <a:gdLst/>
              <a:ahLst/>
              <a:cxnLst/>
              <a:rect l="l" t="t" r="r" b="b"/>
              <a:pathLst>
                <a:path w="1132" h="5323" extrusionOk="0">
                  <a:moveTo>
                    <a:pt x="274" y="0"/>
                  </a:moveTo>
                  <a:cubicBezTo>
                    <a:pt x="191" y="48"/>
                    <a:pt x="96" y="60"/>
                    <a:pt x="1" y="60"/>
                  </a:cubicBezTo>
                  <a:lnTo>
                    <a:pt x="846" y="5203"/>
                  </a:lnTo>
                  <a:lnTo>
                    <a:pt x="855" y="5273"/>
                  </a:lnTo>
                  <a:lnTo>
                    <a:pt x="855" y="5273"/>
                  </a:lnTo>
                  <a:cubicBezTo>
                    <a:pt x="858" y="5248"/>
                    <a:pt x="871" y="5226"/>
                    <a:pt x="894" y="5203"/>
                  </a:cubicBezTo>
                  <a:cubicBezTo>
                    <a:pt x="916" y="5166"/>
                    <a:pt x="963" y="5142"/>
                    <a:pt x="1009" y="5142"/>
                  </a:cubicBezTo>
                  <a:cubicBezTo>
                    <a:pt x="1036" y="5142"/>
                    <a:pt x="1062" y="5150"/>
                    <a:pt x="1084" y="5168"/>
                  </a:cubicBezTo>
                  <a:lnTo>
                    <a:pt x="1132" y="5203"/>
                  </a:lnTo>
                  <a:lnTo>
                    <a:pt x="1084" y="4930"/>
                  </a:lnTo>
                  <a:lnTo>
                    <a:pt x="274" y="0"/>
                  </a:lnTo>
                  <a:close/>
                  <a:moveTo>
                    <a:pt x="855" y="5273"/>
                  </a:moveTo>
                  <a:cubicBezTo>
                    <a:pt x="852" y="5288"/>
                    <a:pt x="853" y="5304"/>
                    <a:pt x="858" y="5322"/>
                  </a:cubicBezTo>
                  <a:lnTo>
                    <a:pt x="858" y="5299"/>
                  </a:lnTo>
                  <a:lnTo>
                    <a:pt x="855" y="5273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26"/>
            <p:cNvSpPr/>
            <p:nvPr/>
          </p:nvSpPr>
          <p:spPr>
            <a:xfrm>
              <a:off x="4062400" y="1422025"/>
              <a:ext cx="82475" cy="66100"/>
            </a:xfrm>
            <a:custGeom>
              <a:avLst/>
              <a:gdLst/>
              <a:ahLst/>
              <a:cxnLst/>
              <a:rect l="l" t="t" r="r" b="b"/>
              <a:pathLst>
                <a:path w="3299" h="2644" extrusionOk="0">
                  <a:moveTo>
                    <a:pt x="84" y="1"/>
                  </a:moveTo>
                  <a:lnTo>
                    <a:pt x="1" y="298"/>
                  </a:lnTo>
                  <a:lnTo>
                    <a:pt x="3299" y="2644"/>
                  </a:lnTo>
                  <a:lnTo>
                    <a:pt x="3299" y="2299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26"/>
            <p:cNvSpPr/>
            <p:nvPr/>
          </p:nvSpPr>
          <p:spPr>
            <a:xfrm>
              <a:off x="3943925" y="1338950"/>
              <a:ext cx="113725" cy="85775"/>
            </a:xfrm>
            <a:custGeom>
              <a:avLst/>
              <a:gdLst/>
              <a:ahLst/>
              <a:cxnLst/>
              <a:rect l="l" t="t" r="r" b="b"/>
              <a:pathLst>
                <a:path w="4549" h="3431" extrusionOk="0">
                  <a:moveTo>
                    <a:pt x="152" y="0"/>
                  </a:moveTo>
                  <a:cubicBezTo>
                    <a:pt x="106" y="0"/>
                    <a:pt x="59" y="24"/>
                    <a:pt x="37" y="61"/>
                  </a:cubicBezTo>
                  <a:cubicBezTo>
                    <a:pt x="1" y="85"/>
                    <a:pt x="1" y="133"/>
                    <a:pt x="1" y="180"/>
                  </a:cubicBezTo>
                  <a:lnTo>
                    <a:pt x="1" y="192"/>
                  </a:lnTo>
                  <a:lnTo>
                    <a:pt x="1" y="204"/>
                  </a:lnTo>
                  <a:lnTo>
                    <a:pt x="1" y="216"/>
                  </a:lnTo>
                  <a:cubicBezTo>
                    <a:pt x="1" y="216"/>
                    <a:pt x="1" y="240"/>
                    <a:pt x="13" y="240"/>
                  </a:cubicBezTo>
                  <a:lnTo>
                    <a:pt x="13" y="252"/>
                  </a:lnTo>
                  <a:lnTo>
                    <a:pt x="37" y="264"/>
                  </a:lnTo>
                  <a:lnTo>
                    <a:pt x="96" y="311"/>
                  </a:lnTo>
                  <a:lnTo>
                    <a:pt x="4466" y="3431"/>
                  </a:lnTo>
                  <a:lnTo>
                    <a:pt x="4549" y="3157"/>
                  </a:lnTo>
                  <a:lnTo>
                    <a:pt x="310" y="121"/>
                  </a:lnTo>
                  <a:lnTo>
                    <a:pt x="239" y="73"/>
                  </a:lnTo>
                  <a:lnTo>
                    <a:pt x="227" y="26"/>
                  </a:lnTo>
                  <a:cubicBezTo>
                    <a:pt x="205" y="8"/>
                    <a:pt x="179" y="0"/>
                    <a:pt x="15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26"/>
            <p:cNvSpPr/>
            <p:nvPr/>
          </p:nvSpPr>
          <p:spPr>
            <a:xfrm>
              <a:off x="3988275" y="1670575"/>
              <a:ext cx="3300" cy="2400"/>
            </a:xfrm>
            <a:custGeom>
              <a:avLst/>
              <a:gdLst/>
              <a:ahLst/>
              <a:cxnLst/>
              <a:rect l="l" t="t" r="r" b="b"/>
              <a:pathLst>
                <a:path w="132" h="96" extrusionOk="0">
                  <a:moveTo>
                    <a:pt x="25" y="0"/>
                  </a:moveTo>
                  <a:lnTo>
                    <a:pt x="1" y="96"/>
                  </a:lnTo>
                  <a:cubicBezTo>
                    <a:pt x="60" y="96"/>
                    <a:pt x="120" y="72"/>
                    <a:pt x="132" y="12"/>
                  </a:cubicBezTo>
                  <a:cubicBezTo>
                    <a:pt x="108" y="12"/>
                    <a:pt x="72" y="12"/>
                    <a:pt x="2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26"/>
            <p:cNvSpPr/>
            <p:nvPr/>
          </p:nvSpPr>
          <p:spPr>
            <a:xfrm>
              <a:off x="3997500" y="1148200"/>
              <a:ext cx="147075" cy="480725"/>
            </a:xfrm>
            <a:custGeom>
              <a:avLst/>
              <a:gdLst/>
              <a:ahLst/>
              <a:cxnLst/>
              <a:rect l="l" t="t" r="r" b="b"/>
              <a:pathLst>
                <a:path w="5883" h="19229" extrusionOk="0">
                  <a:moveTo>
                    <a:pt x="5585" y="0"/>
                  </a:moveTo>
                  <a:lnTo>
                    <a:pt x="2442" y="10775"/>
                  </a:lnTo>
                  <a:lnTo>
                    <a:pt x="2358" y="11049"/>
                  </a:lnTo>
                  <a:lnTo>
                    <a:pt x="1" y="19133"/>
                  </a:lnTo>
                  <a:cubicBezTo>
                    <a:pt x="96" y="19145"/>
                    <a:pt x="191" y="19181"/>
                    <a:pt x="275" y="19229"/>
                  </a:cubicBezTo>
                  <a:lnTo>
                    <a:pt x="2597" y="11228"/>
                  </a:lnTo>
                  <a:lnTo>
                    <a:pt x="2680" y="10954"/>
                  </a:lnTo>
                  <a:lnTo>
                    <a:pt x="588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26"/>
            <p:cNvSpPr/>
            <p:nvPr/>
          </p:nvSpPr>
          <p:spPr>
            <a:xfrm>
              <a:off x="3833500" y="1736350"/>
              <a:ext cx="39925" cy="281600"/>
            </a:xfrm>
            <a:custGeom>
              <a:avLst/>
              <a:gdLst/>
              <a:ahLst/>
              <a:cxnLst/>
              <a:rect l="l" t="t" r="r" b="b"/>
              <a:pathLst>
                <a:path w="1597" h="11264" extrusionOk="0">
                  <a:moveTo>
                    <a:pt x="286" y="1"/>
                  </a:moveTo>
                  <a:cubicBezTo>
                    <a:pt x="214" y="37"/>
                    <a:pt x="148" y="53"/>
                    <a:pt x="73" y="53"/>
                  </a:cubicBezTo>
                  <a:cubicBezTo>
                    <a:pt x="50" y="53"/>
                    <a:pt x="26" y="51"/>
                    <a:pt x="1" y="48"/>
                  </a:cubicBezTo>
                  <a:lnTo>
                    <a:pt x="1" y="48"/>
                  </a:lnTo>
                  <a:lnTo>
                    <a:pt x="1310" y="11264"/>
                  </a:lnTo>
                  <a:cubicBezTo>
                    <a:pt x="1369" y="11256"/>
                    <a:pt x="1428" y="11247"/>
                    <a:pt x="1487" y="11247"/>
                  </a:cubicBezTo>
                  <a:cubicBezTo>
                    <a:pt x="1511" y="11247"/>
                    <a:pt x="1536" y="11249"/>
                    <a:pt x="1560" y="11252"/>
                  </a:cubicBezTo>
                  <a:lnTo>
                    <a:pt x="1596" y="1125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26"/>
            <p:cNvSpPr/>
            <p:nvPr/>
          </p:nvSpPr>
          <p:spPr>
            <a:xfrm>
              <a:off x="3873400" y="1667900"/>
              <a:ext cx="115500" cy="351550"/>
            </a:xfrm>
            <a:custGeom>
              <a:avLst/>
              <a:gdLst/>
              <a:ahLst/>
              <a:cxnLst/>
              <a:rect l="l" t="t" r="r" b="b"/>
              <a:pathLst>
                <a:path w="4620" h="14062" extrusionOk="0">
                  <a:moveTo>
                    <a:pt x="4358" y="0"/>
                  </a:moveTo>
                  <a:lnTo>
                    <a:pt x="0" y="14014"/>
                  </a:lnTo>
                  <a:cubicBezTo>
                    <a:pt x="36" y="14038"/>
                    <a:pt x="71" y="14038"/>
                    <a:pt x="119" y="14062"/>
                  </a:cubicBezTo>
                  <a:lnTo>
                    <a:pt x="417" y="13657"/>
                  </a:lnTo>
                  <a:lnTo>
                    <a:pt x="4596" y="226"/>
                  </a:lnTo>
                  <a:lnTo>
                    <a:pt x="4620" y="107"/>
                  </a:lnTo>
                  <a:cubicBezTo>
                    <a:pt x="4536" y="84"/>
                    <a:pt x="4441" y="60"/>
                    <a:pt x="435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26"/>
            <p:cNvSpPr/>
            <p:nvPr/>
          </p:nvSpPr>
          <p:spPr>
            <a:xfrm>
              <a:off x="4009425" y="1573825"/>
              <a:ext cx="135450" cy="64925"/>
            </a:xfrm>
            <a:custGeom>
              <a:avLst/>
              <a:gdLst/>
              <a:ahLst/>
              <a:cxnLst/>
              <a:rect l="l" t="t" r="r" b="b"/>
              <a:pathLst>
                <a:path w="5418" h="2597" extrusionOk="0">
                  <a:moveTo>
                    <a:pt x="5418" y="1"/>
                  </a:moveTo>
                  <a:lnTo>
                    <a:pt x="0" y="2358"/>
                  </a:lnTo>
                  <a:cubicBezTo>
                    <a:pt x="72" y="2442"/>
                    <a:pt x="131" y="2525"/>
                    <a:pt x="167" y="2596"/>
                  </a:cubicBezTo>
                  <a:lnTo>
                    <a:pt x="5418" y="310"/>
                  </a:lnTo>
                  <a:lnTo>
                    <a:pt x="541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26"/>
            <p:cNvSpPr/>
            <p:nvPr/>
          </p:nvSpPr>
          <p:spPr>
            <a:xfrm>
              <a:off x="3864450" y="1649725"/>
              <a:ext cx="108075" cy="53925"/>
            </a:xfrm>
            <a:custGeom>
              <a:avLst/>
              <a:gdLst/>
              <a:ahLst/>
              <a:cxnLst/>
              <a:rect l="l" t="t" r="r" b="b"/>
              <a:pathLst>
                <a:path w="4323" h="2157" extrusionOk="0">
                  <a:moveTo>
                    <a:pt x="4263" y="1"/>
                  </a:moveTo>
                  <a:lnTo>
                    <a:pt x="1" y="1870"/>
                  </a:lnTo>
                  <a:cubicBezTo>
                    <a:pt x="25" y="1966"/>
                    <a:pt x="37" y="2061"/>
                    <a:pt x="37" y="2156"/>
                  </a:cubicBezTo>
                  <a:lnTo>
                    <a:pt x="4323" y="275"/>
                  </a:lnTo>
                  <a:cubicBezTo>
                    <a:pt x="4299" y="191"/>
                    <a:pt x="4263" y="96"/>
                    <a:pt x="426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26"/>
            <p:cNvSpPr/>
            <p:nvPr/>
          </p:nvSpPr>
          <p:spPr>
            <a:xfrm>
              <a:off x="3876375" y="1648550"/>
              <a:ext cx="268500" cy="374775"/>
            </a:xfrm>
            <a:custGeom>
              <a:avLst/>
              <a:gdLst/>
              <a:ahLst/>
              <a:cxnLst/>
              <a:rect l="l" t="t" r="r" b="b"/>
              <a:pathLst>
                <a:path w="10740" h="14991" extrusionOk="0">
                  <a:moveTo>
                    <a:pt x="10740" y="0"/>
                  </a:moveTo>
                  <a:lnTo>
                    <a:pt x="298" y="14419"/>
                  </a:lnTo>
                  <a:lnTo>
                    <a:pt x="0" y="14824"/>
                  </a:lnTo>
                  <a:cubicBezTo>
                    <a:pt x="83" y="14859"/>
                    <a:pt x="155" y="14919"/>
                    <a:pt x="214" y="14990"/>
                  </a:cubicBezTo>
                  <a:lnTo>
                    <a:pt x="10740" y="477"/>
                  </a:lnTo>
                  <a:lnTo>
                    <a:pt x="1074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26"/>
            <p:cNvSpPr/>
            <p:nvPr/>
          </p:nvSpPr>
          <p:spPr>
            <a:xfrm>
              <a:off x="3970725" y="1626200"/>
              <a:ext cx="44675" cy="45050"/>
            </a:xfrm>
            <a:custGeom>
              <a:avLst/>
              <a:gdLst/>
              <a:ahLst/>
              <a:cxnLst/>
              <a:rect l="l" t="t" r="r" b="b"/>
              <a:pathLst>
                <a:path w="1787" h="1802" extrusionOk="0">
                  <a:moveTo>
                    <a:pt x="842" y="1"/>
                  </a:moveTo>
                  <a:cubicBezTo>
                    <a:pt x="463" y="1"/>
                    <a:pt x="105" y="307"/>
                    <a:pt x="12" y="728"/>
                  </a:cubicBezTo>
                  <a:cubicBezTo>
                    <a:pt x="0" y="799"/>
                    <a:pt x="0" y="882"/>
                    <a:pt x="0" y="954"/>
                  </a:cubicBezTo>
                  <a:cubicBezTo>
                    <a:pt x="0" y="1061"/>
                    <a:pt x="36" y="1144"/>
                    <a:pt x="60" y="1240"/>
                  </a:cubicBezTo>
                  <a:cubicBezTo>
                    <a:pt x="131" y="1430"/>
                    <a:pt x="262" y="1573"/>
                    <a:pt x="453" y="1680"/>
                  </a:cubicBezTo>
                  <a:cubicBezTo>
                    <a:pt x="524" y="1728"/>
                    <a:pt x="608" y="1752"/>
                    <a:pt x="715" y="1787"/>
                  </a:cubicBezTo>
                  <a:cubicBezTo>
                    <a:pt x="750" y="1787"/>
                    <a:pt x="786" y="1799"/>
                    <a:pt x="822" y="1799"/>
                  </a:cubicBezTo>
                  <a:cubicBezTo>
                    <a:pt x="844" y="1801"/>
                    <a:pt x="867" y="1802"/>
                    <a:pt x="889" y="1802"/>
                  </a:cubicBezTo>
                  <a:cubicBezTo>
                    <a:pt x="1304" y="1802"/>
                    <a:pt x="1683" y="1491"/>
                    <a:pt x="1751" y="1073"/>
                  </a:cubicBezTo>
                  <a:cubicBezTo>
                    <a:pt x="1786" y="871"/>
                    <a:pt x="1751" y="680"/>
                    <a:pt x="1679" y="525"/>
                  </a:cubicBezTo>
                  <a:cubicBezTo>
                    <a:pt x="1643" y="430"/>
                    <a:pt x="1596" y="359"/>
                    <a:pt x="1512" y="287"/>
                  </a:cubicBezTo>
                  <a:cubicBezTo>
                    <a:pt x="1453" y="228"/>
                    <a:pt x="1382" y="168"/>
                    <a:pt x="1298" y="120"/>
                  </a:cubicBezTo>
                  <a:cubicBezTo>
                    <a:pt x="1215" y="73"/>
                    <a:pt x="1120" y="49"/>
                    <a:pt x="1024" y="25"/>
                  </a:cubicBezTo>
                  <a:cubicBezTo>
                    <a:pt x="964" y="9"/>
                    <a:pt x="902" y="1"/>
                    <a:pt x="84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26"/>
            <p:cNvSpPr/>
            <p:nvPr/>
          </p:nvSpPr>
          <p:spPr>
            <a:xfrm>
              <a:off x="3799275" y="1673800"/>
              <a:ext cx="66400" cy="63775"/>
            </a:xfrm>
            <a:custGeom>
              <a:avLst/>
              <a:gdLst/>
              <a:ahLst/>
              <a:cxnLst/>
              <a:rect l="l" t="t" r="r" b="b"/>
              <a:pathLst>
                <a:path w="2656" h="2551" extrusionOk="0">
                  <a:moveTo>
                    <a:pt x="1366" y="0"/>
                  </a:moveTo>
                  <a:cubicBezTo>
                    <a:pt x="1186" y="0"/>
                    <a:pt x="1002" y="38"/>
                    <a:pt x="846" y="121"/>
                  </a:cubicBezTo>
                  <a:cubicBezTo>
                    <a:pt x="762" y="169"/>
                    <a:pt x="679" y="205"/>
                    <a:pt x="608" y="264"/>
                  </a:cubicBezTo>
                  <a:cubicBezTo>
                    <a:pt x="369" y="443"/>
                    <a:pt x="191" y="717"/>
                    <a:pt x="131" y="1038"/>
                  </a:cubicBezTo>
                  <a:cubicBezTo>
                    <a:pt x="0" y="1729"/>
                    <a:pt x="465" y="2396"/>
                    <a:pt x="1143" y="2527"/>
                  </a:cubicBezTo>
                  <a:cubicBezTo>
                    <a:pt x="1215" y="2550"/>
                    <a:pt x="1286" y="2550"/>
                    <a:pt x="1370" y="2550"/>
                  </a:cubicBezTo>
                  <a:cubicBezTo>
                    <a:pt x="1453" y="2550"/>
                    <a:pt x="1560" y="2527"/>
                    <a:pt x="1643" y="2515"/>
                  </a:cubicBezTo>
                  <a:cubicBezTo>
                    <a:pt x="2120" y="2407"/>
                    <a:pt x="2525" y="2026"/>
                    <a:pt x="2632" y="1503"/>
                  </a:cubicBezTo>
                  <a:cubicBezTo>
                    <a:pt x="2644" y="1395"/>
                    <a:pt x="2655" y="1300"/>
                    <a:pt x="2644" y="1193"/>
                  </a:cubicBezTo>
                  <a:cubicBezTo>
                    <a:pt x="2644" y="1086"/>
                    <a:pt x="2620" y="1003"/>
                    <a:pt x="2596" y="907"/>
                  </a:cubicBezTo>
                  <a:cubicBezTo>
                    <a:pt x="2489" y="502"/>
                    <a:pt x="2144" y="169"/>
                    <a:pt x="1715" y="50"/>
                  </a:cubicBezTo>
                  <a:cubicBezTo>
                    <a:pt x="1679" y="26"/>
                    <a:pt x="1655" y="26"/>
                    <a:pt x="1620" y="14"/>
                  </a:cubicBezTo>
                  <a:cubicBezTo>
                    <a:pt x="1560" y="2"/>
                    <a:pt x="1501" y="2"/>
                    <a:pt x="1441" y="2"/>
                  </a:cubicBezTo>
                  <a:cubicBezTo>
                    <a:pt x="1416" y="1"/>
                    <a:pt x="1391" y="0"/>
                    <a:pt x="136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26"/>
            <p:cNvSpPr/>
            <p:nvPr/>
          </p:nvSpPr>
          <p:spPr>
            <a:xfrm>
              <a:off x="2952150" y="1372925"/>
              <a:ext cx="24425" cy="22850"/>
            </a:xfrm>
            <a:custGeom>
              <a:avLst/>
              <a:gdLst/>
              <a:ahLst/>
              <a:cxnLst/>
              <a:rect l="l" t="t" r="r" b="b"/>
              <a:pathLst>
                <a:path w="977" h="914" extrusionOk="0">
                  <a:moveTo>
                    <a:pt x="488" y="0"/>
                  </a:moveTo>
                  <a:cubicBezTo>
                    <a:pt x="262" y="0"/>
                    <a:pt x="72" y="143"/>
                    <a:pt x="36" y="369"/>
                  </a:cubicBezTo>
                  <a:cubicBezTo>
                    <a:pt x="0" y="619"/>
                    <a:pt x="155" y="857"/>
                    <a:pt x="417" y="905"/>
                  </a:cubicBezTo>
                  <a:cubicBezTo>
                    <a:pt x="446" y="911"/>
                    <a:pt x="474" y="913"/>
                    <a:pt x="503" y="913"/>
                  </a:cubicBezTo>
                  <a:cubicBezTo>
                    <a:pt x="719" y="913"/>
                    <a:pt x="911" y="757"/>
                    <a:pt x="953" y="536"/>
                  </a:cubicBezTo>
                  <a:cubicBezTo>
                    <a:pt x="977" y="357"/>
                    <a:pt x="905" y="191"/>
                    <a:pt x="774" y="84"/>
                  </a:cubicBezTo>
                  <a:cubicBezTo>
                    <a:pt x="715" y="36"/>
                    <a:pt x="655" y="12"/>
                    <a:pt x="57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26"/>
            <p:cNvSpPr/>
            <p:nvPr/>
          </p:nvSpPr>
          <p:spPr>
            <a:xfrm>
              <a:off x="3905825" y="1180125"/>
              <a:ext cx="33975" cy="32075"/>
            </a:xfrm>
            <a:custGeom>
              <a:avLst/>
              <a:gdLst/>
              <a:ahLst/>
              <a:cxnLst/>
              <a:rect l="l" t="t" r="r" b="b"/>
              <a:pathLst>
                <a:path w="1359" h="1283" extrusionOk="0">
                  <a:moveTo>
                    <a:pt x="669" y="0"/>
                  </a:moveTo>
                  <a:cubicBezTo>
                    <a:pt x="558" y="0"/>
                    <a:pt x="445" y="29"/>
                    <a:pt x="346" y="92"/>
                  </a:cubicBezTo>
                  <a:cubicBezTo>
                    <a:pt x="263" y="128"/>
                    <a:pt x="203" y="211"/>
                    <a:pt x="144" y="283"/>
                  </a:cubicBezTo>
                  <a:cubicBezTo>
                    <a:pt x="96" y="354"/>
                    <a:pt x="48" y="426"/>
                    <a:pt x="37" y="521"/>
                  </a:cubicBezTo>
                  <a:cubicBezTo>
                    <a:pt x="1" y="699"/>
                    <a:pt x="48" y="878"/>
                    <a:pt x="144" y="1009"/>
                  </a:cubicBezTo>
                  <a:cubicBezTo>
                    <a:pt x="203" y="1104"/>
                    <a:pt x="275" y="1164"/>
                    <a:pt x="346" y="1200"/>
                  </a:cubicBezTo>
                  <a:cubicBezTo>
                    <a:pt x="406" y="1235"/>
                    <a:pt x="465" y="1259"/>
                    <a:pt x="549" y="1259"/>
                  </a:cubicBezTo>
                  <a:cubicBezTo>
                    <a:pt x="584" y="1283"/>
                    <a:pt x="632" y="1283"/>
                    <a:pt x="668" y="1283"/>
                  </a:cubicBezTo>
                  <a:cubicBezTo>
                    <a:pt x="763" y="1283"/>
                    <a:pt x="858" y="1247"/>
                    <a:pt x="941" y="1223"/>
                  </a:cubicBezTo>
                  <a:cubicBezTo>
                    <a:pt x="1120" y="1128"/>
                    <a:pt x="1263" y="961"/>
                    <a:pt x="1287" y="759"/>
                  </a:cubicBezTo>
                  <a:cubicBezTo>
                    <a:pt x="1358" y="414"/>
                    <a:pt x="1120" y="68"/>
                    <a:pt x="775" y="9"/>
                  </a:cubicBezTo>
                  <a:cubicBezTo>
                    <a:pt x="740" y="3"/>
                    <a:pt x="705" y="0"/>
                    <a:pt x="669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26"/>
            <p:cNvSpPr/>
            <p:nvPr/>
          </p:nvSpPr>
          <p:spPr>
            <a:xfrm>
              <a:off x="3663250" y="1438025"/>
              <a:ext cx="32175" cy="31950"/>
            </a:xfrm>
            <a:custGeom>
              <a:avLst/>
              <a:gdLst/>
              <a:ahLst/>
              <a:cxnLst/>
              <a:rect l="l" t="t" r="r" b="b"/>
              <a:pathLst>
                <a:path w="1287" h="1278" extrusionOk="0">
                  <a:moveTo>
                    <a:pt x="636" y="1"/>
                  </a:moveTo>
                  <a:cubicBezTo>
                    <a:pt x="545" y="1"/>
                    <a:pt x="457" y="26"/>
                    <a:pt x="381" y="51"/>
                  </a:cubicBezTo>
                  <a:cubicBezTo>
                    <a:pt x="286" y="99"/>
                    <a:pt x="215" y="158"/>
                    <a:pt x="155" y="230"/>
                  </a:cubicBezTo>
                  <a:cubicBezTo>
                    <a:pt x="95" y="289"/>
                    <a:pt x="60" y="373"/>
                    <a:pt x="36" y="456"/>
                  </a:cubicBezTo>
                  <a:cubicBezTo>
                    <a:pt x="36" y="468"/>
                    <a:pt x="24" y="504"/>
                    <a:pt x="24" y="528"/>
                  </a:cubicBezTo>
                  <a:cubicBezTo>
                    <a:pt x="0" y="611"/>
                    <a:pt x="0" y="682"/>
                    <a:pt x="24" y="742"/>
                  </a:cubicBezTo>
                  <a:cubicBezTo>
                    <a:pt x="60" y="1004"/>
                    <a:pt x="262" y="1218"/>
                    <a:pt x="548" y="1266"/>
                  </a:cubicBezTo>
                  <a:cubicBezTo>
                    <a:pt x="584" y="1274"/>
                    <a:pt x="622" y="1278"/>
                    <a:pt x="660" y="1278"/>
                  </a:cubicBezTo>
                  <a:cubicBezTo>
                    <a:pt x="737" y="1278"/>
                    <a:pt x="814" y="1262"/>
                    <a:pt x="869" y="1230"/>
                  </a:cubicBezTo>
                  <a:cubicBezTo>
                    <a:pt x="965" y="1206"/>
                    <a:pt x="1048" y="1147"/>
                    <a:pt x="1108" y="1087"/>
                  </a:cubicBezTo>
                  <a:cubicBezTo>
                    <a:pt x="1203" y="992"/>
                    <a:pt x="1262" y="873"/>
                    <a:pt x="1274" y="742"/>
                  </a:cubicBezTo>
                  <a:cubicBezTo>
                    <a:pt x="1286" y="682"/>
                    <a:pt x="1286" y="611"/>
                    <a:pt x="1274" y="551"/>
                  </a:cubicBezTo>
                  <a:cubicBezTo>
                    <a:pt x="1262" y="456"/>
                    <a:pt x="1227" y="349"/>
                    <a:pt x="1167" y="278"/>
                  </a:cubicBezTo>
                  <a:cubicBezTo>
                    <a:pt x="1119" y="206"/>
                    <a:pt x="1060" y="147"/>
                    <a:pt x="988" y="99"/>
                  </a:cubicBezTo>
                  <a:cubicBezTo>
                    <a:pt x="917" y="51"/>
                    <a:pt x="846" y="27"/>
                    <a:pt x="750" y="16"/>
                  </a:cubicBezTo>
                  <a:cubicBezTo>
                    <a:pt x="712" y="5"/>
                    <a:pt x="674" y="1"/>
                    <a:pt x="63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26"/>
            <p:cNvSpPr/>
            <p:nvPr/>
          </p:nvSpPr>
          <p:spPr>
            <a:xfrm>
              <a:off x="3771300" y="1209975"/>
              <a:ext cx="23525" cy="22375"/>
            </a:xfrm>
            <a:custGeom>
              <a:avLst/>
              <a:gdLst/>
              <a:ahLst/>
              <a:cxnLst/>
              <a:rect l="l" t="t" r="r" b="b"/>
              <a:pathLst>
                <a:path w="941" h="895" extrusionOk="0">
                  <a:moveTo>
                    <a:pt x="474" y="1"/>
                  </a:moveTo>
                  <a:cubicBezTo>
                    <a:pt x="258" y="1"/>
                    <a:pt x="56" y="167"/>
                    <a:pt x="12" y="363"/>
                  </a:cubicBezTo>
                  <a:cubicBezTo>
                    <a:pt x="12" y="398"/>
                    <a:pt x="0" y="446"/>
                    <a:pt x="0" y="470"/>
                  </a:cubicBezTo>
                  <a:cubicBezTo>
                    <a:pt x="0" y="577"/>
                    <a:pt x="48" y="660"/>
                    <a:pt x="107" y="744"/>
                  </a:cubicBezTo>
                  <a:cubicBezTo>
                    <a:pt x="167" y="779"/>
                    <a:pt x="238" y="839"/>
                    <a:pt x="334" y="875"/>
                  </a:cubicBezTo>
                  <a:cubicBezTo>
                    <a:pt x="345" y="875"/>
                    <a:pt x="357" y="887"/>
                    <a:pt x="369" y="887"/>
                  </a:cubicBezTo>
                  <a:cubicBezTo>
                    <a:pt x="409" y="891"/>
                    <a:pt x="444" y="894"/>
                    <a:pt x="477" y="894"/>
                  </a:cubicBezTo>
                  <a:cubicBezTo>
                    <a:pt x="524" y="894"/>
                    <a:pt x="566" y="889"/>
                    <a:pt x="607" y="875"/>
                  </a:cubicBezTo>
                  <a:cubicBezTo>
                    <a:pt x="762" y="815"/>
                    <a:pt x="881" y="696"/>
                    <a:pt x="893" y="529"/>
                  </a:cubicBezTo>
                  <a:cubicBezTo>
                    <a:pt x="941" y="291"/>
                    <a:pt x="774" y="53"/>
                    <a:pt x="536" y="6"/>
                  </a:cubicBezTo>
                  <a:cubicBezTo>
                    <a:pt x="515" y="2"/>
                    <a:pt x="495" y="1"/>
                    <a:pt x="47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26"/>
            <p:cNvSpPr/>
            <p:nvPr/>
          </p:nvSpPr>
          <p:spPr>
            <a:xfrm>
              <a:off x="3896300" y="1404575"/>
              <a:ext cx="24750" cy="22450"/>
            </a:xfrm>
            <a:custGeom>
              <a:avLst/>
              <a:gdLst/>
              <a:ahLst/>
              <a:cxnLst/>
              <a:rect l="l" t="t" r="r" b="b"/>
              <a:pathLst>
                <a:path w="990" h="898" extrusionOk="0">
                  <a:moveTo>
                    <a:pt x="502" y="0"/>
                  </a:moveTo>
                  <a:cubicBezTo>
                    <a:pt x="294" y="0"/>
                    <a:pt x="102" y="155"/>
                    <a:pt x="60" y="365"/>
                  </a:cubicBezTo>
                  <a:cubicBezTo>
                    <a:pt x="1" y="603"/>
                    <a:pt x="168" y="842"/>
                    <a:pt x="418" y="889"/>
                  </a:cubicBezTo>
                  <a:cubicBezTo>
                    <a:pt x="445" y="895"/>
                    <a:pt x="473" y="897"/>
                    <a:pt x="500" y="897"/>
                  </a:cubicBezTo>
                  <a:cubicBezTo>
                    <a:pt x="708" y="897"/>
                    <a:pt x="899" y="743"/>
                    <a:pt x="941" y="532"/>
                  </a:cubicBezTo>
                  <a:cubicBezTo>
                    <a:pt x="989" y="294"/>
                    <a:pt x="822" y="56"/>
                    <a:pt x="584" y="8"/>
                  </a:cubicBezTo>
                  <a:cubicBezTo>
                    <a:pt x="557" y="3"/>
                    <a:pt x="529" y="0"/>
                    <a:pt x="502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26"/>
            <p:cNvSpPr/>
            <p:nvPr/>
          </p:nvSpPr>
          <p:spPr>
            <a:xfrm>
              <a:off x="3314975" y="1411675"/>
              <a:ext cx="23550" cy="22800"/>
            </a:xfrm>
            <a:custGeom>
              <a:avLst/>
              <a:gdLst/>
              <a:ahLst/>
              <a:cxnLst/>
              <a:rect l="l" t="t" r="r" b="b"/>
              <a:pathLst>
                <a:path w="942" h="912" extrusionOk="0">
                  <a:moveTo>
                    <a:pt x="485" y="1"/>
                  </a:moveTo>
                  <a:cubicBezTo>
                    <a:pt x="456" y="1"/>
                    <a:pt x="430" y="4"/>
                    <a:pt x="406" y="10"/>
                  </a:cubicBezTo>
                  <a:cubicBezTo>
                    <a:pt x="322" y="22"/>
                    <a:pt x="227" y="81"/>
                    <a:pt x="156" y="141"/>
                  </a:cubicBezTo>
                  <a:cubicBezTo>
                    <a:pt x="96" y="200"/>
                    <a:pt x="60" y="272"/>
                    <a:pt x="49" y="367"/>
                  </a:cubicBezTo>
                  <a:cubicBezTo>
                    <a:pt x="1" y="570"/>
                    <a:pt x="108" y="772"/>
                    <a:pt x="287" y="855"/>
                  </a:cubicBezTo>
                  <a:cubicBezTo>
                    <a:pt x="334" y="867"/>
                    <a:pt x="358" y="891"/>
                    <a:pt x="406" y="903"/>
                  </a:cubicBezTo>
                  <a:cubicBezTo>
                    <a:pt x="441" y="909"/>
                    <a:pt x="474" y="912"/>
                    <a:pt x="505" y="912"/>
                  </a:cubicBezTo>
                  <a:cubicBezTo>
                    <a:pt x="537" y="912"/>
                    <a:pt x="566" y="909"/>
                    <a:pt x="596" y="903"/>
                  </a:cubicBezTo>
                  <a:cubicBezTo>
                    <a:pt x="620" y="903"/>
                    <a:pt x="632" y="891"/>
                    <a:pt x="644" y="891"/>
                  </a:cubicBezTo>
                  <a:cubicBezTo>
                    <a:pt x="739" y="831"/>
                    <a:pt x="822" y="772"/>
                    <a:pt x="870" y="677"/>
                  </a:cubicBezTo>
                  <a:cubicBezTo>
                    <a:pt x="870" y="665"/>
                    <a:pt x="882" y="653"/>
                    <a:pt x="882" y="653"/>
                  </a:cubicBezTo>
                  <a:cubicBezTo>
                    <a:pt x="906" y="605"/>
                    <a:pt x="918" y="570"/>
                    <a:pt x="930" y="534"/>
                  </a:cubicBezTo>
                  <a:cubicBezTo>
                    <a:pt x="942" y="474"/>
                    <a:pt x="942" y="427"/>
                    <a:pt x="930" y="367"/>
                  </a:cubicBezTo>
                  <a:cubicBezTo>
                    <a:pt x="918" y="296"/>
                    <a:pt x="882" y="212"/>
                    <a:pt x="834" y="153"/>
                  </a:cubicBezTo>
                  <a:cubicBezTo>
                    <a:pt x="787" y="81"/>
                    <a:pt x="680" y="22"/>
                    <a:pt x="572" y="10"/>
                  </a:cubicBezTo>
                  <a:cubicBezTo>
                    <a:pt x="543" y="4"/>
                    <a:pt x="513" y="1"/>
                    <a:pt x="48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26"/>
            <p:cNvSpPr/>
            <p:nvPr/>
          </p:nvSpPr>
          <p:spPr>
            <a:xfrm>
              <a:off x="3166450" y="1148200"/>
              <a:ext cx="18475" cy="4700"/>
            </a:xfrm>
            <a:custGeom>
              <a:avLst/>
              <a:gdLst/>
              <a:ahLst/>
              <a:cxnLst/>
              <a:rect l="l" t="t" r="r" b="b"/>
              <a:pathLst>
                <a:path w="739" h="188" extrusionOk="0">
                  <a:moveTo>
                    <a:pt x="1" y="0"/>
                  </a:moveTo>
                  <a:cubicBezTo>
                    <a:pt x="60" y="83"/>
                    <a:pt x="155" y="155"/>
                    <a:pt x="275" y="179"/>
                  </a:cubicBezTo>
                  <a:cubicBezTo>
                    <a:pt x="304" y="185"/>
                    <a:pt x="334" y="188"/>
                    <a:pt x="364" y="188"/>
                  </a:cubicBezTo>
                  <a:cubicBezTo>
                    <a:pt x="394" y="188"/>
                    <a:pt x="423" y="185"/>
                    <a:pt x="453" y="179"/>
                  </a:cubicBezTo>
                  <a:cubicBezTo>
                    <a:pt x="548" y="155"/>
                    <a:pt x="632" y="95"/>
                    <a:pt x="691" y="24"/>
                  </a:cubicBezTo>
                  <a:cubicBezTo>
                    <a:pt x="715" y="24"/>
                    <a:pt x="727" y="12"/>
                    <a:pt x="739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26"/>
            <p:cNvSpPr/>
            <p:nvPr/>
          </p:nvSpPr>
          <p:spPr>
            <a:xfrm>
              <a:off x="3852550" y="2017750"/>
              <a:ext cx="33950" cy="31775"/>
            </a:xfrm>
            <a:custGeom>
              <a:avLst/>
              <a:gdLst/>
              <a:ahLst/>
              <a:cxnLst/>
              <a:rect l="l" t="t" r="r" b="b"/>
              <a:pathLst>
                <a:path w="1358" h="1271" extrusionOk="0">
                  <a:moveTo>
                    <a:pt x="691" y="0"/>
                  </a:moveTo>
                  <a:cubicBezTo>
                    <a:pt x="640" y="0"/>
                    <a:pt x="590" y="6"/>
                    <a:pt x="548" y="20"/>
                  </a:cubicBezTo>
                  <a:cubicBezTo>
                    <a:pt x="489" y="44"/>
                    <a:pt x="441" y="56"/>
                    <a:pt x="394" y="79"/>
                  </a:cubicBezTo>
                  <a:cubicBezTo>
                    <a:pt x="310" y="127"/>
                    <a:pt x="227" y="187"/>
                    <a:pt x="191" y="258"/>
                  </a:cubicBezTo>
                  <a:cubicBezTo>
                    <a:pt x="132" y="341"/>
                    <a:pt x="84" y="425"/>
                    <a:pt x="72" y="520"/>
                  </a:cubicBezTo>
                  <a:cubicBezTo>
                    <a:pt x="1" y="853"/>
                    <a:pt x="239" y="1199"/>
                    <a:pt x="572" y="1258"/>
                  </a:cubicBezTo>
                  <a:cubicBezTo>
                    <a:pt x="614" y="1267"/>
                    <a:pt x="655" y="1271"/>
                    <a:pt x="696" y="1271"/>
                  </a:cubicBezTo>
                  <a:cubicBezTo>
                    <a:pt x="996" y="1271"/>
                    <a:pt x="1270" y="1051"/>
                    <a:pt x="1322" y="758"/>
                  </a:cubicBezTo>
                  <a:cubicBezTo>
                    <a:pt x="1358" y="556"/>
                    <a:pt x="1310" y="365"/>
                    <a:pt x="1191" y="234"/>
                  </a:cubicBezTo>
                  <a:cubicBezTo>
                    <a:pt x="1108" y="163"/>
                    <a:pt x="1036" y="91"/>
                    <a:pt x="953" y="56"/>
                  </a:cubicBezTo>
                  <a:cubicBezTo>
                    <a:pt x="917" y="44"/>
                    <a:pt x="870" y="20"/>
                    <a:pt x="834" y="8"/>
                  </a:cubicBezTo>
                  <a:lnTo>
                    <a:pt x="798" y="8"/>
                  </a:lnTo>
                  <a:cubicBezTo>
                    <a:pt x="764" y="3"/>
                    <a:pt x="727" y="0"/>
                    <a:pt x="69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26"/>
            <p:cNvSpPr/>
            <p:nvPr/>
          </p:nvSpPr>
          <p:spPr>
            <a:xfrm>
              <a:off x="3796600" y="1402900"/>
              <a:ext cx="13700" cy="13525"/>
            </a:xfrm>
            <a:custGeom>
              <a:avLst/>
              <a:gdLst/>
              <a:ahLst/>
              <a:cxnLst/>
              <a:rect l="l" t="t" r="r" b="b"/>
              <a:pathLst>
                <a:path w="548" h="541" extrusionOk="0">
                  <a:moveTo>
                    <a:pt x="290" y="0"/>
                  </a:moveTo>
                  <a:cubicBezTo>
                    <a:pt x="164" y="0"/>
                    <a:pt x="55" y="89"/>
                    <a:pt x="12" y="206"/>
                  </a:cubicBezTo>
                  <a:lnTo>
                    <a:pt x="12" y="242"/>
                  </a:lnTo>
                  <a:cubicBezTo>
                    <a:pt x="0" y="397"/>
                    <a:pt x="72" y="528"/>
                    <a:pt x="226" y="540"/>
                  </a:cubicBezTo>
                  <a:lnTo>
                    <a:pt x="250" y="540"/>
                  </a:lnTo>
                  <a:cubicBezTo>
                    <a:pt x="259" y="540"/>
                    <a:pt x="267" y="541"/>
                    <a:pt x="276" y="541"/>
                  </a:cubicBezTo>
                  <a:cubicBezTo>
                    <a:pt x="385" y="541"/>
                    <a:pt x="480" y="471"/>
                    <a:pt x="524" y="361"/>
                  </a:cubicBezTo>
                  <a:cubicBezTo>
                    <a:pt x="524" y="349"/>
                    <a:pt x="536" y="325"/>
                    <a:pt x="536" y="313"/>
                  </a:cubicBezTo>
                  <a:cubicBezTo>
                    <a:pt x="548" y="242"/>
                    <a:pt x="536" y="170"/>
                    <a:pt x="488" y="123"/>
                  </a:cubicBezTo>
                  <a:cubicBezTo>
                    <a:pt x="476" y="99"/>
                    <a:pt x="465" y="87"/>
                    <a:pt x="453" y="63"/>
                  </a:cubicBezTo>
                  <a:cubicBezTo>
                    <a:pt x="417" y="28"/>
                    <a:pt x="369" y="16"/>
                    <a:pt x="334" y="4"/>
                  </a:cubicBezTo>
                  <a:cubicBezTo>
                    <a:pt x="319" y="1"/>
                    <a:pt x="304" y="0"/>
                    <a:pt x="290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26"/>
            <p:cNvSpPr/>
            <p:nvPr/>
          </p:nvSpPr>
          <p:spPr>
            <a:xfrm>
              <a:off x="3563825" y="1305250"/>
              <a:ext cx="12825" cy="13225"/>
            </a:xfrm>
            <a:custGeom>
              <a:avLst/>
              <a:gdLst/>
              <a:ahLst/>
              <a:cxnLst/>
              <a:rect l="l" t="t" r="r" b="b"/>
              <a:pathLst>
                <a:path w="513" h="529" extrusionOk="0">
                  <a:moveTo>
                    <a:pt x="253" y="0"/>
                  </a:moveTo>
                  <a:cubicBezTo>
                    <a:pt x="208" y="0"/>
                    <a:pt x="161" y="13"/>
                    <a:pt x="108" y="40"/>
                  </a:cubicBezTo>
                  <a:cubicBezTo>
                    <a:pt x="60" y="64"/>
                    <a:pt x="12" y="124"/>
                    <a:pt x="1" y="219"/>
                  </a:cubicBezTo>
                  <a:lnTo>
                    <a:pt x="1" y="338"/>
                  </a:lnTo>
                  <a:lnTo>
                    <a:pt x="1" y="350"/>
                  </a:lnTo>
                  <a:cubicBezTo>
                    <a:pt x="24" y="433"/>
                    <a:pt x="96" y="516"/>
                    <a:pt x="191" y="528"/>
                  </a:cubicBezTo>
                  <a:lnTo>
                    <a:pt x="298" y="528"/>
                  </a:lnTo>
                  <a:cubicBezTo>
                    <a:pt x="322" y="516"/>
                    <a:pt x="370" y="505"/>
                    <a:pt x="393" y="481"/>
                  </a:cubicBezTo>
                  <a:cubicBezTo>
                    <a:pt x="441" y="445"/>
                    <a:pt x="489" y="397"/>
                    <a:pt x="501" y="326"/>
                  </a:cubicBezTo>
                  <a:cubicBezTo>
                    <a:pt x="513" y="266"/>
                    <a:pt x="501" y="183"/>
                    <a:pt x="477" y="147"/>
                  </a:cubicBezTo>
                  <a:cubicBezTo>
                    <a:pt x="441" y="88"/>
                    <a:pt x="370" y="28"/>
                    <a:pt x="298" y="4"/>
                  </a:cubicBezTo>
                  <a:cubicBezTo>
                    <a:pt x="283" y="2"/>
                    <a:pt x="268" y="0"/>
                    <a:pt x="253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26"/>
            <p:cNvSpPr/>
            <p:nvPr/>
          </p:nvSpPr>
          <p:spPr>
            <a:xfrm>
              <a:off x="3679325" y="1251700"/>
              <a:ext cx="13400" cy="13375"/>
            </a:xfrm>
            <a:custGeom>
              <a:avLst/>
              <a:gdLst/>
              <a:ahLst/>
              <a:cxnLst/>
              <a:rect l="l" t="t" r="r" b="b"/>
              <a:pathLst>
                <a:path w="536" h="535" extrusionOk="0">
                  <a:moveTo>
                    <a:pt x="290" y="0"/>
                  </a:moveTo>
                  <a:cubicBezTo>
                    <a:pt x="155" y="0"/>
                    <a:pt x="46" y="99"/>
                    <a:pt x="24" y="218"/>
                  </a:cubicBezTo>
                  <a:cubicBezTo>
                    <a:pt x="0" y="289"/>
                    <a:pt x="24" y="349"/>
                    <a:pt x="48" y="408"/>
                  </a:cubicBezTo>
                  <a:cubicBezTo>
                    <a:pt x="95" y="468"/>
                    <a:pt x="155" y="515"/>
                    <a:pt x="226" y="527"/>
                  </a:cubicBezTo>
                  <a:cubicBezTo>
                    <a:pt x="248" y="532"/>
                    <a:pt x="270" y="535"/>
                    <a:pt x="291" y="535"/>
                  </a:cubicBezTo>
                  <a:cubicBezTo>
                    <a:pt x="416" y="535"/>
                    <a:pt x="516" y="447"/>
                    <a:pt x="536" y="325"/>
                  </a:cubicBezTo>
                  <a:lnTo>
                    <a:pt x="536" y="206"/>
                  </a:lnTo>
                  <a:cubicBezTo>
                    <a:pt x="512" y="111"/>
                    <a:pt x="441" y="39"/>
                    <a:pt x="334" y="3"/>
                  </a:cubicBezTo>
                  <a:cubicBezTo>
                    <a:pt x="319" y="1"/>
                    <a:pt x="304" y="0"/>
                    <a:pt x="290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26"/>
            <p:cNvSpPr/>
            <p:nvPr/>
          </p:nvSpPr>
          <p:spPr>
            <a:xfrm>
              <a:off x="3144725" y="1163875"/>
              <a:ext cx="14600" cy="13400"/>
            </a:xfrm>
            <a:custGeom>
              <a:avLst/>
              <a:gdLst/>
              <a:ahLst/>
              <a:cxnLst/>
              <a:rect l="l" t="t" r="r" b="b"/>
              <a:pathLst>
                <a:path w="584" h="536" extrusionOk="0">
                  <a:moveTo>
                    <a:pt x="294" y="0"/>
                  </a:moveTo>
                  <a:cubicBezTo>
                    <a:pt x="163" y="0"/>
                    <a:pt x="57" y="81"/>
                    <a:pt x="36" y="218"/>
                  </a:cubicBezTo>
                  <a:cubicBezTo>
                    <a:pt x="1" y="361"/>
                    <a:pt x="96" y="504"/>
                    <a:pt x="239" y="528"/>
                  </a:cubicBezTo>
                  <a:cubicBezTo>
                    <a:pt x="261" y="533"/>
                    <a:pt x="282" y="535"/>
                    <a:pt x="303" y="535"/>
                  </a:cubicBezTo>
                  <a:cubicBezTo>
                    <a:pt x="429" y="535"/>
                    <a:pt x="528" y="448"/>
                    <a:pt x="548" y="326"/>
                  </a:cubicBezTo>
                  <a:cubicBezTo>
                    <a:pt x="584" y="171"/>
                    <a:pt x="489" y="40"/>
                    <a:pt x="346" y="4"/>
                  </a:cubicBezTo>
                  <a:cubicBezTo>
                    <a:pt x="328" y="1"/>
                    <a:pt x="311" y="0"/>
                    <a:pt x="294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26"/>
            <p:cNvSpPr/>
            <p:nvPr/>
          </p:nvSpPr>
          <p:spPr>
            <a:xfrm>
              <a:off x="3218550" y="1236775"/>
              <a:ext cx="14300" cy="13050"/>
            </a:xfrm>
            <a:custGeom>
              <a:avLst/>
              <a:gdLst/>
              <a:ahLst/>
              <a:cxnLst/>
              <a:rect l="l" t="t" r="r" b="b"/>
              <a:pathLst>
                <a:path w="572" h="522" extrusionOk="0">
                  <a:moveTo>
                    <a:pt x="284" y="1"/>
                  </a:moveTo>
                  <a:cubicBezTo>
                    <a:pt x="173" y="1"/>
                    <a:pt x="78" y="69"/>
                    <a:pt x="36" y="184"/>
                  </a:cubicBezTo>
                  <a:cubicBezTo>
                    <a:pt x="36" y="207"/>
                    <a:pt x="24" y="219"/>
                    <a:pt x="24" y="219"/>
                  </a:cubicBezTo>
                  <a:cubicBezTo>
                    <a:pt x="0" y="350"/>
                    <a:pt x="84" y="481"/>
                    <a:pt x="238" y="517"/>
                  </a:cubicBezTo>
                  <a:cubicBezTo>
                    <a:pt x="255" y="520"/>
                    <a:pt x="272" y="521"/>
                    <a:pt x="289" y="521"/>
                  </a:cubicBezTo>
                  <a:cubicBezTo>
                    <a:pt x="343" y="521"/>
                    <a:pt x="395" y="506"/>
                    <a:pt x="441" y="469"/>
                  </a:cubicBezTo>
                  <a:cubicBezTo>
                    <a:pt x="488" y="422"/>
                    <a:pt x="536" y="386"/>
                    <a:pt x="548" y="303"/>
                  </a:cubicBezTo>
                  <a:cubicBezTo>
                    <a:pt x="572" y="172"/>
                    <a:pt x="488" y="41"/>
                    <a:pt x="357" y="5"/>
                  </a:cubicBezTo>
                  <a:lnTo>
                    <a:pt x="334" y="5"/>
                  </a:lnTo>
                  <a:cubicBezTo>
                    <a:pt x="317" y="2"/>
                    <a:pt x="300" y="1"/>
                    <a:pt x="28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26"/>
            <p:cNvSpPr/>
            <p:nvPr/>
          </p:nvSpPr>
          <p:spPr>
            <a:xfrm>
              <a:off x="3135200" y="1280250"/>
              <a:ext cx="13725" cy="13400"/>
            </a:xfrm>
            <a:custGeom>
              <a:avLst/>
              <a:gdLst/>
              <a:ahLst/>
              <a:cxnLst/>
              <a:rect l="l" t="t" r="r" b="b"/>
              <a:pathLst>
                <a:path w="549" h="536" extrusionOk="0">
                  <a:moveTo>
                    <a:pt x="277" y="0"/>
                  </a:moveTo>
                  <a:cubicBezTo>
                    <a:pt x="158" y="0"/>
                    <a:pt x="34" y="81"/>
                    <a:pt x="12" y="219"/>
                  </a:cubicBezTo>
                  <a:lnTo>
                    <a:pt x="12" y="242"/>
                  </a:lnTo>
                  <a:cubicBezTo>
                    <a:pt x="1" y="385"/>
                    <a:pt x="84" y="504"/>
                    <a:pt x="215" y="528"/>
                  </a:cubicBezTo>
                  <a:cubicBezTo>
                    <a:pt x="237" y="533"/>
                    <a:pt x="259" y="536"/>
                    <a:pt x="280" y="536"/>
                  </a:cubicBezTo>
                  <a:cubicBezTo>
                    <a:pt x="405" y="536"/>
                    <a:pt x="506" y="448"/>
                    <a:pt x="536" y="326"/>
                  </a:cubicBezTo>
                  <a:cubicBezTo>
                    <a:pt x="548" y="207"/>
                    <a:pt x="501" y="100"/>
                    <a:pt x="393" y="40"/>
                  </a:cubicBezTo>
                  <a:cubicBezTo>
                    <a:pt x="370" y="28"/>
                    <a:pt x="358" y="4"/>
                    <a:pt x="322" y="4"/>
                  </a:cubicBezTo>
                  <a:cubicBezTo>
                    <a:pt x="307" y="2"/>
                    <a:pt x="292" y="0"/>
                    <a:pt x="27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6" name="Google Shape;3766;p26"/>
          <p:cNvGrpSpPr/>
          <p:nvPr/>
        </p:nvGrpSpPr>
        <p:grpSpPr>
          <a:xfrm flipH="1">
            <a:off x="31" y="4274145"/>
            <a:ext cx="3353245" cy="869408"/>
            <a:chOff x="2582150" y="3714800"/>
            <a:chExt cx="2689050" cy="697200"/>
          </a:xfrm>
        </p:grpSpPr>
        <p:sp>
          <p:nvSpPr>
            <p:cNvPr id="3767" name="Google Shape;3767;p26"/>
            <p:cNvSpPr/>
            <p:nvPr/>
          </p:nvSpPr>
          <p:spPr>
            <a:xfrm>
              <a:off x="3636750" y="4402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26"/>
            <p:cNvSpPr/>
            <p:nvPr/>
          </p:nvSpPr>
          <p:spPr>
            <a:xfrm>
              <a:off x="3640625" y="4406925"/>
              <a:ext cx="19375" cy="4475"/>
            </a:xfrm>
            <a:custGeom>
              <a:avLst/>
              <a:gdLst/>
              <a:ahLst/>
              <a:cxnLst/>
              <a:rect l="l" t="t" r="r" b="b"/>
              <a:pathLst>
                <a:path w="775" h="179" extrusionOk="0">
                  <a:moveTo>
                    <a:pt x="393" y="0"/>
                  </a:moveTo>
                  <a:lnTo>
                    <a:pt x="36" y="108"/>
                  </a:lnTo>
                  <a:lnTo>
                    <a:pt x="0" y="179"/>
                  </a:lnTo>
                  <a:lnTo>
                    <a:pt x="774" y="179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26"/>
            <p:cNvSpPr/>
            <p:nvPr/>
          </p:nvSpPr>
          <p:spPr>
            <a:xfrm>
              <a:off x="3634075" y="44039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0" y="24"/>
                  </a:moveTo>
                  <a:lnTo>
                    <a:pt x="0" y="24"/>
                  </a:lnTo>
                  <a:lnTo>
                    <a:pt x="0" y="24"/>
                  </a:lnTo>
                  <a:cubicBezTo>
                    <a:pt x="0" y="0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3770;p26"/>
            <p:cNvSpPr/>
            <p:nvPr/>
          </p:nvSpPr>
          <p:spPr>
            <a:xfrm>
              <a:off x="3635275" y="4403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3771;p26"/>
            <p:cNvSpPr/>
            <p:nvPr/>
          </p:nvSpPr>
          <p:spPr>
            <a:xfrm>
              <a:off x="3746875" y="4334600"/>
              <a:ext cx="142325" cy="46150"/>
            </a:xfrm>
            <a:custGeom>
              <a:avLst/>
              <a:gdLst/>
              <a:ahLst/>
              <a:cxnLst/>
              <a:rect l="l" t="t" r="r" b="b"/>
              <a:pathLst>
                <a:path w="5693" h="1846" extrusionOk="0">
                  <a:moveTo>
                    <a:pt x="5418" y="0"/>
                  </a:moveTo>
                  <a:lnTo>
                    <a:pt x="1" y="1488"/>
                  </a:lnTo>
                  <a:lnTo>
                    <a:pt x="1" y="1846"/>
                  </a:lnTo>
                  <a:lnTo>
                    <a:pt x="5692" y="262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3772;p26"/>
            <p:cNvSpPr/>
            <p:nvPr/>
          </p:nvSpPr>
          <p:spPr>
            <a:xfrm>
              <a:off x="3891850" y="4256600"/>
              <a:ext cx="273575" cy="81875"/>
            </a:xfrm>
            <a:custGeom>
              <a:avLst/>
              <a:gdLst/>
              <a:ahLst/>
              <a:cxnLst/>
              <a:rect l="l" t="t" r="r" b="b"/>
              <a:pathLst>
                <a:path w="10943" h="3275" extrusionOk="0">
                  <a:moveTo>
                    <a:pt x="10883" y="1"/>
                  </a:moveTo>
                  <a:lnTo>
                    <a:pt x="0" y="3013"/>
                  </a:lnTo>
                  <a:lnTo>
                    <a:pt x="286" y="3275"/>
                  </a:lnTo>
                  <a:lnTo>
                    <a:pt x="10883" y="358"/>
                  </a:lnTo>
                  <a:lnTo>
                    <a:pt x="10942" y="298"/>
                  </a:lnTo>
                  <a:cubicBezTo>
                    <a:pt x="10894" y="215"/>
                    <a:pt x="10883" y="108"/>
                    <a:pt x="1088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26"/>
            <p:cNvSpPr/>
            <p:nvPr/>
          </p:nvSpPr>
          <p:spPr>
            <a:xfrm>
              <a:off x="3634375" y="4403350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12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26"/>
            <p:cNvSpPr/>
            <p:nvPr/>
          </p:nvSpPr>
          <p:spPr>
            <a:xfrm>
              <a:off x="3635275" y="4402450"/>
              <a:ext cx="300" cy="625"/>
            </a:xfrm>
            <a:custGeom>
              <a:avLst/>
              <a:gdLst/>
              <a:ahLst/>
              <a:cxnLst/>
              <a:rect l="l" t="t" r="r" b="b"/>
              <a:pathLst>
                <a:path w="12" h="25" extrusionOk="0">
                  <a:moveTo>
                    <a:pt x="12" y="1"/>
                  </a:moveTo>
                  <a:cubicBezTo>
                    <a:pt x="12" y="1"/>
                    <a:pt x="0" y="25"/>
                    <a:pt x="12" y="1"/>
                  </a:cubicBezTo>
                  <a:lnTo>
                    <a:pt x="0" y="25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26"/>
            <p:cNvSpPr/>
            <p:nvPr/>
          </p:nvSpPr>
          <p:spPr>
            <a:xfrm>
              <a:off x="3636750" y="4373575"/>
              <a:ext cx="101825" cy="35750"/>
            </a:xfrm>
            <a:custGeom>
              <a:avLst/>
              <a:gdLst/>
              <a:ahLst/>
              <a:cxnLst/>
              <a:rect l="l" t="t" r="r" b="b"/>
              <a:pathLst>
                <a:path w="4073" h="1430" extrusionOk="0">
                  <a:moveTo>
                    <a:pt x="4073" y="1"/>
                  </a:moveTo>
                  <a:lnTo>
                    <a:pt x="12" y="1120"/>
                  </a:lnTo>
                  <a:lnTo>
                    <a:pt x="1" y="1120"/>
                  </a:lnTo>
                  <a:cubicBezTo>
                    <a:pt x="24" y="1132"/>
                    <a:pt x="60" y="1132"/>
                    <a:pt x="96" y="1132"/>
                  </a:cubicBezTo>
                  <a:cubicBezTo>
                    <a:pt x="191" y="1156"/>
                    <a:pt x="251" y="1251"/>
                    <a:pt x="215" y="1334"/>
                  </a:cubicBezTo>
                  <a:lnTo>
                    <a:pt x="191" y="1430"/>
                  </a:lnTo>
                  <a:lnTo>
                    <a:pt x="548" y="1322"/>
                  </a:lnTo>
                  <a:lnTo>
                    <a:pt x="4061" y="358"/>
                  </a:lnTo>
                  <a:lnTo>
                    <a:pt x="407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26"/>
            <p:cNvSpPr/>
            <p:nvPr/>
          </p:nvSpPr>
          <p:spPr>
            <a:xfrm>
              <a:off x="3635850" y="4402150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37" y="1"/>
                  </a:moveTo>
                  <a:cubicBezTo>
                    <a:pt x="13" y="1"/>
                    <a:pt x="1" y="1"/>
                    <a:pt x="1" y="13"/>
                  </a:cubicBezTo>
                  <a:cubicBezTo>
                    <a:pt x="1" y="13"/>
                    <a:pt x="13" y="1"/>
                    <a:pt x="37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26"/>
            <p:cNvSpPr/>
            <p:nvPr/>
          </p:nvSpPr>
          <p:spPr>
            <a:xfrm>
              <a:off x="3634075" y="4403950"/>
              <a:ext cx="325" cy="925"/>
            </a:xfrm>
            <a:custGeom>
              <a:avLst/>
              <a:gdLst/>
              <a:ahLst/>
              <a:cxnLst/>
              <a:rect l="l" t="t" r="r" b="b"/>
              <a:pathLst>
                <a:path w="13" h="37" extrusionOk="0">
                  <a:moveTo>
                    <a:pt x="12" y="0"/>
                  </a:moveTo>
                  <a:lnTo>
                    <a:pt x="12" y="0"/>
                  </a:lnTo>
                  <a:cubicBezTo>
                    <a:pt x="6" y="14"/>
                    <a:pt x="3" y="19"/>
                    <a:pt x="1" y="24"/>
                  </a:cubicBezTo>
                  <a:lnTo>
                    <a:pt x="1" y="24"/>
                  </a:lnTo>
                  <a:cubicBezTo>
                    <a:pt x="12" y="24"/>
                    <a:pt x="12" y="23"/>
                    <a:pt x="12" y="0"/>
                  </a:cubicBezTo>
                  <a:close/>
                  <a:moveTo>
                    <a:pt x="1" y="24"/>
                  </a:moveTo>
                  <a:cubicBezTo>
                    <a:pt x="1" y="24"/>
                    <a:pt x="1" y="24"/>
                    <a:pt x="0" y="24"/>
                  </a:cubicBezTo>
                  <a:lnTo>
                    <a:pt x="0" y="36"/>
                  </a:lnTo>
                  <a:cubicBezTo>
                    <a:pt x="0" y="31"/>
                    <a:pt x="0" y="28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3778;p26"/>
            <p:cNvSpPr/>
            <p:nvPr/>
          </p:nvSpPr>
          <p:spPr>
            <a:xfrm>
              <a:off x="2599425" y="4199450"/>
              <a:ext cx="104800" cy="112250"/>
            </a:xfrm>
            <a:custGeom>
              <a:avLst/>
              <a:gdLst/>
              <a:ahLst/>
              <a:cxnLst/>
              <a:rect l="l" t="t" r="r" b="b"/>
              <a:pathLst>
                <a:path w="4192" h="4490" extrusionOk="0">
                  <a:moveTo>
                    <a:pt x="3929" y="1"/>
                  </a:moveTo>
                  <a:lnTo>
                    <a:pt x="0" y="4394"/>
                  </a:lnTo>
                  <a:cubicBezTo>
                    <a:pt x="84" y="4394"/>
                    <a:pt x="167" y="4430"/>
                    <a:pt x="250" y="4489"/>
                  </a:cubicBezTo>
                  <a:lnTo>
                    <a:pt x="417" y="4418"/>
                  </a:lnTo>
                  <a:lnTo>
                    <a:pt x="4191" y="203"/>
                  </a:lnTo>
                  <a:lnTo>
                    <a:pt x="392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3779;p26"/>
            <p:cNvSpPr/>
            <p:nvPr/>
          </p:nvSpPr>
          <p:spPr>
            <a:xfrm>
              <a:off x="2778900" y="4187850"/>
              <a:ext cx="124150" cy="53600"/>
            </a:xfrm>
            <a:custGeom>
              <a:avLst/>
              <a:gdLst/>
              <a:ahLst/>
              <a:cxnLst/>
              <a:rect l="l" t="t" r="r" b="b"/>
              <a:pathLst>
                <a:path w="4966" h="2144" extrusionOk="0">
                  <a:moveTo>
                    <a:pt x="4942" y="0"/>
                  </a:moveTo>
                  <a:cubicBezTo>
                    <a:pt x="4930" y="0"/>
                    <a:pt x="4918" y="0"/>
                    <a:pt x="4918" y="12"/>
                  </a:cubicBezTo>
                  <a:cubicBezTo>
                    <a:pt x="4930" y="12"/>
                    <a:pt x="4942" y="12"/>
                    <a:pt x="4942" y="0"/>
                  </a:cubicBezTo>
                  <a:close/>
                  <a:moveTo>
                    <a:pt x="4918" y="12"/>
                  </a:moveTo>
                  <a:lnTo>
                    <a:pt x="1" y="1834"/>
                  </a:lnTo>
                  <a:cubicBezTo>
                    <a:pt x="84" y="1917"/>
                    <a:pt x="120" y="2024"/>
                    <a:pt x="144" y="2143"/>
                  </a:cubicBezTo>
                  <a:lnTo>
                    <a:pt x="4966" y="358"/>
                  </a:lnTo>
                  <a:lnTo>
                    <a:pt x="4882" y="310"/>
                  </a:lnTo>
                  <a:cubicBezTo>
                    <a:pt x="4811" y="250"/>
                    <a:pt x="4799" y="155"/>
                    <a:pt x="4847" y="72"/>
                  </a:cubicBezTo>
                  <a:cubicBezTo>
                    <a:pt x="4859" y="48"/>
                    <a:pt x="4882" y="36"/>
                    <a:pt x="4918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3780;p26"/>
            <p:cNvSpPr/>
            <p:nvPr/>
          </p:nvSpPr>
          <p:spPr>
            <a:xfrm>
              <a:off x="2905125" y="4188150"/>
              <a:ext cx="900" cy="625"/>
            </a:xfrm>
            <a:custGeom>
              <a:avLst/>
              <a:gdLst/>
              <a:ahLst/>
              <a:cxnLst/>
              <a:rect l="l" t="t" r="r" b="b"/>
              <a:pathLst>
                <a:path w="36" h="25" extrusionOk="0">
                  <a:moveTo>
                    <a:pt x="0" y="0"/>
                  </a:moveTo>
                  <a:cubicBezTo>
                    <a:pt x="12" y="0"/>
                    <a:pt x="12" y="24"/>
                    <a:pt x="36" y="24"/>
                  </a:cubicBezTo>
                  <a:cubicBezTo>
                    <a:pt x="12" y="24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781;p26"/>
            <p:cNvSpPr/>
            <p:nvPr/>
          </p:nvSpPr>
          <p:spPr>
            <a:xfrm>
              <a:off x="2903925" y="41878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0" y="0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782;p26"/>
            <p:cNvSpPr/>
            <p:nvPr/>
          </p:nvSpPr>
          <p:spPr>
            <a:xfrm>
              <a:off x="2903325" y="41878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3783;p26"/>
            <p:cNvSpPr/>
            <p:nvPr/>
          </p:nvSpPr>
          <p:spPr>
            <a:xfrm>
              <a:off x="2906000" y="4188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26"/>
            <p:cNvSpPr/>
            <p:nvPr/>
          </p:nvSpPr>
          <p:spPr>
            <a:xfrm>
              <a:off x="2898575" y="4188150"/>
              <a:ext cx="179200" cy="127725"/>
            </a:xfrm>
            <a:custGeom>
              <a:avLst/>
              <a:gdLst/>
              <a:ahLst/>
              <a:cxnLst/>
              <a:rect l="l" t="t" r="r" b="b"/>
              <a:pathLst>
                <a:path w="7168" h="5109" extrusionOk="0">
                  <a:moveTo>
                    <a:pt x="155" y="0"/>
                  </a:moveTo>
                  <a:cubicBezTo>
                    <a:pt x="143" y="0"/>
                    <a:pt x="131" y="0"/>
                    <a:pt x="131" y="24"/>
                  </a:cubicBezTo>
                  <a:cubicBezTo>
                    <a:pt x="95" y="24"/>
                    <a:pt x="83" y="36"/>
                    <a:pt x="60" y="60"/>
                  </a:cubicBezTo>
                  <a:cubicBezTo>
                    <a:pt x="0" y="143"/>
                    <a:pt x="24" y="238"/>
                    <a:pt x="95" y="298"/>
                  </a:cubicBezTo>
                  <a:lnTo>
                    <a:pt x="179" y="346"/>
                  </a:lnTo>
                  <a:lnTo>
                    <a:pt x="7049" y="5108"/>
                  </a:lnTo>
                  <a:cubicBezTo>
                    <a:pt x="7049" y="5084"/>
                    <a:pt x="7037" y="5049"/>
                    <a:pt x="7037" y="5025"/>
                  </a:cubicBezTo>
                  <a:cubicBezTo>
                    <a:pt x="7049" y="4918"/>
                    <a:pt x="7096" y="4834"/>
                    <a:pt x="7168" y="4787"/>
                  </a:cubicBezTo>
                  <a:lnTo>
                    <a:pt x="298" y="24"/>
                  </a:lnTo>
                  <a:cubicBezTo>
                    <a:pt x="274" y="24"/>
                    <a:pt x="274" y="0"/>
                    <a:pt x="26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26"/>
            <p:cNvSpPr/>
            <p:nvPr/>
          </p:nvSpPr>
          <p:spPr>
            <a:xfrm>
              <a:off x="2605375" y="4242625"/>
              <a:ext cx="151825" cy="76225"/>
            </a:xfrm>
            <a:custGeom>
              <a:avLst/>
              <a:gdLst/>
              <a:ahLst/>
              <a:cxnLst/>
              <a:rect l="l" t="t" r="r" b="b"/>
              <a:pathLst>
                <a:path w="6073" h="3049" extrusionOk="0">
                  <a:moveTo>
                    <a:pt x="5870" y="0"/>
                  </a:moveTo>
                  <a:lnTo>
                    <a:pt x="155" y="2679"/>
                  </a:lnTo>
                  <a:lnTo>
                    <a:pt x="0" y="2750"/>
                  </a:lnTo>
                  <a:cubicBezTo>
                    <a:pt x="84" y="2822"/>
                    <a:pt x="143" y="2929"/>
                    <a:pt x="155" y="3048"/>
                  </a:cubicBezTo>
                  <a:lnTo>
                    <a:pt x="6073" y="286"/>
                  </a:lnTo>
                  <a:cubicBezTo>
                    <a:pt x="6037" y="226"/>
                    <a:pt x="6013" y="167"/>
                    <a:pt x="5989" y="107"/>
                  </a:cubicBezTo>
                  <a:lnTo>
                    <a:pt x="587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26"/>
            <p:cNvSpPr/>
            <p:nvPr/>
          </p:nvSpPr>
          <p:spPr>
            <a:xfrm>
              <a:off x="2768500" y="4252150"/>
              <a:ext cx="210450" cy="159250"/>
            </a:xfrm>
            <a:custGeom>
              <a:avLst/>
              <a:gdLst/>
              <a:ahLst/>
              <a:cxnLst/>
              <a:rect l="l" t="t" r="r" b="b"/>
              <a:pathLst>
                <a:path w="8418" h="6370" extrusionOk="0">
                  <a:moveTo>
                    <a:pt x="381" y="0"/>
                  </a:moveTo>
                  <a:cubicBezTo>
                    <a:pt x="286" y="95"/>
                    <a:pt x="155" y="155"/>
                    <a:pt x="0" y="155"/>
                  </a:cubicBezTo>
                  <a:lnTo>
                    <a:pt x="7858" y="6370"/>
                  </a:lnTo>
                  <a:lnTo>
                    <a:pt x="8418" y="637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26"/>
            <p:cNvSpPr/>
            <p:nvPr/>
          </p:nvSpPr>
          <p:spPr>
            <a:xfrm>
              <a:off x="2694975" y="4191125"/>
              <a:ext cx="62225" cy="54200"/>
            </a:xfrm>
            <a:custGeom>
              <a:avLst/>
              <a:gdLst/>
              <a:ahLst/>
              <a:cxnLst/>
              <a:rect l="l" t="t" r="r" b="b"/>
              <a:pathLst>
                <a:path w="2489" h="2168" extrusionOk="0">
                  <a:moveTo>
                    <a:pt x="131" y="0"/>
                  </a:moveTo>
                  <a:cubicBezTo>
                    <a:pt x="95" y="24"/>
                    <a:pt x="72" y="36"/>
                    <a:pt x="60" y="60"/>
                  </a:cubicBezTo>
                  <a:cubicBezTo>
                    <a:pt x="0" y="143"/>
                    <a:pt x="12" y="238"/>
                    <a:pt x="84" y="298"/>
                  </a:cubicBezTo>
                  <a:lnTo>
                    <a:pt x="107" y="322"/>
                  </a:lnTo>
                  <a:lnTo>
                    <a:pt x="369" y="524"/>
                  </a:lnTo>
                  <a:lnTo>
                    <a:pt x="2286" y="2060"/>
                  </a:lnTo>
                  <a:lnTo>
                    <a:pt x="2429" y="2167"/>
                  </a:lnTo>
                  <a:cubicBezTo>
                    <a:pt x="2405" y="2108"/>
                    <a:pt x="2405" y="2060"/>
                    <a:pt x="2405" y="2001"/>
                  </a:cubicBezTo>
                  <a:cubicBezTo>
                    <a:pt x="2405" y="1929"/>
                    <a:pt x="2441" y="1846"/>
                    <a:pt x="2489" y="1774"/>
                  </a:cubicBezTo>
                  <a:lnTo>
                    <a:pt x="655" y="322"/>
                  </a:lnTo>
                  <a:cubicBezTo>
                    <a:pt x="596" y="405"/>
                    <a:pt x="500" y="453"/>
                    <a:pt x="405" y="453"/>
                  </a:cubicBezTo>
                  <a:cubicBezTo>
                    <a:pt x="250" y="453"/>
                    <a:pt x="143" y="298"/>
                    <a:pt x="167" y="155"/>
                  </a:cubicBezTo>
                  <a:cubicBezTo>
                    <a:pt x="167" y="96"/>
                    <a:pt x="191" y="48"/>
                    <a:pt x="22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26"/>
            <p:cNvSpPr/>
            <p:nvPr/>
          </p:nvSpPr>
          <p:spPr>
            <a:xfrm>
              <a:off x="3016725" y="4319125"/>
              <a:ext cx="67000" cy="92275"/>
            </a:xfrm>
            <a:custGeom>
              <a:avLst/>
              <a:gdLst/>
              <a:ahLst/>
              <a:cxnLst/>
              <a:rect l="l" t="t" r="r" b="b"/>
              <a:pathLst>
                <a:path w="2680" h="3691" extrusionOk="0">
                  <a:moveTo>
                    <a:pt x="2680" y="119"/>
                  </a:moveTo>
                  <a:lnTo>
                    <a:pt x="2675" y="126"/>
                  </a:lnTo>
                  <a:lnTo>
                    <a:pt x="2675" y="126"/>
                  </a:lnTo>
                  <a:cubicBezTo>
                    <a:pt x="2677" y="124"/>
                    <a:pt x="2679" y="122"/>
                    <a:pt x="2680" y="119"/>
                  </a:cubicBezTo>
                  <a:close/>
                  <a:moveTo>
                    <a:pt x="2370" y="0"/>
                  </a:moveTo>
                  <a:lnTo>
                    <a:pt x="1" y="3560"/>
                  </a:lnTo>
                  <a:cubicBezTo>
                    <a:pt x="96" y="3596"/>
                    <a:pt x="168" y="3631"/>
                    <a:pt x="227" y="3691"/>
                  </a:cubicBezTo>
                  <a:lnTo>
                    <a:pt x="310" y="3691"/>
                  </a:lnTo>
                  <a:lnTo>
                    <a:pt x="2675" y="126"/>
                  </a:lnTo>
                  <a:lnTo>
                    <a:pt x="2675" y="126"/>
                  </a:lnTo>
                  <a:cubicBezTo>
                    <a:pt x="2661" y="143"/>
                    <a:pt x="2628" y="143"/>
                    <a:pt x="2596" y="143"/>
                  </a:cubicBezTo>
                  <a:cubicBezTo>
                    <a:pt x="2501" y="143"/>
                    <a:pt x="2418" y="83"/>
                    <a:pt x="237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26"/>
            <p:cNvSpPr/>
            <p:nvPr/>
          </p:nvSpPr>
          <p:spPr>
            <a:xfrm>
              <a:off x="3084000" y="4036650"/>
              <a:ext cx="186075" cy="275050"/>
            </a:xfrm>
            <a:custGeom>
              <a:avLst/>
              <a:gdLst/>
              <a:ahLst/>
              <a:cxnLst/>
              <a:rect l="l" t="t" r="r" b="b"/>
              <a:pathLst>
                <a:path w="7443" h="11002" extrusionOk="0">
                  <a:moveTo>
                    <a:pt x="7168" y="0"/>
                  </a:moveTo>
                  <a:lnTo>
                    <a:pt x="1" y="10811"/>
                  </a:lnTo>
                  <a:cubicBezTo>
                    <a:pt x="108" y="10847"/>
                    <a:pt x="203" y="10918"/>
                    <a:pt x="227" y="11001"/>
                  </a:cubicBezTo>
                  <a:cubicBezTo>
                    <a:pt x="239" y="11001"/>
                    <a:pt x="263" y="10989"/>
                    <a:pt x="286" y="10989"/>
                  </a:cubicBezTo>
                  <a:lnTo>
                    <a:pt x="7442" y="179"/>
                  </a:lnTo>
                  <a:cubicBezTo>
                    <a:pt x="7323" y="155"/>
                    <a:pt x="7240" y="95"/>
                    <a:pt x="716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26"/>
            <p:cNvSpPr/>
            <p:nvPr/>
          </p:nvSpPr>
          <p:spPr>
            <a:xfrm>
              <a:off x="3088475" y="4311375"/>
              <a:ext cx="161950" cy="100025"/>
            </a:xfrm>
            <a:custGeom>
              <a:avLst/>
              <a:gdLst/>
              <a:ahLst/>
              <a:cxnLst/>
              <a:rect l="l" t="t" r="r" b="b"/>
              <a:pathLst>
                <a:path w="6478" h="4001" extrusionOk="0">
                  <a:moveTo>
                    <a:pt x="107" y="0"/>
                  </a:moveTo>
                  <a:cubicBezTo>
                    <a:pt x="96" y="0"/>
                    <a:pt x="72" y="0"/>
                    <a:pt x="48" y="12"/>
                  </a:cubicBezTo>
                  <a:cubicBezTo>
                    <a:pt x="60" y="60"/>
                    <a:pt x="84" y="108"/>
                    <a:pt x="60" y="155"/>
                  </a:cubicBezTo>
                  <a:cubicBezTo>
                    <a:pt x="60" y="215"/>
                    <a:pt x="36" y="250"/>
                    <a:pt x="0" y="298"/>
                  </a:cubicBezTo>
                  <a:lnTo>
                    <a:pt x="24" y="310"/>
                  </a:lnTo>
                  <a:lnTo>
                    <a:pt x="5834" y="4001"/>
                  </a:lnTo>
                  <a:lnTo>
                    <a:pt x="6477" y="4001"/>
                  </a:lnTo>
                  <a:lnTo>
                    <a:pt x="203" y="36"/>
                  </a:lnTo>
                  <a:cubicBezTo>
                    <a:pt x="167" y="12"/>
                    <a:pt x="143" y="0"/>
                    <a:pt x="10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26"/>
            <p:cNvSpPr/>
            <p:nvPr/>
          </p:nvSpPr>
          <p:spPr>
            <a:xfrm>
              <a:off x="3271525" y="4040200"/>
              <a:ext cx="47350" cy="371200"/>
            </a:xfrm>
            <a:custGeom>
              <a:avLst/>
              <a:gdLst/>
              <a:ahLst/>
              <a:cxnLst/>
              <a:rect l="l" t="t" r="r" b="b"/>
              <a:pathLst>
                <a:path w="1894" h="14848" extrusionOk="0">
                  <a:moveTo>
                    <a:pt x="334" y="1"/>
                  </a:moveTo>
                  <a:cubicBezTo>
                    <a:pt x="255" y="51"/>
                    <a:pt x="159" y="75"/>
                    <a:pt x="60" y="75"/>
                  </a:cubicBezTo>
                  <a:cubicBezTo>
                    <a:pt x="40" y="75"/>
                    <a:pt x="20" y="74"/>
                    <a:pt x="1" y="72"/>
                  </a:cubicBezTo>
                  <a:lnTo>
                    <a:pt x="1" y="72"/>
                  </a:lnTo>
                  <a:lnTo>
                    <a:pt x="1548" y="14848"/>
                  </a:lnTo>
                  <a:lnTo>
                    <a:pt x="1894" y="14848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26"/>
            <p:cNvSpPr/>
            <p:nvPr/>
          </p:nvSpPr>
          <p:spPr>
            <a:xfrm>
              <a:off x="3632275" y="4401925"/>
              <a:ext cx="10750" cy="9475"/>
            </a:xfrm>
            <a:custGeom>
              <a:avLst/>
              <a:gdLst/>
              <a:ahLst/>
              <a:cxnLst/>
              <a:rect l="l" t="t" r="r" b="b"/>
              <a:pathLst>
                <a:path w="430" h="379" extrusionOk="0">
                  <a:moveTo>
                    <a:pt x="227" y="1"/>
                  </a:moveTo>
                  <a:cubicBezTo>
                    <a:pt x="209" y="1"/>
                    <a:pt x="191" y="4"/>
                    <a:pt x="180" y="10"/>
                  </a:cubicBezTo>
                  <a:cubicBezTo>
                    <a:pt x="156" y="10"/>
                    <a:pt x="156" y="22"/>
                    <a:pt x="144" y="22"/>
                  </a:cubicBezTo>
                  <a:lnTo>
                    <a:pt x="132" y="22"/>
                  </a:lnTo>
                  <a:lnTo>
                    <a:pt x="120" y="46"/>
                  </a:lnTo>
                  <a:lnTo>
                    <a:pt x="96" y="57"/>
                  </a:lnTo>
                  <a:lnTo>
                    <a:pt x="84" y="69"/>
                  </a:lnTo>
                  <a:lnTo>
                    <a:pt x="84" y="81"/>
                  </a:lnTo>
                  <a:cubicBezTo>
                    <a:pt x="84" y="105"/>
                    <a:pt x="72" y="105"/>
                    <a:pt x="72" y="117"/>
                  </a:cubicBezTo>
                  <a:lnTo>
                    <a:pt x="1" y="379"/>
                  </a:lnTo>
                  <a:lnTo>
                    <a:pt x="334" y="379"/>
                  </a:lnTo>
                  <a:lnTo>
                    <a:pt x="370" y="308"/>
                  </a:lnTo>
                  <a:lnTo>
                    <a:pt x="394" y="224"/>
                  </a:lnTo>
                  <a:cubicBezTo>
                    <a:pt x="430" y="129"/>
                    <a:pt x="370" y="46"/>
                    <a:pt x="275" y="10"/>
                  </a:cubicBezTo>
                  <a:cubicBezTo>
                    <a:pt x="263" y="4"/>
                    <a:pt x="245" y="1"/>
                    <a:pt x="227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26"/>
            <p:cNvSpPr/>
            <p:nvPr/>
          </p:nvSpPr>
          <p:spPr>
            <a:xfrm>
              <a:off x="3737350" y="4195300"/>
              <a:ext cx="14325" cy="216100"/>
            </a:xfrm>
            <a:custGeom>
              <a:avLst/>
              <a:gdLst/>
              <a:ahLst/>
              <a:cxnLst/>
              <a:rect l="l" t="t" r="r" b="b"/>
              <a:pathLst>
                <a:path w="573" h="8644" extrusionOk="0">
                  <a:moveTo>
                    <a:pt x="227" y="0"/>
                  </a:moveTo>
                  <a:lnTo>
                    <a:pt x="37" y="7156"/>
                  </a:lnTo>
                  <a:lnTo>
                    <a:pt x="25" y="7513"/>
                  </a:lnTo>
                  <a:lnTo>
                    <a:pt x="1" y="8644"/>
                  </a:lnTo>
                  <a:lnTo>
                    <a:pt x="346" y="8644"/>
                  </a:lnTo>
                  <a:lnTo>
                    <a:pt x="382" y="7418"/>
                  </a:lnTo>
                  <a:lnTo>
                    <a:pt x="394" y="7060"/>
                  </a:lnTo>
                  <a:lnTo>
                    <a:pt x="572" y="429"/>
                  </a:lnTo>
                  <a:lnTo>
                    <a:pt x="287" y="167"/>
                  </a:lnTo>
                  <a:cubicBezTo>
                    <a:pt x="239" y="119"/>
                    <a:pt x="227" y="60"/>
                    <a:pt x="239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26"/>
            <p:cNvSpPr/>
            <p:nvPr/>
          </p:nvSpPr>
          <p:spPr>
            <a:xfrm>
              <a:off x="4021625" y="4264050"/>
              <a:ext cx="149750" cy="147350"/>
            </a:xfrm>
            <a:custGeom>
              <a:avLst/>
              <a:gdLst/>
              <a:ahLst/>
              <a:cxnLst/>
              <a:rect l="l" t="t" r="r" b="b"/>
              <a:pathLst>
                <a:path w="5990" h="5894" extrusionOk="0">
                  <a:moveTo>
                    <a:pt x="5751" y="0"/>
                  </a:moveTo>
                  <a:lnTo>
                    <a:pt x="5692" y="60"/>
                  </a:lnTo>
                  <a:lnTo>
                    <a:pt x="0" y="5894"/>
                  </a:lnTo>
                  <a:lnTo>
                    <a:pt x="477" y="5894"/>
                  </a:lnTo>
                  <a:lnTo>
                    <a:pt x="5989" y="238"/>
                  </a:lnTo>
                  <a:cubicBezTo>
                    <a:pt x="5882" y="179"/>
                    <a:pt x="5799" y="108"/>
                    <a:pt x="575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26"/>
            <p:cNvSpPr/>
            <p:nvPr/>
          </p:nvSpPr>
          <p:spPr>
            <a:xfrm>
              <a:off x="4484475" y="4346500"/>
              <a:ext cx="96475" cy="64900"/>
            </a:xfrm>
            <a:custGeom>
              <a:avLst/>
              <a:gdLst/>
              <a:ahLst/>
              <a:cxnLst/>
              <a:rect l="l" t="t" r="r" b="b"/>
              <a:pathLst>
                <a:path w="3859" h="2596" extrusionOk="0">
                  <a:moveTo>
                    <a:pt x="3668" y="0"/>
                  </a:moveTo>
                  <a:lnTo>
                    <a:pt x="1" y="2596"/>
                  </a:lnTo>
                  <a:lnTo>
                    <a:pt x="584" y="2596"/>
                  </a:lnTo>
                  <a:lnTo>
                    <a:pt x="3858" y="262"/>
                  </a:lnTo>
                  <a:cubicBezTo>
                    <a:pt x="3787" y="191"/>
                    <a:pt x="3715" y="96"/>
                    <a:pt x="366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26"/>
            <p:cNvSpPr/>
            <p:nvPr/>
          </p:nvSpPr>
          <p:spPr>
            <a:xfrm>
              <a:off x="3743025" y="4194700"/>
              <a:ext cx="230700" cy="216425"/>
            </a:xfrm>
            <a:custGeom>
              <a:avLst/>
              <a:gdLst/>
              <a:ahLst/>
              <a:cxnLst/>
              <a:rect l="l" t="t" r="r" b="b"/>
              <a:pathLst>
                <a:path w="9228" h="8657" extrusionOk="0">
                  <a:moveTo>
                    <a:pt x="369" y="0"/>
                  </a:moveTo>
                  <a:cubicBezTo>
                    <a:pt x="309" y="26"/>
                    <a:pt x="243" y="46"/>
                    <a:pt x="179" y="46"/>
                  </a:cubicBezTo>
                  <a:cubicBezTo>
                    <a:pt x="155" y="46"/>
                    <a:pt x="131" y="43"/>
                    <a:pt x="107" y="36"/>
                  </a:cubicBezTo>
                  <a:cubicBezTo>
                    <a:pt x="72" y="36"/>
                    <a:pt x="48" y="24"/>
                    <a:pt x="12" y="24"/>
                  </a:cubicBezTo>
                  <a:cubicBezTo>
                    <a:pt x="0" y="84"/>
                    <a:pt x="12" y="143"/>
                    <a:pt x="60" y="191"/>
                  </a:cubicBezTo>
                  <a:lnTo>
                    <a:pt x="345" y="453"/>
                  </a:lnTo>
                  <a:lnTo>
                    <a:pt x="5584" y="5572"/>
                  </a:lnTo>
                  <a:lnTo>
                    <a:pt x="5870" y="5846"/>
                  </a:lnTo>
                  <a:lnTo>
                    <a:pt x="8739" y="8656"/>
                  </a:lnTo>
                  <a:lnTo>
                    <a:pt x="9227" y="8656"/>
                  </a:lnTo>
                  <a:lnTo>
                    <a:pt x="7144" y="6620"/>
                  </a:lnTo>
                  <a:cubicBezTo>
                    <a:pt x="7120" y="6620"/>
                    <a:pt x="7102" y="6625"/>
                    <a:pt x="7078" y="6625"/>
                  </a:cubicBezTo>
                  <a:cubicBezTo>
                    <a:pt x="7066" y="6625"/>
                    <a:pt x="7053" y="6624"/>
                    <a:pt x="7037" y="6620"/>
                  </a:cubicBezTo>
                  <a:cubicBezTo>
                    <a:pt x="6858" y="6596"/>
                    <a:pt x="6739" y="6453"/>
                    <a:pt x="6751" y="6275"/>
                  </a:cubicBezTo>
                  <a:lnTo>
                    <a:pt x="6751" y="6239"/>
                  </a:lnTo>
                  <a:lnTo>
                    <a:pt x="6239" y="5739"/>
                  </a:lnTo>
                  <a:lnTo>
                    <a:pt x="5953" y="5465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26"/>
            <p:cNvSpPr/>
            <p:nvPr/>
          </p:nvSpPr>
          <p:spPr>
            <a:xfrm>
              <a:off x="4185325" y="4269100"/>
              <a:ext cx="69975" cy="142300"/>
            </a:xfrm>
            <a:custGeom>
              <a:avLst/>
              <a:gdLst/>
              <a:ahLst/>
              <a:cxnLst/>
              <a:rect l="l" t="t" r="r" b="b"/>
              <a:pathLst>
                <a:path w="2799" h="5692" extrusionOk="0">
                  <a:moveTo>
                    <a:pt x="1" y="1"/>
                  </a:moveTo>
                  <a:lnTo>
                    <a:pt x="2430" y="5692"/>
                  </a:lnTo>
                  <a:lnTo>
                    <a:pt x="2799" y="5692"/>
                  </a:lnTo>
                  <a:lnTo>
                    <a:pt x="572" y="4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26"/>
            <p:cNvSpPr/>
            <p:nvPr/>
          </p:nvSpPr>
          <p:spPr>
            <a:xfrm>
              <a:off x="4174625" y="4240475"/>
              <a:ext cx="9550" cy="5725"/>
            </a:xfrm>
            <a:custGeom>
              <a:avLst/>
              <a:gdLst/>
              <a:ahLst/>
              <a:cxnLst/>
              <a:rect l="l" t="t" r="r" b="b"/>
              <a:pathLst>
                <a:path w="382" h="229" extrusionOk="0">
                  <a:moveTo>
                    <a:pt x="180" y="1"/>
                  </a:moveTo>
                  <a:cubicBezTo>
                    <a:pt x="159" y="1"/>
                    <a:pt x="138" y="5"/>
                    <a:pt x="119" y="15"/>
                  </a:cubicBezTo>
                  <a:lnTo>
                    <a:pt x="107" y="15"/>
                  </a:lnTo>
                  <a:cubicBezTo>
                    <a:pt x="48" y="38"/>
                    <a:pt x="0" y="98"/>
                    <a:pt x="0" y="169"/>
                  </a:cubicBezTo>
                  <a:cubicBezTo>
                    <a:pt x="60" y="158"/>
                    <a:pt x="119" y="158"/>
                    <a:pt x="167" y="158"/>
                  </a:cubicBezTo>
                  <a:cubicBezTo>
                    <a:pt x="250" y="158"/>
                    <a:pt x="322" y="193"/>
                    <a:pt x="381" y="229"/>
                  </a:cubicBezTo>
                  <a:lnTo>
                    <a:pt x="322" y="98"/>
                  </a:lnTo>
                  <a:cubicBezTo>
                    <a:pt x="304" y="36"/>
                    <a:pt x="241" y="1"/>
                    <a:pt x="18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26"/>
            <p:cNvSpPr/>
            <p:nvPr/>
          </p:nvSpPr>
          <p:spPr>
            <a:xfrm>
              <a:off x="4599075" y="4353050"/>
              <a:ext cx="37825" cy="58350"/>
            </a:xfrm>
            <a:custGeom>
              <a:avLst/>
              <a:gdLst/>
              <a:ahLst/>
              <a:cxnLst/>
              <a:rect l="l" t="t" r="r" b="b"/>
              <a:pathLst>
                <a:path w="1513" h="2334" extrusionOk="0">
                  <a:moveTo>
                    <a:pt x="274" y="0"/>
                  </a:moveTo>
                  <a:cubicBezTo>
                    <a:pt x="203" y="72"/>
                    <a:pt x="96" y="119"/>
                    <a:pt x="0" y="155"/>
                  </a:cubicBezTo>
                  <a:lnTo>
                    <a:pt x="1120" y="2334"/>
                  </a:lnTo>
                  <a:lnTo>
                    <a:pt x="1513" y="2334"/>
                  </a:lnTo>
                  <a:lnTo>
                    <a:pt x="334" y="48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26"/>
            <p:cNvSpPr/>
            <p:nvPr/>
          </p:nvSpPr>
          <p:spPr>
            <a:xfrm>
              <a:off x="4185025" y="4263750"/>
              <a:ext cx="182500" cy="147650"/>
            </a:xfrm>
            <a:custGeom>
              <a:avLst/>
              <a:gdLst/>
              <a:ahLst/>
              <a:cxnLst/>
              <a:rect l="l" t="t" r="r" b="b"/>
              <a:pathLst>
                <a:path w="7300" h="5906" extrusionOk="0">
                  <a:moveTo>
                    <a:pt x="179" y="0"/>
                  </a:moveTo>
                  <a:cubicBezTo>
                    <a:pt x="132" y="96"/>
                    <a:pt x="72" y="155"/>
                    <a:pt x="1" y="215"/>
                  </a:cubicBezTo>
                  <a:lnTo>
                    <a:pt x="549" y="691"/>
                  </a:lnTo>
                  <a:lnTo>
                    <a:pt x="6776" y="5906"/>
                  </a:lnTo>
                  <a:lnTo>
                    <a:pt x="7299" y="5906"/>
                  </a:lnTo>
                  <a:lnTo>
                    <a:pt x="299" y="36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26"/>
            <p:cNvSpPr/>
            <p:nvPr/>
          </p:nvSpPr>
          <p:spPr>
            <a:xfrm>
              <a:off x="4189800" y="4255125"/>
              <a:ext cx="386375" cy="83950"/>
            </a:xfrm>
            <a:custGeom>
              <a:avLst/>
              <a:gdLst/>
              <a:ahLst/>
              <a:cxnLst/>
              <a:rect l="l" t="t" r="r" b="b"/>
              <a:pathLst>
                <a:path w="15455" h="3358" extrusionOk="0">
                  <a:moveTo>
                    <a:pt x="36" y="0"/>
                  </a:moveTo>
                  <a:lnTo>
                    <a:pt x="36" y="0"/>
                  </a:lnTo>
                  <a:cubicBezTo>
                    <a:pt x="48" y="48"/>
                    <a:pt x="48" y="107"/>
                    <a:pt x="48" y="155"/>
                  </a:cubicBezTo>
                  <a:cubicBezTo>
                    <a:pt x="48" y="214"/>
                    <a:pt x="24" y="286"/>
                    <a:pt x="0" y="334"/>
                  </a:cubicBezTo>
                  <a:lnTo>
                    <a:pt x="143" y="381"/>
                  </a:lnTo>
                  <a:lnTo>
                    <a:pt x="15395" y="3358"/>
                  </a:lnTo>
                  <a:lnTo>
                    <a:pt x="15395" y="3262"/>
                  </a:lnTo>
                  <a:cubicBezTo>
                    <a:pt x="15407" y="3179"/>
                    <a:pt x="15419" y="3084"/>
                    <a:pt x="15455" y="3012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26"/>
            <p:cNvSpPr/>
            <p:nvPr/>
          </p:nvSpPr>
          <p:spPr>
            <a:xfrm>
              <a:off x="4185925" y="3740775"/>
              <a:ext cx="804900" cy="513475"/>
            </a:xfrm>
            <a:custGeom>
              <a:avLst/>
              <a:gdLst/>
              <a:ahLst/>
              <a:cxnLst/>
              <a:rect l="l" t="t" r="r" b="b"/>
              <a:pathLst>
                <a:path w="32196" h="20539" extrusionOk="0">
                  <a:moveTo>
                    <a:pt x="32017" y="0"/>
                  </a:moveTo>
                  <a:lnTo>
                    <a:pt x="1" y="20265"/>
                  </a:lnTo>
                  <a:cubicBezTo>
                    <a:pt x="84" y="20324"/>
                    <a:pt x="155" y="20431"/>
                    <a:pt x="191" y="20538"/>
                  </a:cubicBezTo>
                  <a:lnTo>
                    <a:pt x="32195" y="274"/>
                  </a:lnTo>
                  <a:cubicBezTo>
                    <a:pt x="32124" y="203"/>
                    <a:pt x="32052" y="95"/>
                    <a:pt x="3201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26"/>
            <p:cNvSpPr/>
            <p:nvPr/>
          </p:nvSpPr>
          <p:spPr>
            <a:xfrm>
              <a:off x="4604725" y="4122375"/>
              <a:ext cx="224450" cy="207175"/>
            </a:xfrm>
            <a:custGeom>
              <a:avLst/>
              <a:gdLst/>
              <a:ahLst/>
              <a:cxnLst/>
              <a:rect l="l" t="t" r="r" b="b"/>
              <a:pathLst>
                <a:path w="8978" h="8287" extrusionOk="0">
                  <a:moveTo>
                    <a:pt x="8752" y="0"/>
                  </a:moveTo>
                  <a:lnTo>
                    <a:pt x="1" y="8037"/>
                  </a:lnTo>
                  <a:cubicBezTo>
                    <a:pt x="96" y="8108"/>
                    <a:pt x="167" y="8191"/>
                    <a:pt x="227" y="8287"/>
                  </a:cubicBezTo>
                  <a:lnTo>
                    <a:pt x="8978" y="250"/>
                  </a:lnTo>
                  <a:cubicBezTo>
                    <a:pt x="8907" y="167"/>
                    <a:pt x="8811" y="95"/>
                    <a:pt x="875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26"/>
            <p:cNvSpPr/>
            <p:nvPr/>
          </p:nvSpPr>
          <p:spPr>
            <a:xfrm>
              <a:off x="4727950" y="4136950"/>
              <a:ext cx="125650" cy="274450"/>
            </a:xfrm>
            <a:custGeom>
              <a:avLst/>
              <a:gdLst/>
              <a:ahLst/>
              <a:cxnLst/>
              <a:rect l="l" t="t" r="r" b="b"/>
              <a:pathLst>
                <a:path w="5026" h="10978" extrusionOk="0">
                  <a:moveTo>
                    <a:pt x="4704" y="0"/>
                  </a:moveTo>
                  <a:lnTo>
                    <a:pt x="1" y="10978"/>
                  </a:lnTo>
                  <a:lnTo>
                    <a:pt x="370" y="10978"/>
                  </a:lnTo>
                  <a:lnTo>
                    <a:pt x="5025" y="119"/>
                  </a:lnTo>
                  <a:lnTo>
                    <a:pt x="5025" y="48"/>
                  </a:lnTo>
                  <a:lnTo>
                    <a:pt x="4906" y="48"/>
                  </a:lnTo>
                  <a:cubicBezTo>
                    <a:pt x="4835" y="24"/>
                    <a:pt x="4763" y="24"/>
                    <a:pt x="470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26"/>
            <p:cNvSpPr/>
            <p:nvPr/>
          </p:nvSpPr>
          <p:spPr>
            <a:xfrm>
              <a:off x="4605925" y="4346200"/>
              <a:ext cx="86650" cy="65200"/>
            </a:xfrm>
            <a:custGeom>
              <a:avLst/>
              <a:gdLst/>
              <a:ahLst/>
              <a:cxnLst/>
              <a:rect l="l" t="t" r="r" b="b"/>
              <a:pathLst>
                <a:path w="3466" h="2608" extrusionOk="0">
                  <a:moveTo>
                    <a:pt x="203" y="0"/>
                  </a:moveTo>
                  <a:cubicBezTo>
                    <a:pt x="167" y="108"/>
                    <a:pt x="84" y="203"/>
                    <a:pt x="0" y="274"/>
                  </a:cubicBezTo>
                  <a:lnTo>
                    <a:pt x="60" y="322"/>
                  </a:lnTo>
                  <a:lnTo>
                    <a:pt x="2917" y="2608"/>
                  </a:lnTo>
                  <a:lnTo>
                    <a:pt x="3465" y="2608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26"/>
            <p:cNvSpPr/>
            <p:nvPr/>
          </p:nvSpPr>
          <p:spPr>
            <a:xfrm>
              <a:off x="5016400" y="4244400"/>
              <a:ext cx="9250" cy="167000"/>
            </a:xfrm>
            <a:custGeom>
              <a:avLst/>
              <a:gdLst/>
              <a:ahLst/>
              <a:cxnLst/>
              <a:rect l="l" t="t" r="r" b="b"/>
              <a:pathLst>
                <a:path w="370" h="6680" extrusionOk="0">
                  <a:moveTo>
                    <a:pt x="333" y="1"/>
                  </a:moveTo>
                  <a:cubicBezTo>
                    <a:pt x="262" y="27"/>
                    <a:pt x="177" y="41"/>
                    <a:pt x="89" y="41"/>
                  </a:cubicBezTo>
                  <a:cubicBezTo>
                    <a:pt x="60" y="41"/>
                    <a:pt x="30" y="39"/>
                    <a:pt x="0" y="36"/>
                  </a:cubicBezTo>
                  <a:lnTo>
                    <a:pt x="0" y="36"/>
                  </a:lnTo>
                  <a:lnTo>
                    <a:pt x="24" y="6680"/>
                  </a:lnTo>
                  <a:lnTo>
                    <a:pt x="369" y="6680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26"/>
            <p:cNvSpPr/>
            <p:nvPr/>
          </p:nvSpPr>
          <p:spPr>
            <a:xfrm>
              <a:off x="5021450" y="4188150"/>
              <a:ext cx="3300" cy="3900"/>
            </a:xfrm>
            <a:custGeom>
              <a:avLst/>
              <a:gdLst/>
              <a:ahLst/>
              <a:cxnLst/>
              <a:rect l="l" t="t" r="r" b="b"/>
              <a:pathLst>
                <a:path w="132" h="156" extrusionOk="0">
                  <a:moveTo>
                    <a:pt x="0" y="0"/>
                  </a:moveTo>
                  <a:lnTo>
                    <a:pt x="0" y="119"/>
                  </a:lnTo>
                  <a:lnTo>
                    <a:pt x="12" y="119"/>
                  </a:lnTo>
                  <a:cubicBezTo>
                    <a:pt x="48" y="143"/>
                    <a:pt x="96" y="155"/>
                    <a:pt x="131" y="155"/>
                  </a:cubicBezTo>
                  <a:cubicBezTo>
                    <a:pt x="120" y="84"/>
                    <a:pt x="72" y="24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26"/>
            <p:cNvSpPr/>
            <p:nvPr/>
          </p:nvSpPr>
          <p:spPr>
            <a:xfrm>
              <a:off x="4864275" y="3750900"/>
              <a:ext cx="138450" cy="315225"/>
            </a:xfrm>
            <a:custGeom>
              <a:avLst/>
              <a:gdLst/>
              <a:ahLst/>
              <a:cxnLst/>
              <a:rect l="l" t="t" r="r" b="b"/>
              <a:pathLst>
                <a:path w="5538" h="12609" extrusionOk="0">
                  <a:moveTo>
                    <a:pt x="5216" y="0"/>
                  </a:moveTo>
                  <a:lnTo>
                    <a:pt x="1" y="12490"/>
                  </a:lnTo>
                  <a:cubicBezTo>
                    <a:pt x="132" y="12513"/>
                    <a:pt x="227" y="12549"/>
                    <a:pt x="322" y="12609"/>
                  </a:cubicBezTo>
                  <a:lnTo>
                    <a:pt x="5537" y="95"/>
                  </a:lnTo>
                  <a:lnTo>
                    <a:pt x="5514" y="95"/>
                  </a:lnTo>
                  <a:cubicBezTo>
                    <a:pt x="5406" y="83"/>
                    <a:pt x="5299" y="48"/>
                    <a:pt x="521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26"/>
            <p:cNvSpPr/>
            <p:nvPr/>
          </p:nvSpPr>
          <p:spPr>
            <a:xfrm>
              <a:off x="5003300" y="3753275"/>
              <a:ext cx="18175" cy="439050"/>
            </a:xfrm>
            <a:custGeom>
              <a:avLst/>
              <a:gdLst/>
              <a:ahLst/>
              <a:cxnLst/>
              <a:rect l="l" t="t" r="r" b="b"/>
              <a:pathLst>
                <a:path w="727" h="17562" extrusionOk="0">
                  <a:moveTo>
                    <a:pt x="143" y="0"/>
                  </a:moveTo>
                  <a:cubicBezTo>
                    <a:pt x="111" y="0"/>
                    <a:pt x="74" y="6"/>
                    <a:pt x="42" y="6"/>
                  </a:cubicBezTo>
                  <a:cubicBezTo>
                    <a:pt x="27" y="6"/>
                    <a:pt x="12" y="4"/>
                    <a:pt x="0" y="0"/>
                  </a:cubicBezTo>
                  <a:lnTo>
                    <a:pt x="0" y="0"/>
                  </a:lnTo>
                  <a:lnTo>
                    <a:pt x="381" y="17562"/>
                  </a:lnTo>
                  <a:cubicBezTo>
                    <a:pt x="457" y="17545"/>
                    <a:pt x="539" y="17528"/>
                    <a:pt x="622" y="17528"/>
                  </a:cubicBezTo>
                  <a:cubicBezTo>
                    <a:pt x="657" y="17528"/>
                    <a:pt x="692" y="17531"/>
                    <a:pt x="726" y="17538"/>
                  </a:cubicBezTo>
                  <a:lnTo>
                    <a:pt x="726" y="17419"/>
                  </a:lnTo>
                  <a:lnTo>
                    <a:pt x="357" y="572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26"/>
            <p:cNvSpPr/>
            <p:nvPr/>
          </p:nvSpPr>
          <p:spPr>
            <a:xfrm>
              <a:off x="4886325" y="4112250"/>
              <a:ext cx="111625" cy="96750"/>
            </a:xfrm>
            <a:custGeom>
              <a:avLst/>
              <a:gdLst/>
              <a:ahLst/>
              <a:cxnLst/>
              <a:rect l="l" t="t" r="r" b="b"/>
              <a:pathLst>
                <a:path w="4465" h="3870" extrusionOk="0">
                  <a:moveTo>
                    <a:pt x="155" y="0"/>
                  </a:moveTo>
                  <a:cubicBezTo>
                    <a:pt x="107" y="107"/>
                    <a:pt x="60" y="226"/>
                    <a:pt x="0" y="322"/>
                  </a:cubicBezTo>
                  <a:lnTo>
                    <a:pt x="4310" y="3870"/>
                  </a:lnTo>
                  <a:cubicBezTo>
                    <a:pt x="4346" y="3774"/>
                    <a:pt x="4393" y="3667"/>
                    <a:pt x="4465" y="3572"/>
                  </a:cubicBezTo>
                  <a:lnTo>
                    <a:pt x="15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26"/>
            <p:cNvSpPr/>
            <p:nvPr/>
          </p:nvSpPr>
          <p:spPr>
            <a:xfrm>
              <a:off x="5032450" y="4235775"/>
              <a:ext cx="207800" cy="173550"/>
            </a:xfrm>
            <a:custGeom>
              <a:avLst/>
              <a:gdLst/>
              <a:ahLst/>
              <a:cxnLst/>
              <a:rect l="l" t="t" r="r" b="b"/>
              <a:pathLst>
                <a:path w="8312" h="6942" extrusionOk="0">
                  <a:moveTo>
                    <a:pt x="275" y="0"/>
                  </a:moveTo>
                  <a:cubicBezTo>
                    <a:pt x="191" y="96"/>
                    <a:pt x="96" y="167"/>
                    <a:pt x="1" y="226"/>
                  </a:cubicBezTo>
                  <a:lnTo>
                    <a:pt x="8121" y="6942"/>
                  </a:lnTo>
                  <a:cubicBezTo>
                    <a:pt x="8169" y="6834"/>
                    <a:pt x="8240" y="6751"/>
                    <a:pt x="8312" y="6668"/>
                  </a:cubicBez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26"/>
            <p:cNvSpPr/>
            <p:nvPr/>
          </p:nvSpPr>
          <p:spPr>
            <a:xfrm>
              <a:off x="5006875" y="3750000"/>
              <a:ext cx="242600" cy="651600"/>
            </a:xfrm>
            <a:custGeom>
              <a:avLst/>
              <a:gdLst/>
              <a:ahLst/>
              <a:cxnLst/>
              <a:rect l="l" t="t" r="r" b="b"/>
              <a:pathLst>
                <a:path w="9704" h="26064" extrusionOk="0">
                  <a:moveTo>
                    <a:pt x="333" y="0"/>
                  </a:moveTo>
                  <a:cubicBezTo>
                    <a:pt x="226" y="60"/>
                    <a:pt x="107" y="107"/>
                    <a:pt x="0" y="119"/>
                  </a:cubicBezTo>
                  <a:lnTo>
                    <a:pt x="214" y="679"/>
                  </a:lnTo>
                  <a:lnTo>
                    <a:pt x="9394" y="26063"/>
                  </a:lnTo>
                  <a:cubicBezTo>
                    <a:pt x="9489" y="26004"/>
                    <a:pt x="9585" y="25944"/>
                    <a:pt x="9704" y="25920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26"/>
            <p:cNvSpPr/>
            <p:nvPr/>
          </p:nvSpPr>
          <p:spPr>
            <a:xfrm>
              <a:off x="4991100" y="4191000"/>
              <a:ext cx="56575" cy="53975"/>
            </a:xfrm>
            <a:custGeom>
              <a:avLst/>
              <a:gdLst/>
              <a:ahLst/>
              <a:cxnLst/>
              <a:rect l="l" t="t" r="r" b="b"/>
              <a:pathLst>
                <a:path w="2263" h="2159" extrusionOk="0">
                  <a:moveTo>
                    <a:pt x="1125" y="1"/>
                  </a:moveTo>
                  <a:cubicBezTo>
                    <a:pt x="1037" y="1"/>
                    <a:pt x="950" y="14"/>
                    <a:pt x="869" y="41"/>
                  </a:cubicBezTo>
                  <a:cubicBezTo>
                    <a:pt x="631" y="101"/>
                    <a:pt x="429" y="232"/>
                    <a:pt x="274" y="422"/>
                  </a:cubicBezTo>
                  <a:cubicBezTo>
                    <a:pt x="202" y="517"/>
                    <a:pt x="143" y="624"/>
                    <a:pt x="119" y="720"/>
                  </a:cubicBezTo>
                  <a:cubicBezTo>
                    <a:pt x="83" y="803"/>
                    <a:pt x="71" y="886"/>
                    <a:pt x="60" y="982"/>
                  </a:cubicBezTo>
                  <a:cubicBezTo>
                    <a:pt x="0" y="1577"/>
                    <a:pt x="441" y="2113"/>
                    <a:pt x="1024" y="2148"/>
                  </a:cubicBezTo>
                  <a:cubicBezTo>
                    <a:pt x="1061" y="2156"/>
                    <a:pt x="1098" y="2159"/>
                    <a:pt x="1134" y="2159"/>
                  </a:cubicBezTo>
                  <a:cubicBezTo>
                    <a:pt x="1216" y="2159"/>
                    <a:pt x="1295" y="2145"/>
                    <a:pt x="1369" y="2137"/>
                  </a:cubicBezTo>
                  <a:cubicBezTo>
                    <a:pt x="1464" y="2113"/>
                    <a:pt x="1572" y="2077"/>
                    <a:pt x="1679" y="2017"/>
                  </a:cubicBezTo>
                  <a:cubicBezTo>
                    <a:pt x="1750" y="1958"/>
                    <a:pt x="1845" y="1887"/>
                    <a:pt x="1929" y="1791"/>
                  </a:cubicBezTo>
                  <a:cubicBezTo>
                    <a:pt x="2084" y="1636"/>
                    <a:pt x="2167" y="1422"/>
                    <a:pt x="2203" y="1184"/>
                  </a:cubicBezTo>
                  <a:cubicBezTo>
                    <a:pt x="2262" y="636"/>
                    <a:pt x="1881" y="148"/>
                    <a:pt x="1345" y="29"/>
                  </a:cubicBezTo>
                  <a:cubicBezTo>
                    <a:pt x="1310" y="5"/>
                    <a:pt x="1274" y="5"/>
                    <a:pt x="1226" y="5"/>
                  </a:cubicBezTo>
                  <a:lnTo>
                    <a:pt x="1214" y="5"/>
                  </a:lnTo>
                  <a:cubicBezTo>
                    <a:pt x="1185" y="2"/>
                    <a:pt x="1155" y="1"/>
                    <a:pt x="112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26"/>
            <p:cNvSpPr/>
            <p:nvPr/>
          </p:nvSpPr>
          <p:spPr>
            <a:xfrm>
              <a:off x="4815775" y="4062050"/>
              <a:ext cx="78000" cy="76425"/>
            </a:xfrm>
            <a:custGeom>
              <a:avLst/>
              <a:gdLst/>
              <a:ahLst/>
              <a:cxnLst/>
              <a:rect l="l" t="t" r="r" b="b"/>
              <a:pathLst>
                <a:path w="3120" h="3057" extrusionOk="0">
                  <a:moveTo>
                    <a:pt x="1541" y="0"/>
                  </a:moveTo>
                  <a:cubicBezTo>
                    <a:pt x="769" y="0"/>
                    <a:pt x="102" y="595"/>
                    <a:pt x="24" y="1389"/>
                  </a:cubicBezTo>
                  <a:cubicBezTo>
                    <a:pt x="0" y="1770"/>
                    <a:pt x="107" y="2151"/>
                    <a:pt x="322" y="2425"/>
                  </a:cubicBezTo>
                  <a:cubicBezTo>
                    <a:pt x="405" y="2520"/>
                    <a:pt x="476" y="2604"/>
                    <a:pt x="548" y="2687"/>
                  </a:cubicBezTo>
                  <a:cubicBezTo>
                    <a:pt x="727" y="2842"/>
                    <a:pt x="953" y="2949"/>
                    <a:pt x="1191" y="3008"/>
                  </a:cubicBezTo>
                  <a:cubicBezTo>
                    <a:pt x="1262" y="3020"/>
                    <a:pt x="1322" y="3044"/>
                    <a:pt x="1393" y="3056"/>
                  </a:cubicBezTo>
                  <a:lnTo>
                    <a:pt x="1512" y="3056"/>
                  </a:lnTo>
                  <a:cubicBezTo>
                    <a:pt x="1523" y="3056"/>
                    <a:pt x="1534" y="3056"/>
                    <a:pt x="1545" y="3056"/>
                  </a:cubicBezTo>
                  <a:cubicBezTo>
                    <a:pt x="2068" y="3056"/>
                    <a:pt x="2554" y="2773"/>
                    <a:pt x="2822" y="2353"/>
                  </a:cubicBezTo>
                  <a:cubicBezTo>
                    <a:pt x="2882" y="2246"/>
                    <a:pt x="2941" y="2151"/>
                    <a:pt x="2977" y="2044"/>
                  </a:cubicBezTo>
                  <a:cubicBezTo>
                    <a:pt x="3013" y="1913"/>
                    <a:pt x="3048" y="1770"/>
                    <a:pt x="3060" y="1651"/>
                  </a:cubicBezTo>
                  <a:cubicBezTo>
                    <a:pt x="3120" y="1032"/>
                    <a:pt x="2798" y="448"/>
                    <a:pt x="2274" y="163"/>
                  </a:cubicBezTo>
                  <a:cubicBezTo>
                    <a:pt x="2167" y="103"/>
                    <a:pt x="2072" y="79"/>
                    <a:pt x="1965" y="44"/>
                  </a:cubicBezTo>
                  <a:cubicBezTo>
                    <a:pt x="1870" y="20"/>
                    <a:pt x="1786" y="8"/>
                    <a:pt x="1691" y="8"/>
                  </a:cubicBezTo>
                  <a:cubicBezTo>
                    <a:pt x="1640" y="3"/>
                    <a:pt x="1590" y="0"/>
                    <a:pt x="154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26"/>
            <p:cNvSpPr/>
            <p:nvPr/>
          </p:nvSpPr>
          <p:spPr>
            <a:xfrm>
              <a:off x="2997100" y="4406875"/>
              <a:ext cx="25600" cy="5125"/>
            </a:xfrm>
            <a:custGeom>
              <a:avLst/>
              <a:gdLst/>
              <a:ahLst/>
              <a:cxnLst/>
              <a:rect l="l" t="t" r="r" b="b"/>
              <a:pathLst>
                <a:path w="1024" h="205" extrusionOk="0">
                  <a:moveTo>
                    <a:pt x="540" y="1"/>
                  </a:moveTo>
                  <a:cubicBezTo>
                    <a:pt x="336" y="1"/>
                    <a:pt x="153" y="63"/>
                    <a:pt x="0" y="205"/>
                  </a:cubicBezTo>
                  <a:lnTo>
                    <a:pt x="1024" y="205"/>
                  </a:lnTo>
                  <a:cubicBezTo>
                    <a:pt x="964" y="145"/>
                    <a:pt x="881" y="98"/>
                    <a:pt x="798" y="62"/>
                  </a:cubicBezTo>
                  <a:cubicBezTo>
                    <a:pt x="726" y="26"/>
                    <a:pt x="655" y="2"/>
                    <a:pt x="595" y="2"/>
                  </a:cubicBezTo>
                  <a:cubicBezTo>
                    <a:pt x="577" y="1"/>
                    <a:pt x="558" y="1"/>
                    <a:pt x="54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26"/>
            <p:cNvSpPr/>
            <p:nvPr/>
          </p:nvSpPr>
          <p:spPr>
            <a:xfrm>
              <a:off x="2698250" y="4188575"/>
              <a:ext cx="14300" cy="13925"/>
            </a:xfrm>
            <a:custGeom>
              <a:avLst/>
              <a:gdLst/>
              <a:ahLst/>
              <a:cxnLst/>
              <a:rect l="l" t="t" r="r" b="b"/>
              <a:pathLst>
                <a:path w="572" h="557" extrusionOk="0">
                  <a:moveTo>
                    <a:pt x="264" y="1"/>
                  </a:moveTo>
                  <a:cubicBezTo>
                    <a:pt x="193" y="1"/>
                    <a:pt x="120" y="42"/>
                    <a:pt x="72" y="90"/>
                  </a:cubicBezTo>
                  <a:cubicBezTo>
                    <a:pt x="48" y="138"/>
                    <a:pt x="12" y="186"/>
                    <a:pt x="12" y="245"/>
                  </a:cubicBezTo>
                  <a:cubicBezTo>
                    <a:pt x="0" y="400"/>
                    <a:pt x="107" y="555"/>
                    <a:pt x="250" y="555"/>
                  </a:cubicBezTo>
                  <a:cubicBezTo>
                    <a:pt x="259" y="556"/>
                    <a:pt x="269" y="556"/>
                    <a:pt x="278" y="556"/>
                  </a:cubicBezTo>
                  <a:cubicBezTo>
                    <a:pt x="375" y="556"/>
                    <a:pt x="469" y="500"/>
                    <a:pt x="512" y="424"/>
                  </a:cubicBezTo>
                  <a:cubicBezTo>
                    <a:pt x="524" y="388"/>
                    <a:pt x="536" y="340"/>
                    <a:pt x="548" y="305"/>
                  </a:cubicBezTo>
                  <a:cubicBezTo>
                    <a:pt x="572" y="150"/>
                    <a:pt x="465" y="19"/>
                    <a:pt x="310" y="7"/>
                  </a:cubicBezTo>
                  <a:cubicBezTo>
                    <a:pt x="295" y="3"/>
                    <a:pt x="279" y="1"/>
                    <a:pt x="26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26"/>
            <p:cNvSpPr/>
            <p:nvPr/>
          </p:nvSpPr>
          <p:spPr>
            <a:xfrm>
              <a:off x="3732600" y="4168050"/>
              <a:ext cx="29200" cy="27800"/>
            </a:xfrm>
            <a:custGeom>
              <a:avLst/>
              <a:gdLst/>
              <a:ahLst/>
              <a:cxnLst/>
              <a:rect l="l" t="t" r="r" b="b"/>
              <a:pathLst>
                <a:path w="1168" h="1112" extrusionOk="0">
                  <a:moveTo>
                    <a:pt x="567" y="0"/>
                  </a:moveTo>
                  <a:cubicBezTo>
                    <a:pt x="300" y="0"/>
                    <a:pt x="69" y="223"/>
                    <a:pt x="36" y="495"/>
                  </a:cubicBezTo>
                  <a:cubicBezTo>
                    <a:pt x="0" y="757"/>
                    <a:pt x="179" y="995"/>
                    <a:pt x="417" y="1078"/>
                  </a:cubicBezTo>
                  <a:lnTo>
                    <a:pt x="429" y="1078"/>
                  </a:lnTo>
                  <a:cubicBezTo>
                    <a:pt x="465" y="1090"/>
                    <a:pt x="489" y="1102"/>
                    <a:pt x="524" y="1102"/>
                  </a:cubicBezTo>
                  <a:cubicBezTo>
                    <a:pt x="549" y="1109"/>
                    <a:pt x="574" y="1112"/>
                    <a:pt x="600" y="1112"/>
                  </a:cubicBezTo>
                  <a:cubicBezTo>
                    <a:pt x="661" y="1112"/>
                    <a:pt x="724" y="1095"/>
                    <a:pt x="774" y="1078"/>
                  </a:cubicBezTo>
                  <a:cubicBezTo>
                    <a:pt x="965" y="1007"/>
                    <a:pt x="1108" y="840"/>
                    <a:pt x="1131" y="614"/>
                  </a:cubicBezTo>
                  <a:cubicBezTo>
                    <a:pt x="1167" y="316"/>
                    <a:pt x="941" y="54"/>
                    <a:pt x="643" y="7"/>
                  </a:cubicBezTo>
                  <a:cubicBezTo>
                    <a:pt x="618" y="2"/>
                    <a:pt x="592" y="0"/>
                    <a:pt x="56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26"/>
            <p:cNvSpPr/>
            <p:nvPr/>
          </p:nvSpPr>
          <p:spPr>
            <a:xfrm>
              <a:off x="4574675" y="4319825"/>
              <a:ext cx="37825" cy="38250"/>
            </a:xfrm>
            <a:custGeom>
              <a:avLst/>
              <a:gdLst/>
              <a:ahLst/>
              <a:cxnLst/>
              <a:rect l="l" t="t" r="r" b="b"/>
              <a:pathLst>
                <a:path w="1513" h="1530" extrusionOk="0">
                  <a:moveTo>
                    <a:pt x="731" y="0"/>
                  </a:moveTo>
                  <a:cubicBezTo>
                    <a:pt x="438" y="0"/>
                    <a:pt x="177" y="180"/>
                    <a:pt x="60" y="436"/>
                  </a:cubicBezTo>
                  <a:cubicBezTo>
                    <a:pt x="24" y="508"/>
                    <a:pt x="0" y="603"/>
                    <a:pt x="0" y="686"/>
                  </a:cubicBezTo>
                  <a:lnTo>
                    <a:pt x="0" y="782"/>
                  </a:lnTo>
                  <a:cubicBezTo>
                    <a:pt x="0" y="889"/>
                    <a:pt x="24" y="984"/>
                    <a:pt x="60" y="1079"/>
                  </a:cubicBezTo>
                  <a:cubicBezTo>
                    <a:pt x="95" y="1186"/>
                    <a:pt x="179" y="1270"/>
                    <a:pt x="262" y="1341"/>
                  </a:cubicBezTo>
                  <a:cubicBezTo>
                    <a:pt x="381" y="1448"/>
                    <a:pt x="524" y="1508"/>
                    <a:pt x="679" y="1520"/>
                  </a:cubicBezTo>
                  <a:cubicBezTo>
                    <a:pt x="710" y="1527"/>
                    <a:pt x="742" y="1530"/>
                    <a:pt x="772" y="1530"/>
                  </a:cubicBezTo>
                  <a:cubicBezTo>
                    <a:pt x="847" y="1530"/>
                    <a:pt x="918" y="1513"/>
                    <a:pt x="976" y="1496"/>
                  </a:cubicBezTo>
                  <a:cubicBezTo>
                    <a:pt x="1084" y="1460"/>
                    <a:pt x="1167" y="1401"/>
                    <a:pt x="1250" y="1341"/>
                  </a:cubicBezTo>
                  <a:cubicBezTo>
                    <a:pt x="1334" y="1270"/>
                    <a:pt x="1393" y="1186"/>
                    <a:pt x="1441" y="1079"/>
                  </a:cubicBezTo>
                  <a:cubicBezTo>
                    <a:pt x="1465" y="1008"/>
                    <a:pt x="1488" y="925"/>
                    <a:pt x="1500" y="853"/>
                  </a:cubicBezTo>
                  <a:cubicBezTo>
                    <a:pt x="1512" y="686"/>
                    <a:pt x="1488" y="544"/>
                    <a:pt x="1417" y="424"/>
                  </a:cubicBezTo>
                  <a:cubicBezTo>
                    <a:pt x="1369" y="293"/>
                    <a:pt x="1298" y="198"/>
                    <a:pt x="1203" y="139"/>
                  </a:cubicBezTo>
                  <a:cubicBezTo>
                    <a:pt x="1096" y="67"/>
                    <a:pt x="965" y="8"/>
                    <a:pt x="834" y="8"/>
                  </a:cubicBezTo>
                  <a:cubicBezTo>
                    <a:pt x="799" y="3"/>
                    <a:pt x="765" y="0"/>
                    <a:pt x="73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26"/>
            <p:cNvSpPr/>
            <p:nvPr/>
          </p:nvSpPr>
          <p:spPr>
            <a:xfrm>
              <a:off x="4163600" y="4245300"/>
              <a:ext cx="27400" cy="26400"/>
            </a:xfrm>
            <a:custGeom>
              <a:avLst/>
              <a:gdLst/>
              <a:ahLst/>
              <a:cxnLst/>
              <a:rect l="l" t="t" r="r" b="b"/>
              <a:pathLst>
                <a:path w="1096" h="1056" extrusionOk="0">
                  <a:moveTo>
                    <a:pt x="608" y="0"/>
                  </a:moveTo>
                  <a:cubicBezTo>
                    <a:pt x="548" y="0"/>
                    <a:pt x="501" y="0"/>
                    <a:pt x="453" y="12"/>
                  </a:cubicBezTo>
                  <a:cubicBezTo>
                    <a:pt x="215" y="60"/>
                    <a:pt x="36" y="250"/>
                    <a:pt x="24" y="488"/>
                  </a:cubicBezTo>
                  <a:cubicBezTo>
                    <a:pt x="1" y="560"/>
                    <a:pt x="24" y="667"/>
                    <a:pt x="72" y="750"/>
                  </a:cubicBezTo>
                  <a:cubicBezTo>
                    <a:pt x="120" y="858"/>
                    <a:pt x="203" y="953"/>
                    <a:pt x="310" y="988"/>
                  </a:cubicBezTo>
                  <a:cubicBezTo>
                    <a:pt x="370" y="1024"/>
                    <a:pt x="429" y="1036"/>
                    <a:pt x="501" y="1048"/>
                  </a:cubicBezTo>
                  <a:cubicBezTo>
                    <a:pt x="528" y="1053"/>
                    <a:pt x="555" y="1055"/>
                    <a:pt x="581" y="1055"/>
                  </a:cubicBezTo>
                  <a:cubicBezTo>
                    <a:pt x="681" y="1055"/>
                    <a:pt x="773" y="1021"/>
                    <a:pt x="858" y="965"/>
                  </a:cubicBezTo>
                  <a:lnTo>
                    <a:pt x="870" y="965"/>
                  </a:lnTo>
                  <a:cubicBezTo>
                    <a:pt x="941" y="905"/>
                    <a:pt x="1013" y="846"/>
                    <a:pt x="1048" y="750"/>
                  </a:cubicBezTo>
                  <a:cubicBezTo>
                    <a:pt x="1084" y="691"/>
                    <a:pt x="1096" y="631"/>
                    <a:pt x="1096" y="572"/>
                  </a:cubicBezTo>
                  <a:cubicBezTo>
                    <a:pt x="1096" y="512"/>
                    <a:pt x="1096" y="465"/>
                    <a:pt x="1084" y="429"/>
                  </a:cubicBezTo>
                  <a:cubicBezTo>
                    <a:pt x="1084" y="417"/>
                    <a:pt x="1084" y="393"/>
                    <a:pt x="1072" y="381"/>
                  </a:cubicBezTo>
                  <a:cubicBezTo>
                    <a:pt x="1036" y="262"/>
                    <a:pt x="965" y="179"/>
                    <a:pt x="870" y="96"/>
                  </a:cubicBezTo>
                  <a:cubicBezTo>
                    <a:pt x="858" y="84"/>
                    <a:pt x="846" y="72"/>
                    <a:pt x="834" y="72"/>
                  </a:cubicBezTo>
                  <a:cubicBezTo>
                    <a:pt x="751" y="24"/>
                    <a:pt x="679" y="0"/>
                    <a:pt x="6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26"/>
            <p:cNvSpPr/>
            <p:nvPr/>
          </p:nvSpPr>
          <p:spPr>
            <a:xfrm>
              <a:off x="2754800" y="4228775"/>
              <a:ext cx="27100" cy="27250"/>
            </a:xfrm>
            <a:custGeom>
              <a:avLst/>
              <a:gdLst/>
              <a:ahLst/>
              <a:cxnLst/>
              <a:rect l="l" t="t" r="r" b="b"/>
              <a:pathLst>
                <a:path w="1084" h="1090" extrusionOk="0">
                  <a:moveTo>
                    <a:pt x="516" y="0"/>
                  </a:moveTo>
                  <a:cubicBezTo>
                    <a:pt x="325" y="0"/>
                    <a:pt x="166" y="111"/>
                    <a:pt x="72" y="268"/>
                  </a:cubicBezTo>
                  <a:cubicBezTo>
                    <a:pt x="36" y="328"/>
                    <a:pt x="12" y="399"/>
                    <a:pt x="0" y="495"/>
                  </a:cubicBezTo>
                  <a:cubicBezTo>
                    <a:pt x="0" y="554"/>
                    <a:pt x="0" y="614"/>
                    <a:pt x="12" y="661"/>
                  </a:cubicBezTo>
                  <a:cubicBezTo>
                    <a:pt x="36" y="721"/>
                    <a:pt x="60" y="780"/>
                    <a:pt x="96" y="840"/>
                  </a:cubicBezTo>
                  <a:cubicBezTo>
                    <a:pt x="179" y="971"/>
                    <a:pt x="310" y="1054"/>
                    <a:pt x="489" y="1090"/>
                  </a:cubicBezTo>
                  <a:lnTo>
                    <a:pt x="548" y="1090"/>
                  </a:lnTo>
                  <a:cubicBezTo>
                    <a:pt x="703" y="1090"/>
                    <a:pt x="834" y="1030"/>
                    <a:pt x="929" y="935"/>
                  </a:cubicBezTo>
                  <a:cubicBezTo>
                    <a:pt x="1012" y="852"/>
                    <a:pt x="1084" y="733"/>
                    <a:pt x="1084" y="602"/>
                  </a:cubicBezTo>
                  <a:lnTo>
                    <a:pt x="1084" y="506"/>
                  </a:lnTo>
                  <a:cubicBezTo>
                    <a:pt x="1084" y="387"/>
                    <a:pt x="1048" y="280"/>
                    <a:pt x="965" y="197"/>
                  </a:cubicBezTo>
                  <a:cubicBezTo>
                    <a:pt x="881" y="90"/>
                    <a:pt x="750" y="18"/>
                    <a:pt x="596" y="6"/>
                  </a:cubicBezTo>
                  <a:cubicBezTo>
                    <a:pt x="569" y="2"/>
                    <a:pt x="542" y="0"/>
                    <a:pt x="51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26"/>
            <p:cNvSpPr/>
            <p:nvPr/>
          </p:nvSpPr>
          <p:spPr>
            <a:xfrm>
              <a:off x="2582150" y="4308350"/>
              <a:ext cx="28000" cy="27250"/>
            </a:xfrm>
            <a:custGeom>
              <a:avLst/>
              <a:gdLst/>
              <a:ahLst/>
              <a:cxnLst/>
              <a:rect l="l" t="t" r="r" b="b"/>
              <a:pathLst>
                <a:path w="1120" h="1090" extrusionOk="0">
                  <a:moveTo>
                    <a:pt x="575" y="1"/>
                  </a:moveTo>
                  <a:cubicBezTo>
                    <a:pt x="296" y="1"/>
                    <a:pt x="58" y="208"/>
                    <a:pt x="25" y="491"/>
                  </a:cubicBezTo>
                  <a:cubicBezTo>
                    <a:pt x="1" y="788"/>
                    <a:pt x="215" y="1062"/>
                    <a:pt x="525" y="1086"/>
                  </a:cubicBezTo>
                  <a:cubicBezTo>
                    <a:pt x="545" y="1088"/>
                    <a:pt x="566" y="1090"/>
                    <a:pt x="586" y="1090"/>
                  </a:cubicBezTo>
                  <a:cubicBezTo>
                    <a:pt x="858" y="1090"/>
                    <a:pt x="1087" y="875"/>
                    <a:pt x="1120" y="598"/>
                  </a:cubicBezTo>
                  <a:cubicBezTo>
                    <a:pt x="1120" y="538"/>
                    <a:pt x="1120" y="479"/>
                    <a:pt x="1096" y="431"/>
                  </a:cubicBezTo>
                  <a:cubicBezTo>
                    <a:pt x="1072" y="312"/>
                    <a:pt x="1013" y="217"/>
                    <a:pt x="941" y="133"/>
                  </a:cubicBezTo>
                  <a:cubicBezTo>
                    <a:pt x="858" y="74"/>
                    <a:pt x="775" y="26"/>
                    <a:pt x="679" y="14"/>
                  </a:cubicBezTo>
                  <a:cubicBezTo>
                    <a:pt x="667" y="14"/>
                    <a:pt x="656" y="2"/>
                    <a:pt x="620" y="2"/>
                  </a:cubicBezTo>
                  <a:cubicBezTo>
                    <a:pt x="605" y="1"/>
                    <a:pt x="590" y="1"/>
                    <a:pt x="57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26"/>
            <p:cNvSpPr/>
            <p:nvPr/>
          </p:nvSpPr>
          <p:spPr>
            <a:xfrm>
              <a:off x="3259325" y="4015150"/>
              <a:ext cx="28300" cy="26950"/>
            </a:xfrm>
            <a:custGeom>
              <a:avLst/>
              <a:gdLst/>
              <a:ahLst/>
              <a:cxnLst/>
              <a:rect l="l" t="t" r="r" b="b"/>
              <a:pathLst>
                <a:path w="1132" h="1078" extrusionOk="0">
                  <a:moveTo>
                    <a:pt x="563" y="1"/>
                  </a:moveTo>
                  <a:cubicBezTo>
                    <a:pt x="284" y="1"/>
                    <a:pt x="46" y="208"/>
                    <a:pt x="12" y="491"/>
                  </a:cubicBezTo>
                  <a:cubicBezTo>
                    <a:pt x="0" y="646"/>
                    <a:pt x="48" y="777"/>
                    <a:pt x="155" y="896"/>
                  </a:cubicBezTo>
                  <a:cubicBezTo>
                    <a:pt x="215" y="967"/>
                    <a:pt x="310" y="1027"/>
                    <a:pt x="429" y="1062"/>
                  </a:cubicBezTo>
                  <a:cubicBezTo>
                    <a:pt x="453" y="1062"/>
                    <a:pt x="477" y="1074"/>
                    <a:pt x="489" y="1074"/>
                  </a:cubicBezTo>
                  <a:lnTo>
                    <a:pt x="512" y="1074"/>
                  </a:lnTo>
                  <a:cubicBezTo>
                    <a:pt x="533" y="1076"/>
                    <a:pt x="553" y="1077"/>
                    <a:pt x="572" y="1077"/>
                  </a:cubicBezTo>
                  <a:cubicBezTo>
                    <a:pt x="665" y="1077"/>
                    <a:pt x="745" y="1054"/>
                    <a:pt x="834" y="1015"/>
                  </a:cubicBezTo>
                  <a:cubicBezTo>
                    <a:pt x="989" y="931"/>
                    <a:pt x="1084" y="777"/>
                    <a:pt x="1108" y="598"/>
                  </a:cubicBezTo>
                  <a:cubicBezTo>
                    <a:pt x="1132" y="300"/>
                    <a:pt x="905" y="38"/>
                    <a:pt x="608" y="3"/>
                  </a:cubicBezTo>
                  <a:cubicBezTo>
                    <a:pt x="593" y="2"/>
                    <a:pt x="577" y="1"/>
                    <a:pt x="56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26"/>
            <p:cNvSpPr/>
            <p:nvPr/>
          </p:nvSpPr>
          <p:spPr>
            <a:xfrm>
              <a:off x="5234575" y="4397850"/>
              <a:ext cx="36625" cy="13550"/>
            </a:xfrm>
            <a:custGeom>
              <a:avLst/>
              <a:gdLst/>
              <a:ahLst/>
              <a:cxnLst/>
              <a:rect l="l" t="t" r="r" b="b"/>
              <a:pathLst>
                <a:path w="1465" h="542" extrusionOk="0">
                  <a:moveTo>
                    <a:pt x="736" y="1"/>
                  </a:moveTo>
                  <a:cubicBezTo>
                    <a:pt x="686" y="1"/>
                    <a:pt x="635" y="6"/>
                    <a:pt x="596" y="6"/>
                  </a:cubicBezTo>
                  <a:cubicBezTo>
                    <a:pt x="477" y="30"/>
                    <a:pt x="381" y="66"/>
                    <a:pt x="286" y="149"/>
                  </a:cubicBezTo>
                  <a:cubicBezTo>
                    <a:pt x="262" y="161"/>
                    <a:pt x="238" y="173"/>
                    <a:pt x="227" y="185"/>
                  </a:cubicBezTo>
                  <a:cubicBezTo>
                    <a:pt x="143" y="268"/>
                    <a:pt x="84" y="351"/>
                    <a:pt x="36" y="459"/>
                  </a:cubicBezTo>
                  <a:cubicBezTo>
                    <a:pt x="24" y="482"/>
                    <a:pt x="24" y="518"/>
                    <a:pt x="0" y="542"/>
                  </a:cubicBezTo>
                  <a:lnTo>
                    <a:pt x="1465" y="542"/>
                  </a:lnTo>
                  <a:cubicBezTo>
                    <a:pt x="1370" y="268"/>
                    <a:pt x="1120" y="42"/>
                    <a:pt x="810" y="6"/>
                  </a:cubicBezTo>
                  <a:cubicBezTo>
                    <a:pt x="786" y="2"/>
                    <a:pt x="761" y="1"/>
                    <a:pt x="73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26"/>
            <p:cNvSpPr/>
            <p:nvPr/>
          </p:nvSpPr>
          <p:spPr>
            <a:xfrm>
              <a:off x="4984250" y="3714800"/>
              <a:ext cx="39600" cy="38200"/>
            </a:xfrm>
            <a:custGeom>
              <a:avLst/>
              <a:gdLst/>
              <a:ahLst/>
              <a:cxnLst/>
              <a:rect l="l" t="t" r="r" b="b"/>
              <a:pathLst>
                <a:path w="1584" h="1528" extrusionOk="0">
                  <a:moveTo>
                    <a:pt x="778" y="0"/>
                  </a:moveTo>
                  <a:cubicBezTo>
                    <a:pt x="388" y="0"/>
                    <a:pt x="46" y="289"/>
                    <a:pt x="12" y="694"/>
                  </a:cubicBezTo>
                  <a:cubicBezTo>
                    <a:pt x="0" y="813"/>
                    <a:pt x="12" y="932"/>
                    <a:pt x="60" y="1039"/>
                  </a:cubicBezTo>
                  <a:cubicBezTo>
                    <a:pt x="119" y="1134"/>
                    <a:pt x="179" y="1242"/>
                    <a:pt x="274" y="1313"/>
                  </a:cubicBezTo>
                  <a:cubicBezTo>
                    <a:pt x="310" y="1361"/>
                    <a:pt x="369" y="1408"/>
                    <a:pt x="417" y="1432"/>
                  </a:cubicBezTo>
                  <a:cubicBezTo>
                    <a:pt x="512" y="1480"/>
                    <a:pt x="607" y="1527"/>
                    <a:pt x="715" y="1527"/>
                  </a:cubicBezTo>
                  <a:lnTo>
                    <a:pt x="893" y="1527"/>
                  </a:lnTo>
                  <a:cubicBezTo>
                    <a:pt x="1012" y="1515"/>
                    <a:pt x="1119" y="1468"/>
                    <a:pt x="1203" y="1408"/>
                  </a:cubicBezTo>
                  <a:cubicBezTo>
                    <a:pt x="1381" y="1289"/>
                    <a:pt x="1524" y="1075"/>
                    <a:pt x="1536" y="837"/>
                  </a:cubicBezTo>
                  <a:cubicBezTo>
                    <a:pt x="1584" y="420"/>
                    <a:pt x="1286" y="39"/>
                    <a:pt x="846" y="3"/>
                  </a:cubicBezTo>
                  <a:cubicBezTo>
                    <a:pt x="823" y="1"/>
                    <a:pt x="800" y="0"/>
                    <a:pt x="77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26"/>
            <p:cNvSpPr/>
            <p:nvPr/>
          </p:nvSpPr>
          <p:spPr>
            <a:xfrm>
              <a:off x="3074475" y="4307150"/>
              <a:ext cx="15500" cy="15550"/>
            </a:xfrm>
            <a:custGeom>
              <a:avLst/>
              <a:gdLst/>
              <a:ahLst/>
              <a:cxnLst/>
              <a:rect l="l" t="t" r="r" b="b"/>
              <a:pathLst>
                <a:path w="620" h="622" extrusionOk="0">
                  <a:moveTo>
                    <a:pt x="328" y="0"/>
                  </a:moveTo>
                  <a:cubicBezTo>
                    <a:pt x="264" y="0"/>
                    <a:pt x="195" y="30"/>
                    <a:pt x="144" y="50"/>
                  </a:cubicBezTo>
                  <a:cubicBezTo>
                    <a:pt x="72" y="86"/>
                    <a:pt x="13" y="169"/>
                    <a:pt x="1" y="277"/>
                  </a:cubicBezTo>
                  <a:cubicBezTo>
                    <a:pt x="1" y="300"/>
                    <a:pt x="1" y="336"/>
                    <a:pt x="13" y="360"/>
                  </a:cubicBezTo>
                  <a:cubicBezTo>
                    <a:pt x="24" y="408"/>
                    <a:pt x="48" y="455"/>
                    <a:pt x="60" y="479"/>
                  </a:cubicBezTo>
                  <a:cubicBezTo>
                    <a:pt x="96" y="562"/>
                    <a:pt x="191" y="622"/>
                    <a:pt x="286" y="622"/>
                  </a:cubicBezTo>
                  <a:lnTo>
                    <a:pt x="382" y="622"/>
                  </a:lnTo>
                  <a:cubicBezTo>
                    <a:pt x="465" y="598"/>
                    <a:pt x="536" y="562"/>
                    <a:pt x="560" y="503"/>
                  </a:cubicBezTo>
                  <a:cubicBezTo>
                    <a:pt x="596" y="455"/>
                    <a:pt x="620" y="408"/>
                    <a:pt x="620" y="348"/>
                  </a:cubicBezTo>
                  <a:cubicBezTo>
                    <a:pt x="620" y="300"/>
                    <a:pt x="620" y="265"/>
                    <a:pt x="608" y="217"/>
                  </a:cubicBezTo>
                  <a:cubicBezTo>
                    <a:pt x="584" y="110"/>
                    <a:pt x="489" y="38"/>
                    <a:pt x="382" y="27"/>
                  </a:cubicBezTo>
                  <a:cubicBezTo>
                    <a:pt x="370" y="27"/>
                    <a:pt x="358" y="27"/>
                    <a:pt x="358" y="3"/>
                  </a:cubicBezTo>
                  <a:cubicBezTo>
                    <a:pt x="348" y="1"/>
                    <a:pt x="338" y="0"/>
                    <a:pt x="32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26"/>
            <p:cNvSpPr/>
            <p:nvPr/>
          </p:nvSpPr>
          <p:spPr>
            <a:xfrm>
              <a:off x="3911200" y="4344925"/>
              <a:ext cx="16375" cy="15575"/>
            </a:xfrm>
            <a:custGeom>
              <a:avLst/>
              <a:gdLst/>
              <a:ahLst/>
              <a:cxnLst/>
              <a:rect l="l" t="t" r="r" b="b"/>
              <a:pathLst>
                <a:path w="655" h="623" extrusionOk="0">
                  <a:moveTo>
                    <a:pt x="312" y="1"/>
                  </a:moveTo>
                  <a:cubicBezTo>
                    <a:pt x="167" y="1"/>
                    <a:pt x="55" y="103"/>
                    <a:pt x="12" y="254"/>
                  </a:cubicBezTo>
                  <a:lnTo>
                    <a:pt x="12" y="278"/>
                  </a:lnTo>
                  <a:cubicBezTo>
                    <a:pt x="0" y="456"/>
                    <a:pt x="119" y="611"/>
                    <a:pt x="298" y="623"/>
                  </a:cubicBezTo>
                  <a:lnTo>
                    <a:pt x="405" y="623"/>
                  </a:lnTo>
                  <a:cubicBezTo>
                    <a:pt x="524" y="599"/>
                    <a:pt x="631" y="492"/>
                    <a:pt x="643" y="337"/>
                  </a:cubicBezTo>
                  <a:cubicBezTo>
                    <a:pt x="655" y="159"/>
                    <a:pt x="536" y="16"/>
                    <a:pt x="357" y="4"/>
                  </a:cubicBezTo>
                  <a:cubicBezTo>
                    <a:pt x="342" y="2"/>
                    <a:pt x="327" y="1"/>
                    <a:pt x="31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27" name="Google Shape;3827;p26"/>
          <p:cNvGrpSpPr/>
          <p:nvPr/>
        </p:nvGrpSpPr>
        <p:grpSpPr>
          <a:xfrm>
            <a:off x="5790906" y="4274145"/>
            <a:ext cx="3353245" cy="869408"/>
            <a:chOff x="2582150" y="3714800"/>
            <a:chExt cx="2689050" cy="697200"/>
          </a:xfrm>
        </p:grpSpPr>
        <p:sp>
          <p:nvSpPr>
            <p:cNvPr id="3828" name="Google Shape;3828;p26"/>
            <p:cNvSpPr/>
            <p:nvPr/>
          </p:nvSpPr>
          <p:spPr>
            <a:xfrm>
              <a:off x="3636750" y="4402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26"/>
            <p:cNvSpPr/>
            <p:nvPr/>
          </p:nvSpPr>
          <p:spPr>
            <a:xfrm>
              <a:off x="3640625" y="4406925"/>
              <a:ext cx="19375" cy="4475"/>
            </a:xfrm>
            <a:custGeom>
              <a:avLst/>
              <a:gdLst/>
              <a:ahLst/>
              <a:cxnLst/>
              <a:rect l="l" t="t" r="r" b="b"/>
              <a:pathLst>
                <a:path w="775" h="179" extrusionOk="0">
                  <a:moveTo>
                    <a:pt x="393" y="0"/>
                  </a:moveTo>
                  <a:lnTo>
                    <a:pt x="36" y="108"/>
                  </a:lnTo>
                  <a:lnTo>
                    <a:pt x="0" y="179"/>
                  </a:lnTo>
                  <a:lnTo>
                    <a:pt x="774" y="179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26"/>
            <p:cNvSpPr/>
            <p:nvPr/>
          </p:nvSpPr>
          <p:spPr>
            <a:xfrm>
              <a:off x="3634075" y="44039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0" y="24"/>
                  </a:moveTo>
                  <a:lnTo>
                    <a:pt x="0" y="24"/>
                  </a:lnTo>
                  <a:lnTo>
                    <a:pt x="0" y="24"/>
                  </a:lnTo>
                  <a:cubicBezTo>
                    <a:pt x="0" y="0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26"/>
            <p:cNvSpPr/>
            <p:nvPr/>
          </p:nvSpPr>
          <p:spPr>
            <a:xfrm>
              <a:off x="3635275" y="4403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26"/>
            <p:cNvSpPr/>
            <p:nvPr/>
          </p:nvSpPr>
          <p:spPr>
            <a:xfrm>
              <a:off x="3746875" y="4334600"/>
              <a:ext cx="142325" cy="46150"/>
            </a:xfrm>
            <a:custGeom>
              <a:avLst/>
              <a:gdLst/>
              <a:ahLst/>
              <a:cxnLst/>
              <a:rect l="l" t="t" r="r" b="b"/>
              <a:pathLst>
                <a:path w="5693" h="1846" extrusionOk="0">
                  <a:moveTo>
                    <a:pt x="5418" y="0"/>
                  </a:moveTo>
                  <a:lnTo>
                    <a:pt x="1" y="1488"/>
                  </a:lnTo>
                  <a:lnTo>
                    <a:pt x="1" y="1846"/>
                  </a:lnTo>
                  <a:lnTo>
                    <a:pt x="5692" y="262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26"/>
            <p:cNvSpPr/>
            <p:nvPr/>
          </p:nvSpPr>
          <p:spPr>
            <a:xfrm>
              <a:off x="3891850" y="4256600"/>
              <a:ext cx="273575" cy="81875"/>
            </a:xfrm>
            <a:custGeom>
              <a:avLst/>
              <a:gdLst/>
              <a:ahLst/>
              <a:cxnLst/>
              <a:rect l="l" t="t" r="r" b="b"/>
              <a:pathLst>
                <a:path w="10943" h="3275" extrusionOk="0">
                  <a:moveTo>
                    <a:pt x="10883" y="1"/>
                  </a:moveTo>
                  <a:lnTo>
                    <a:pt x="0" y="3013"/>
                  </a:lnTo>
                  <a:lnTo>
                    <a:pt x="286" y="3275"/>
                  </a:lnTo>
                  <a:lnTo>
                    <a:pt x="10883" y="358"/>
                  </a:lnTo>
                  <a:lnTo>
                    <a:pt x="10942" y="298"/>
                  </a:lnTo>
                  <a:cubicBezTo>
                    <a:pt x="10894" y="215"/>
                    <a:pt x="10883" y="108"/>
                    <a:pt x="1088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26"/>
            <p:cNvSpPr/>
            <p:nvPr/>
          </p:nvSpPr>
          <p:spPr>
            <a:xfrm>
              <a:off x="3634375" y="4403350"/>
              <a:ext cx="325" cy="325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0" y="12"/>
                  </a:move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26"/>
            <p:cNvSpPr/>
            <p:nvPr/>
          </p:nvSpPr>
          <p:spPr>
            <a:xfrm>
              <a:off x="3635275" y="4402450"/>
              <a:ext cx="300" cy="625"/>
            </a:xfrm>
            <a:custGeom>
              <a:avLst/>
              <a:gdLst/>
              <a:ahLst/>
              <a:cxnLst/>
              <a:rect l="l" t="t" r="r" b="b"/>
              <a:pathLst>
                <a:path w="12" h="25" extrusionOk="0">
                  <a:moveTo>
                    <a:pt x="12" y="1"/>
                  </a:moveTo>
                  <a:cubicBezTo>
                    <a:pt x="12" y="1"/>
                    <a:pt x="0" y="25"/>
                    <a:pt x="12" y="1"/>
                  </a:cubicBezTo>
                  <a:lnTo>
                    <a:pt x="0" y="25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26"/>
            <p:cNvSpPr/>
            <p:nvPr/>
          </p:nvSpPr>
          <p:spPr>
            <a:xfrm>
              <a:off x="3636750" y="4373575"/>
              <a:ext cx="101825" cy="35750"/>
            </a:xfrm>
            <a:custGeom>
              <a:avLst/>
              <a:gdLst/>
              <a:ahLst/>
              <a:cxnLst/>
              <a:rect l="l" t="t" r="r" b="b"/>
              <a:pathLst>
                <a:path w="4073" h="1430" extrusionOk="0">
                  <a:moveTo>
                    <a:pt x="4073" y="1"/>
                  </a:moveTo>
                  <a:lnTo>
                    <a:pt x="12" y="1120"/>
                  </a:lnTo>
                  <a:lnTo>
                    <a:pt x="1" y="1120"/>
                  </a:lnTo>
                  <a:cubicBezTo>
                    <a:pt x="24" y="1132"/>
                    <a:pt x="60" y="1132"/>
                    <a:pt x="96" y="1132"/>
                  </a:cubicBezTo>
                  <a:cubicBezTo>
                    <a:pt x="191" y="1156"/>
                    <a:pt x="251" y="1251"/>
                    <a:pt x="215" y="1334"/>
                  </a:cubicBezTo>
                  <a:lnTo>
                    <a:pt x="191" y="1430"/>
                  </a:lnTo>
                  <a:lnTo>
                    <a:pt x="548" y="1322"/>
                  </a:lnTo>
                  <a:lnTo>
                    <a:pt x="4061" y="358"/>
                  </a:lnTo>
                  <a:lnTo>
                    <a:pt x="407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26"/>
            <p:cNvSpPr/>
            <p:nvPr/>
          </p:nvSpPr>
          <p:spPr>
            <a:xfrm>
              <a:off x="3635850" y="4402150"/>
              <a:ext cx="925" cy="325"/>
            </a:xfrm>
            <a:custGeom>
              <a:avLst/>
              <a:gdLst/>
              <a:ahLst/>
              <a:cxnLst/>
              <a:rect l="l" t="t" r="r" b="b"/>
              <a:pathLst>
                <a:path w="37" h="13" extrusionOk="0">
                  <a:moveTo>
                    <a:pt x="37" y="1"/>
                  </a:moveTo>
                  <a:cubicBezTo>
                    <a:pt x="13" y="1"/>
                    <a:pt x="1" y="1"/>
                    <a:pt x="1" y="13"/>
                  </a:cubicBezTo>
                  <a:cubicBezTo>
                    <a:pt x="1" y="13"/>
                    <a:pt x="13" y="1"/>
                    <a:pt x="37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26"/>
            <p:cNvSpPr/>
            <p:nvPr/>
          </p:nvSpPr>
          <p:spPr>
            <a:xfrm>
              <a:off x="3634075" y="4403950"/>
              <a:ext cx="325" cy="925"/>
            </a:xfrm>
            <a:custGeom>
              <a:avLst/>
              <a:gdLst/>
              <a:ahLst/>
              <a:cxnLst/>
              <a:rect l="l" t="t" r="r" b="b"/>
              <a:pathLst>
                <a:path w="13" h="37" extrusionOk="0">
                  <a:moveTo>
                    <a:pt x="12" y="0"/>
                  </a:moveTo>
                  <a:lnTo>
                    <a:pt x="12" y="0"/>
                  </a:lnTo>
                  <a:cubicBezTo>
                    <a:pt x="6" y="14"/>
                    <a:pt x="3" y="19"/>
                    <a:pt x="1" y="24"/>
                  </a:cubicBezTo>
                  <a:lnTo>
                    <a:pt x="1" y="24"/>
                  </a:lnTo>
                  <a:cubicBezTo>
                    <a:pt x="12" y="24"/>
                    <a:pt x="12" y="23"/>
                    <a:pt x="12" y="0"/>
                  </a:cubicBezTo>
                  <a:close/>
                  <a:moveTo>
                    <a:pt x="1" y="24"/>
                  </a:moveTo>
                  <a:cubicBezTo>
                    <a:pt x="1" y="24"/>
                    <a:pt x="1" y="24"/>
                    <a:pt x="0" y="24"/>
                  </a:cubicBezTo>
                  <a:lnTo>
                    <a:pt x="0" y="36"/>
                  </a:lnTo>
                  <a:cubicBezTo>
                    <a:pt x="0" y="31"/>
                    <a:pt x="0" y="28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26"/>
            <p:cNvSpPr/>
            <p:nvPr/>
          </p:nvSpPr>
          <p:spPr>
            <a:xfrm>
              <a:off x="2599425" y="4199450"/>
              <a:ext cx="104800" cy="112250"/>
            </a:xfrm>
            <a:custGeom>
              <a:avLst/>
              <a:gdLst/>
              <a:ahLst/>
              <a:cxnLst/>
              <a:rect l="l" t="t" r="r" b="b"/>
              <a:pathLst>
                <a:path w="4192" h="4490" extrusionOk="0">
                  <a:moveTo>
                    <a:pt x="3929" y="1"/>
                  </a:moveTo>
                  <a:lnTo>
                    <a:pt x="0" y="4394"/>
                  </a:lnTo>
                  <a:cubicBezTo>
                    <a:pt x="84" y="4394"/>
                    <a:pt x="167" y="4430"/>
                    <a:pt x="250" y="4489"/>
                  </a:cubicBezTo>
                  <a:lnTo>
                    <a:pt x="417" y="4418"/>
                  </a:lnTo>
                  <a:lnTo>
                    <a:pt x="4191" y="203"/>
                  </a:lnTo>
                  <a:lnTo>
                    <a:pt x="392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26"/>
            <p:cNvSpPr/>
            <p:nvPr/>
          </p:nvSpPr>
          <p:spPr>
            <a:xfrm>
              <a:off x="2778900" y="4187850"/>
              <a:ext cx="124150" cy="53600"/>
            </a:xfrm>
            <a:custGeom>
              <a:avLst/>
              <a:gdLst/>
              <a:ahLst/>
              <a:cxnLst/>
              <a:rect l="l" t="t" r="r" b="b"/>
              <a:pathLst>
                <a:path w="4966" h="2144" extrusionOk="0">
                  <a:moveTo>
                    <a:pt x="4942" y="0"/>
                  </a:moveTo>
                  <a:cubicBezTo>
                    <a:pt x="4930" y="0"/>
                    <a:pt x="4918" y="0"/>
                    <a:pt x="4918" y="12"/>
                  </a:cubicBezTo>
                  <a:cubicBezTo>
                    <a:pt x="4930" y="12"/>
                    <a:pt x="4942" y="12"/>
                    <a:pt x="4942" y="0"/>
                  </a:cubicBezTo>
                  <a:close/>
                  <a:moveTo>
                    <a:pt x="4918" y="12"/>
                  </a:moveTo>
                  <a:lnTo>
                    <a:pt x="1" y="1834"/>
                  </a:lnTo>
                  <a:cubicBezTo>
                    <a:pt x="84" y="1917"/>
                    <a:pt x="120" y="2024"/>
                    <a:pt x="144" y="2143"/>
                  </a:cubicBezTo>
                  <a:lnTo>
                    <a:pt x="4966" y="358"/>
                  </a:lnTo>
                  <a:lnTo>
                    <a:pt x="4882" y="310"/>
                  </a:lnTo>
                  <a:cubicBezTo>
                    <a:pt x="4811" y="250"/>
                    <a:pt x="4799" y="155"/>
                    <a:pt x="4847" y="72"/>
                  </a:cubicBezTo>
                  <a:cubicBezTo>
                    <a:pt x="4859" y="48"/>
                    <a:pt x="4882" y="36"/>
                    <a:pt x="4918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26"/>
            <p:cNvSpPr/>
            <p:nvPr/>
          </p:nvSpPr>
          <p:spPr>
            <a:xfrm>
              <a:off x="2905125" y="4188150"/>
              <a:ext cx="900" cy="625"/>
            </a:xfrm>
            <a:custGeom>
              <a:avLst/>
              <a:gdLst/>
              <a:ahLst/>
              <a:cxnLst/>
              <a:rect l="l" t="t" r="r" b="b"/>
              <a:pathLst>
                <a:path w="36" h="25" extrusionOk="0">
                  <a:moveTo>
                    <a:pt x="0" y="0"/>
                  </a:moveTo>
                  <a:cubicBezTo>
                    <a:pt x="12" y="0"/>
                    <a:pt x="12" y="24"/>
                    <a:pt x="36" y="24"/>
                  </a:cubicBezTo>
                  <a:cubicBezTo>
                    <a:pt x="12" y="24"/>
                    <a:pt x="12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26"/>
            <p:cNvSpPr/>
            <p:nvPr/>
          </p:nvSpPr>
          <p:spPr>
            <a:xfrm>
              <a:off x="2903925" y="4187850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0" y="0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26"/>
            <p:cNvSpPr/>
            <p:nvPr/>
          </p:nvSpPr>
          <p:spPr>
            <a:xfrm>
              <a:off x="2903325" y="41878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1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26"/>
            <p:cNvSpPr/>
            <p:nvPr/>
          </p:nvSpPr>
          <p:spPr>
            <a:xfrm>
              <a:off x="2906000" y="41887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26"/>
            <p:cNvSpPr/>
            <p:nvPr/>
          </p:nvSpPr>
          <p:spPr>
            <a:xfrm>
              <a:off x="2898575" y="4188150"/>
              <a:ext cx="179200" cy="127725"/>
            </a:xfrm>
            <a:custGeom>
              <a:avLst/>
              <a:gdLst/>
              <a:ahLst/>
              <a:cxnLst/>
              <a:rect l="l" t="t" r="r" b="b"/>
              <a:pathLst>
                <a:path w="7168" h="5109" extrusionOk="0">
                  <a:moveTo>
                    <a:pt x="155" y="0"/>
                  </a:moveTo>
                  <a:cubicBezTo>
                    <a:pt x="143" y="0"/>
                    <a:pt x="131" y="0"/>
                    <a:pt x="131" y="24"/>
                  </a:cubicBezTo>
                  <a:cubicBezTo>
                    <a:pt x="95" y="24"/>
                    <a:pt x="83" y="36"/>
                    <a:pt x="60" y="60"/>
                  </a:cubicBezTo>
                  <a:cubicBezTo>
                    <a:pt x="0" y="143"/>
                    <a:pt x="24" y="238"/>
                    <a:pt x="95" y="298"/>
                  </a:cubicBezTo>
                  <a:lnTo>
                    <a:pt x="179" y="346"/>
                  </a:lnTo>
                  <a:lnTo>
                    <a:pt x="7049" y="5108"/>
                  </a:lnTo>
                  <a:cubicBezTo>
                    <a:pt x="7049" y="5084"/>
                    <a:pt x="7037" y="5049"/>
                    <a:pt x="7037" y="5025"/>
                  </a:cubicBezTo>
                  <a:cubicBezTo>
                    <a:pt x="7049" y="4918"/>
                    <a:pt x="7096" y="4834"/>
                    <a:pt x="7168" y="4787"/>
                  </a:cubicBezTo>
                  <a:lnTo>
                    <a:pt x="298" y="24"/>
                  </a:lnTo>
                  <a:cubicBezTo>
                    <a:pt x="274" y="24"/>
                    <a:pt x="274" y="0"/>
                    <a:pt x="26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26"/>
            <p:cNvSpPr/>
            <p:nvPr/>
          </p:nvSpPr>
          <p:spPr>
            <a:xfrm>
              <a:off x="2605375" y="4242625"/>
              <a:ext cx="151825" cy="76225"/>
            </a:xfrm>
            <a:custGeom>
              <a:avLst/>
              <a:gdLst/>
              <a:ahLst/>
              <a:cxnLst/>
              <a:rect l="l" t="t" r="r" b="b"/>
              <a:pathLst>
                <a:path w="6073" h="3049" extrusionOk="0">
                  <a:moveTo>
                    <a:pt x="5870" y="0"/>
                  </a:moveTo>
                  <a:lnTo>
                    <a:pt x="155" y="2679"/>
                  </a:lnTo>
                  <a:lnTo>
                    <a:pt x="0" y="2750"/>
                  </a:lnTo>
                  <a:cubicBezTo>
                    <a:pt x="84" y="2822"/>
                    <a:pt x="143" y="2929"/>
                    <a:pt x="155" y="3048"/>
                  </a:cubicBezTo>
                  <a:lnTo>
                    <a:pt x="6073" y="286"/>
                  </a:lnTo>
                  <a:cubicBezTo>
                    <a:pt x="6037" y="226"/>
                    <a:pt x="6013" y="167"/>
                    <a:pt x="5989" y="107"/>
                  </a:cubicBezTo>
                  <a:lnTo>
                    <a:pt x="587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26"/>
            <p:cNvSpPr/>
            <p:nvPr/>
          </p:nvSpPr>
          <p:spPr>
            <a:xfrm>
              <a:off x="2768500" y="4252150"/>
              <a:ext cx="210450" cy="159250"/>
            </a:xfrm>
            <a:custGeom>
              <a:avLst/>
              <a:gdLst/>
              <a:ahLst/>
              <a:cxnLst/>
              <a:rect l="l" t="t" r="r" b="b"/>
              <a:pathLst>
                <a:path w="8418" h="6370" extrusionOk="0">
                  <a:moveTo>
                    <a:pt x="381" y="0"/>
                  </a:moveTo>
                  <a:cubicBezTo>
                    <a:pt x="286" y="95"/>
                    <a:pt x="155" y="155"/>
                    <a:pt x="0" y="155"/>
                  </a:cubicBezTo>
                  <a:lnTo>
                    <a:pt x="7858" y="6370"/>
                  </a:lnTo>
                  <a:lnTo>
                    <a:pt x="8418" y="637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26"/>
            <p:cNvSpPr/>
            <p:nvPr/>
          </p:nvSpPr>
          <p:spPr>
            <a:xfrm>
              <a:off x="2694975" y="4191125"/>
              <a:ext cx="62225" cy="54200"/>
            </a:xfrm>
            <a:custGeom>
              <a:avLst/>
              <a:gdLst/>
              <a:ahLst/>
              <a:cxnLst/>
              <a:rect l="l" t="t" r="r" b="b"/>
              <a:pathLst>
                <a:path w="2489" h="2168" extrusionOk="0">
                  <a:moveTo>
                    <a:pt x="131" y="0"/>
                  </a:moveTo>
                  <a:cubicBezTo>
                    <a:pt x="95" y="24"/>
                    <a:pt x="72" y="36"/>
                    <a:pt x="60" y="60"/>
                  </a:cubicBezTo>
                  <a:cubicBezTo>
                    <a:pt x="0" y="143"/>
                    <a:pt x="12" y="238"/>
                    <a:pt x="84" y="298"/>
                  </a:cubicBezTo>
                  <a:lnTo>
                    <a:pt x="107" y="322"/>
                  </a:lnTo>
                  <a:lnTo>
                    <a:pt x="369" y="524"/>
                  </a:lnTo>
                  <a:lnTo>
                    <a:pt x="2286" y="2060"/>
                  </a:lnTo>
                  <a:lnTo>
                    <a:pt x="2429" y="2167"/>
                  </a:lnTo>
                  <a:cubicBezTo>
                    <a:pt x="2405" y="2108"/>
                    <a:pt x="2405" y="2060"/>
                    <a:pt x="2405" y="2001"/>
                  </a:cubicBezTo>
                  <a:cubicBezTo>
                    <a:pt x="2405" y="1929"/>
                    <a:pt x="2441" y="1846"/>
                    <a:pt x="2489" y="1774"/>
                  </a:cubicBezTo>
                  <a:lnTo>
                    <a:pt x="655" y="322"/>
                  </a:lnTo>
                  <a:cubicBezTo>
                    <a:pt x="596" y="405"/>
                    <a:pt x="500" y="453"/>
                    <a:pt x="405" y="453"/>
                  </a:cubicBezTo>
                  <a:cubicBezTo>
                    <a:pt x="250" y="453"/>
                    <a:pt x="143" y="298"/>
                    <a:pt x="167" y="155"/>
                  </a:cubicBezTo>
                  <a:cubicBezTo>
                    <a:pt x="167" y="96"/>
                    <a:pt x="191" y="48"/>
                    <a:pt x="22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26"/>
            <p:cNvSpPr/>
            <p:nvPr/>
          </p:nvSpPr>
          <p:spPr>
            <a:xfrm>
              <a:off x="3016725" y="4319125"/>
              <a:ext cx="67000" cy="92275"/>
            </a:xfrm>
            <a:custGeom>
              <a:avLst/>
              <a:gdLst/>
              <a:ahLst/>
              <a:cxnLst/>
              <a:rect l="l" t="t" r="r" b="b"/>
              <a:pathLst>
                <a:path w="2680" h="3691" extrusionOk="0">
                  <a:moveTo>
                    <a:pt x="2680" y="119"/>
                  </a:moveTo>
                  <a:lnTo>
                    <a:pt x="2675" y="126"/>
                  </a:lnTo>
                  <a:lnTo>
                    <a:pt x="2675" y="126"/>
                  </a:lnTo>
                  <a:cubicBezTo>
                    <a:pt x="2677" y="124"/>
                    <a:pt x="2679" y="122"/>
                    <a:pt x="2680" y="119"/>
                  </a:cubicBezTo>
                  <a:close/>
                  <a:moveTo>
                    <a:pt x="2370" y="0"/>
                  </a:moveTo>
                  <a:lnTo>
                    <a:pt x="1" y="3560"/>
                  </a:lnTo>
                  <a:cubicBezTo>
                    <a:pt x="96" y="3596"/>
                    <a:pt x="168" y="3631"/>
                    <a:pt x="227" y="3691"/>
                  </a:cubicBezTo>
                  <a:lnTo>
                    <a:pt x="310" y="3691"/>
                  </a:lnTo>
                  <a:lnTo>
                    <a:pt x="2675" y="126"/>
                  </a:lnTo>
                  <a:lnTo>
                    <a:pt x="2675" y="126"/>
                  </a:lnTo>
                  <a:cubicBezTo>
                    <a:pt x="2661" y="143"/>
                    <a:pt x="2628" y="143"/>
                    <a:pt x="2596" y="143"/>
                  </a:cubicBezTo>
                  <a:cubicBezTo>
                    <a:pt x="2501" y="143"/>
                    <a:pt x="2418" y="83"/>
                    <a:pt x="237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26"/>
            <p:cNvSpPr/>
            <p:nvPr/>
          </p:nvSpPr>
          <p:spPr>
            <a:xfrm>
              <a:off x="3084000" y="4036650"/>
              <a:ext cx="186075" cy="275050"/>
            </a:xfrm>
            <a:custGeom>
              <a:avLst/>
              <a:gdLst/>
              <a:ahLst/>
              <a:cxnLst/>
              <a:rect l="l" t="t" r="r" b="b"/>
              <a:pathLst>
                <a:path w="7443" h="11002" extrusionOk="0">
                  <a:moveTo>
                    <a:pt x="7168" y="0"/>
                  </a:moveTo>
                  <a:lnTo>
                    <a:pt x="1" y="10811"/>
                  </a:lnTo>
                  <a:cubicBezTo>
                    <a:pt x="108" y="10847"/>
                    <a:pt x="203" y="10918"/>
                    <a:pt x="227" y="11001"/>
                  </a:cubicBezTo>
                  <a:cubicBezTo>
                    <a:pt x="239" y="11001"/>
                    <a:pt x="263" y="10989"/>
                    <a:pt x="286" y="10989"/>
                  </a:cubicBezTo>
                  <a:lnTo>
                    <a:pt x="7442" y="179"/>
                  </a:lnTo>
                  <a:cubicBezTo>
                    <a:pt x="7323" y="155"/>
                    <a:pt x="7240" y="95"/>
                    <a:pt x="716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26"/>
            <p:cNvSpPr/>
            <p:nvPr/>
          </p:nvSpPr>
          <p:spPr>
            <a:xfrm>
              <a:off x="3088475" y="4311375"/>
              <a:ext cx="161950" cy="100025"/>
            </a:xfrm>
            <a:custGeom>
              <a:avLst/>
              <a:gdLst/>
              <a:ahLst/>
              <a:cxnLst/>
              <a:rect l="l" t="t" r="r" b="b"/>
              <a:pathLst>
                <a:path w="6478" h="4001" extrusionOk="0">
                  <a:moveTo>
                    <a:pt x="107" y="0"/>
                  </a:moveTo>
                  <a:cubicBezTo>
                    <a:pt x="96" y="0"/>
                    <a:pt x="72" y="0"/>
                    <a:pt x="48" y="12"/>
                  </a:cubicBezTo>
                  <a:cubicBezTo>
                    <a:pt x="60" y="60"/>
                    <a:pt x="84" y="108"/>
                    <a:pt x="60" y="155"/>
                  </a:cubicBezTo>
                  <a:cubicBezTo>
                    <a:pt x="60" y="215"/>
                    <a:pt x="36" y="250"/>
                    <a:pt x="0" y="298"/>
                  </a:cubicBezTo>
                  <a:lnTo>
                    <a:pt x="24" y="310"/>
                  </a:lnTo>
                  <a:lnTo>
                    <a:pt x="5834" y="4001"/>
                  </a:lnTo>
                  <a:lnTo>
                    <a:pt x="6477" y="4001"/>
                  </a:lnTo>
                  <a:lnTo>
                    <a:pt x="203" y="36"/>
                  </a:lnTo>
                  <a:cubicBezTo>
                    <a:pt x="167" y="12"/>
                    <a:pt x="143" y="0"/>
                    <a:pt x="10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26"/>
            <p:cNvSpPr/>
            <p:nvPr/>
          </p:nvSpPr>
          <p:spPr>
            <a:xfrm>
              <a:off x="3271525" y="4040200"/>
              <a:ext cx="47350" cy="371200"/>
            </a:xfrm>
            <a:custGeom>
              <a:avLst/>
              <a:gdLst/>
              <a:ahLst/>
              <a:cxnLst/>
              <a:rect l="l" t="t" r="r" b="b"/>
              <a:pathLst>
                <a:path w="1894" h="14848" extrusionOk="0">
                  <a:moveTo>
                    <a:pt x="334" y="1"/>
                  </a:moveTo>
                  <a:cubicBezTo>
                    <a:pt x="255" y="51"/>
                    <a:pt x="159" y="75"/>
                    <a:pt x="60" y="75"/>
                  </a:cubicBezTo>
                  <a:cubicBezTo>
                    <a:pt x="40" y="75"/>
                    <a:pt x="20" y="74"/>
                    <a:pt x="1" y="72"/>
                  </a:cubicBezTo>
                  <a:lnTo>
                    <a:pt x="1" y="72"/>
                  </a:lnTo>
                  <a:lnTo>
                    <a:pt x="1548" y="14848"/>
                  </a:lnTo>
                  <a:lnTo>
                    <a:pt x="1894" y="14848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853;p26"/>
            <p:cNvSpPr/>
            <p:nvPr/>
          </p:nvSpPr>
          <p:spPr>
            <a:xfrm>
              <a:off x="3632275" y="4401925"/>
              <a:ext cx="10750" cy="9475"/>
            </a:xfrm>
            <a:custGeom>
              <a:avLst/>
              <a:gdLst/>
              <a:ahLst/>
              <a:cxnLst/>
              <a:rect l="l" t="t" r="r" b="b"/>
              <a:pathLst>
                <a:path w="430" h="379" extrusionOk="0">
                  <a:moveTo>
                    <a:pt x="227" y="1"/>
                  </a:moveTo>
                  <a:cubicBezTo>
                    <a:pt x="209" y="1"/>
                    <a:pt x="191" y="4"/>
                    <a:pt x="180" y="10"/>
                  </a:cubicBezTo>
                  <a:cubicBezTo>
                    <a:pt x="156" y="10"/>
                    <a:pt x="156" y="22"/>
                    <a:pt x="144" y="22"/>
                  </a:cubicBezTo>
                  <a:lnTo>
                    <a:pt x="132" y="22"/>
                  </a:lnTo>
                  <a:lnTo>
                    <a:pt x="120" y="46"/>
                  </a:lnTo>
                  <a:lnTo>
                    <a:pt x="96" y="57"/>
                  </a:lnTo>
                  <a:lnTo>
                    <a:pt x="84" y="69"/>
                  </a:lnTo>
                  <a:lnTo>
                    <a:pt x="84" y="81"/>
                  </a:lnTo>
                  <a:cubicBezTo>
                    <a:pt x="84" y="105"/>
                    <a:pt x="72" y="105"/>
                    <a:pt x="72" y="117"/>
                  </a:cubicBezTo>
                  <a:lnTo>
                    <a:pt x="1" y="379"/>
                  </a:lnTo>
                  <a:lnTo>
                    <a:pt x="334" y="379"/>
                  </a:lnTo>
                  <a:lnTo>
                    <a:pt x="370" y="308"/>
                  </a:lnTo>
                  <a:lnTo>
                    <a:pt x="394" y="224"/>
                  </a:lnTo>
                  <a:cubicBezTo>
                    <a:pt x="430" y="129"/>
                    <a:pt x="370" y="46"/>
                    <a:pt x="275" y="10"/>
                  </a:cubicBezTo>
                  <a:cubicBezTo>
                    <a:pt x="263" y="4"/>
                    <a:pt x="245" y="1"/>
                    <a:pt x="227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26"/>
            <p:cNvSpPr/>
            <p:nvPr/>
          </p:nvSpPr>
          <p:spPr>
            <a:xfrm>
              <a:off x="3737350" y="4195300"/>
              <a:ext cx="14325" cy="216100"/>
            </a:xfrm>
            <a:custGeom>
              <a:avLst/>
              <a:gdLst/>
              <a:ahLst/>
              <a:cxnLst/>
              <a:rect l="l" t="t" r="r" b="b"/>
              <a:pathLst>
                <a:path w="573" h="8644" extrusionOk="0">
                  <a:moveTo>
                    <a:pt x="227" y="0"/>
                  </a:moveTo>
                  <a:lnTo>
                    <a:pt x="37" y="7156"/>
                  </a:lnTo>
                  <a:lnTo>
                    <a:pt x="25" y="7513"/>
                  </a:lnTo>
                  <a:lnTo>
                    <a:pt x="1" y="8644"/>
                  </a:lnTo>
                  <a:lnTo>
                    <a:pt x="346" y="8644"/>
                  </a:lnTo>
                  <a:lnTo>
                    <a:pt x="382" y="7418"/>
                  </a:lnTo>
                  <a:lnTo>
                    <a:pt x="394" y="7060"/>
                  </a:lnTo>
                  <a:lnTo>
                    <a:pt x="572" y="429"/>
                  </a:lnTo>
                  <a:lnTo>
                    <a:pt x="287" y="167"/>
                  </a:lnTo>
                  <a:cubicBezTo>
                    <a:pt x="239" y="119"/>
                    <a:pt x="227" y="60"/>
                    <a:pt x="239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26"/>
            <p:cNvSpPr/>
            <p:nvPr/>
          </p:nvSpPr>
          <p:spPr>
            <a:xfrm>
              <a:off x="4021625" y="4264050"/>
              <a:ext cx="149750" cy="147350"/>
            </a:xfrm>
            <a:custGeom>
              <a:avLst/>
              <a:gdLst/>
              <a:ahLst/>
              <a:cxnLst/>
              <a:rect l="l" t="t" r="r" b="b"/>
              <a:pathLst>
                <a:path w="5990" h="5894" extrusionOk="0">
                  <a:moveTo>
                    <a:pt x="5751" y="0"/>
                  </a:moveTo>
                  <a:lnTo>
                    <a:pt x="5692" y="60"/>
                  </a:lnTo>
                  <a:lnTo>
                    <a:pt x="0" y="5894"/>
                  </a:lnTo>
                  <a:lnTo>
                    <a:pt x="477" y="5894"/>
                  </a:lnTo>
                  <a:lnTo>
                    <a:pt x="5989" y="238"/>
                  </a:lnTo>
                  <a:cubicBezTo>
                    <a:pt x="5882" y="179"/>
                    <a:pt x="5799" y="108"/>
                    <a:pt x="575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26"/>
            <p:cNvSpPr/>
            <p:nvPr/>
          </p:nvSpPr>
          <p:spPr>
            <a:xfrm>
              <a:off x="4484475" y="4346500"/>
              <a:ext cx="96475" cy="64900"/>
            </a:xfrm>
            <a:custGeom>
              <a:avLst/>
              <a:gdLst/>
              <a:ahLst/>
              <a:cxnLst/>
              <a:rect l="l" t="t" r="r" b="b"/>
              <a:pathLst>
                <a:path w="3859" h="2596" extrusionOk="0">
                  <a:moveTo>
                    <a:pt x="3668" y="0"/>
                  </a:moveTo>
                  <a:lnTo>
                    <a:pt x="1" y="2596"/>
                  </a:lnTo>
                  <a:lnTo>
                    <a:pt x="584" y="2596"/>
                  </a:lnTo>
                  <a:lnTo>
                    <a:pt x="3858" y="262"/>
                  </a:lnTo>
                  <a:cubicBezTo>
                    <a:pt x="3787" y="191"/>
                    <a:pt x="3715" y="96"/>
                    <a:pt x="366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26"/>
            <p:cNvSpPr/>
            <p:nvPr/>
          </p:nvSpPr>
          <p:spPr>
            <a:xfrm>
              <a:off x="3743025" y="4194700"/>
              <a:ext cx="230700" cy="216425"/>
            </a:xfrm>
            <a:custGeom>
              <a:avLst/>
              <a:gdLst/>
              <a:ahLst/>
              <a:cxnLst/>
              <a:rect l="l" t="t" r="r" b="b"/>
              <a:pathLst>
                <a:path w="9228" h="8657" extrusionOk="0">
                  <a:moveTo>
                    <a:pt x="369" y="0"/>
                  </a:moveTo>
                  <a:cubicBezTo>
                    <a:pt x="309" y="26"/>
                    <a:pt x="243" y="46"/>
                    <a:pt x="179" y="46"/>
                  </a:cubicBezTo>
                  <a:cubicBezTo>
                    <a:pt x="155" y="46"/>
                    <a:pt x="131" y="43"/>
                    <a:pt x="107" y="36"/>
                  </a:cubicBezTo>
                  <a:cubicBezTo>
                    <a:pt x="72" y="36"/>
                    <a:pt x="48" y="24"/>
                    <a:pt x="12" y="24"/>
                  </a:cubicBezTo>
                  <a:cubicBezTo>
                    <a:pt x="0" y="84"/>
                    <a:pt x="12" y="143"/>
                    <a:pt x="60" y="191"/>
                  </a:cubicBezTo>
                  <a:lnTo>
                    <a:pt x="345" y="453"/>
                  </a:lnTo>
                  <a:lnTo>
                    <a:pt x="5584" y="5572"/>
                  </a:lnTo>
                  <a:lnTo>
                    <a:pt x="5870" y="5846"/>
                  </a:lnTo>
                  <a:lnTo>
                    <a:pt x="8739" y="8656"/>
                  </a:lnTo>
                  <a:lnTo>
                    <a:pt x="9227" y="8656"/>
                  </a:lnTo>
                  <a:lnTo>
                    <a:pt x="7144" y="6620"/>
                  </a:lnTo>
                  <a:cubicBezTo>
                    <a:pt x="7120" y="6620"/>
                    <a:pt x="7102" y="6625"/>
                    <a:pt x="7078" y="6625"/>
                  </a:cubicBezTo>
                  <a:cubicBezTo>
                    <a:pt x="7066" y="6625"/>
                    <a:pt x="7053" y="6624"/>
                    <a:pt x="7037" y="6620"/>
                  </a:cubicBezTo>
                  <a:cubicBezTo>
                    <a:pt x="6858" y="6596"/>
                    <a:pt x="6739" y="6453"/>
                    <a:pt x="6751" y="6275"/>
                  </a:cubicBezTo>
                  <a:lnTo>
                    <a:pt x="6751" y="6239"/>
                  </a:lnTo>
                  <a:lnTo>
                    <a:pt x="6239" y="5739"/>
                  </a:lnTo>
                  <a:lnTo>
                    <a:pt x="5953" y="5465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26"/>
            <p:cNvSpPr/>
            <p:nvPr/>
          </p:nvSpPr>
          <p:spPr>
            <a:xfrm>
              <a:off x="4185325" y="4269100"/>
              <a:ext cx="69975" cy="142300"/>
            </a:xfrm>
            <a:custGeom>
              <a:avLst/>
              <a:gdLst/>
              <a:ahLst/>
              <a:cxnLst/>
              <a:rect l="l" t="t" r="r" b="b"/>
              <a:pathLst>
                <a:path w="2799" h="5692" extrusionOk="0">
                  <a:moveTo>
                    <a:pt x="1" y="1"/>
                  </a:moveTo>
                  <a:lnTo>
                    <a:pt x="2430" y="5692"/>
                  </a:lnTo>
                  <a:lnTo>
                    <a:pt x="2799" y="5692"/>
                  </a:lnTo>
                  <a:lnTo>
                    <a:pt x="572" y="4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3859;p26"/>
            <p:cNvSpPr/>
            <p:nvPr/>
          </p:nvSpPr>
          <p:spPr>
            <a:xfrm>
              <a:off x="4174625" y="4240475"/>
              <a:ext cx="9550" cy="5725"/>
            </a:xfrm>
            <a:custGeom>
              <a:avLst/>
              <a:gdLst/>
              <a:ahLst/>
              <a:cxnLst/>
              <a:rect l="l" t="t" r="r" b="b"/>
              <a:pathLst>
                <a:path w="382" h="229" extrusionOk="0">
                  <a:moveTo>
                    <a:pt x="180" y="1"/>
                  </a:moveTo>
                  <a:cubicBezTo>
                    <a:pt x="159" y="1"/>
                    <a:pt x="138" y="5"/>
                    <a:pt x="119" y="15"/>
                  </a:cubicBezTo>
                  <a:lnTo>
                    <a:pt x="107" y="15"/>
                  </a:lnTo>
                  <a:cubicBezTo>
                    <a:pt x="48" y="38"/>
                    <a:pt x="0" y="98"/>
                    <a:pt x="0" y="169"/>
                  </a:cubicBezTo>
                  <a:cubicBezTo>
                    <a:pt x="60" y="158"/>
                    <a:pt x="119" y="158"/>
                    <a:pt x="167" y="158"/>
                  </a:cubicBezTo>
                  <a:cubicBezTo>
                    <a:pt x="250" y="158"/>
                    <a:pt x="322" y="193"/>
                    <a:pt x="381" y="229"/>
                  </a:cubicBezTo>
                  <a:lnTo>
                    <a:pt x="322" y="98"/>
                  </a:lnTo>
                  <a:cubicBezTo>
                    <a:pt x="304" y="36"/>
                    <a:pt x="241" y="1"/>
                    <a:pt x="18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3860;p26"/>
            <p:cNvSpPr/>
            <p:nvPr/>
          </p:nvSpPr>
          <p:spPr>
            <a:xfrm>
              <a:off x="4599075" y="4353050"/>
              <a:ext cx="37825" cy="58350"/>
            </a:xfrm>
            <a:custGeom>
              <a:avLst/>
              <a:gdLst/>
              <a:ahLst/>
              <a:cxnLst/>
              <a:rect l="l" t="t" r="r" b="b"/>
              <a:pathLst>
                <a:path w="1513" h="2334" extrusionOk="0">
                  <a:moveTo>
                    <a:pt x="274" y="0"/>
                  </a:moveTo>
                  <a:cubicBezTo>
                    <a:pt x="203" y="72"/>
                    <a:pt x="96" y="119"/>
                    <a:pt x="0" y="155"/>
                  </a:cubicBezTo>
                  <a:lnTo>
                    <a:pt x="1120" y="2334"/>
                  </a:lnTo>
                  <a:lnTo>
                    <a:pt x="1513" y="2334"/>
                  </a:lnTo>
                  <a:lnTo>
                    <a:pt x="334" y="48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1" name="Google Shape;3861;p26"/>
            <p:cNvSpPr/>
            <p:nvPr/>
          </p:nvSpPr>
          <p:spPr>
            <a:xfrm>
              <a:off x="4185025" y="4263750"/>
              <a:ext cx="182500" cy="147650"/>
            </a:xfrm>
            <a:custGeom>
              <a:avLst/>
              <a:gdLst/>
              <a:ahLst/>
              <a:cxnLst/>
              <a:rect l="l" t="t" r="r" b="b"/>
              <a:pathLst>
                <a:path w="7300" h="5906" extrusionOk="0">
                  <a:moveTo>
                    <a:pt x="179" y="0"/>
                  </a:moveTo>
                  <a:cubicBezTo>
                    <a:pt x="132" y="96"/>
                    <a:pt x="72" y="155"/>
                    <a:pt x="1" y="215"/>
                  </a:cubicBezTo>
                  <a:lnTo>
                    <a:pt x="549" y="691"/>
                  </a:lnTo>
                  <a:lnTo>
                    <a:pt x="6776" y="5906"/>
                  </a:lnTo>
                  <a:lnTo>
                    <a:pt x="7299" y="5906"/>
                  </a:lnTo>
                  <a:lnTo>
                    <a:pt x="299" y="36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862;p26"/>
            <p:cNvSpPr/>
            <p:nvPr/>
          </p:nvSpPr>
          <p:spPr>
            <a:xfrm>
              <a:off x="4189800" y="4255125"/>
              <a:ext cx="386375" cy="83950"/>
            </a:xfrm>
            <a:custGeom>
              <a:avLst/>
              <a:gdLst/>
              <a:ahLst/>
              <a:cxnLst/>
              <a:rect l="l" t="t" r="r" b="b"/>
              <a:pathLst>
                <a:path w="15455" h="3358" extrusionOk="0">
                  <a:moveTo>
                    <a:pt x="36" y="0"/>
                  </a:moveTo>
                  <a:lnTo>
                    <a:pt x="36" y="0"/>
                  </a:lnTo>
                  <a:cubicBezTo>
                    <a:pt x="48" y="48"/>
                    <a:pt x="48" y="107"/>
                    <a:pt x="48" y="155"/>
                  </a:cubicBezTo>
                  <a:cubicBezTo>
                    <a:pt x="48" y="214"/>
                    <a:pt x="24" y="286"/>
                    <a:pt x="0" y="334"/>
                  </a:cubicBezTo>
                  <a:lnTo>
                    <a:pt x="143" y="381"/>
                  </a:lnTo>
                  <a:lnTo>
                    <a:pt x="15395" y="3358"/>
                  </a:lnTo>
                  <a:lnTo>
                    <a:pt x="15395" y="3262"/>
                  </a:lnTo>
                  <a:cubicBezTo>
                    <a:pt x="15407" y="3179"/>
                    <a:pt x="15419" y="3084"/>
                    <a:pt x="15455" y="3012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26"/>
            <p:cNvSpPr/>
            <p:nvPr/>
          </p:nvSpPr>
          <p:spPr>
            <a:xfrm>
              <a:off x="4185925" y="3740775"/>
              <a:ext cx="804900" cy="513475"/>
            </a:xfrm>
            <a:custGeom>
              <a:avLst/>
              <a:gdLst/>
              <a:ahLst/>
              <a:cxnLst/>
              <a:rect l="l" t="t" r="r" b="b"/>
              <a:pathLst>
                <a:path w="32196" h="20539" extrusionOk="0">
                  <a:moveTo>
                    <a:pt x="32017" y="0"/>
                  </a:moveTo>
                  <a:lnTo>
                    <a:pt x="1" y="20265"/>
                  </a:lnTo>
                  <a:cubicBezTo>
                    <a:pt x="84" y="20324"/>
                    <a:pt x="155" y="20431"/>
                    <a:pt x="191" y="20538"/>
                  </a:cubicBezTo>
                  <a:lnTo>
                    <a:pt x="32195" y="274"/>
                  </a:lnTo>
                  <a:cubicBezTo>
                    <a:pt x="32124" y="203"/>
                    <a:pt x="32052" y="95"/>
                    <a:pt x="3201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26"/>
            <p:cNvSpPr/>
            <p:nvPr/>
          </p:nvSpPr>
          <p:spPr>
            <a:xfrm>
              <a:off x="4604725" y="4122375"/>
              <a:ext cx="224450" cy="207175"/>
            </a:xfrm>
            <a:custGeom>
              <a:avLst/>
              <a:gdLst/>
              <a:ahLst/>
              <a:cxnLst/>
              <a:rect l="l" t="t" r="r" b="b"/>
              <a:pathLst>
                <a:path w="8978" h="8287" extrusionOk="0">
                  <a:moveTo>
                    <a:pt x="8752" y="0"/>
                  </a:moveTo>
                  <a:lnTo>
                    <a:pt x="1" y="8037"/>
                  </a:lnTo>
                  <a:cubicBezTo>
                    <a:pt x="96" y="8108"/>
                    <a:pt x="167" y="8191"/>
                    <a:pt x="227" y="8287"/>
                  </a:cubicBezTo>
                  <a:lnTo>
                    <a:pt x="8978" y="250"/>
                  </a:lnTo>
                  <a:cubicBezTo>
                    <a:pt x="8907" y="167"/>
                    <a:pt x="8811" y="95"/>
                    <a:pt x="875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26"/>
            <p:cNvSpPr/>
            <p:nvPr/>
          </p:nvSpPr>
          <p:spPr>
            <a:xfrm>
              <a:off x="4727950" y="4136950"/>
              <a:ext cx="125650" cy="274450"/>
            </a:xfrm>
            <a:custGeom>
              <a:avLst/>
              <a:gdLst/>
              <a:ahLst/>
              <a:cxnLst/>
              <a:rect l="l" t="t" r="r" b="b"/>
              <a:pathLst>
                <a:path w="5026" h="10978" extrusionOk="0">
                  <a:moveTo>
                    <a:pt x="4704" y="0"/>
                  </a:moveTo>
                  <a:lnTo>
                    <a:pt x="1" y="10978"/>
                  </a:lnTo>
                  <a:lnTo>
                    <a:pt x="370" y="10978"/>
                  </a:lnTo>
                  <a:lnTo>
                    <a:pt x="5025" y="119"/>
                  </a:lnTo>
                  <a:lnTo>
                    <a:pt x="5025" y="48"/>
                  </a:lnTo>
                  <a:lnTo>
                    <a:pt x="4906" y="48"/>
                  </a:lnTo>
                  <a:cubicBezTo>
                    <a:pt x="4835" y="24"/>
                    <a:pt x="4763" y="24"/>
                    <a:pt x="470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26"/>
            <p:cNvSpPr/>
            <p:nvPr/>
          </p:nvSpPr>
          <p:spPr>
            <a:xfrm>
              <a:off x="4605925" y="4346200"/>
              <a:ext cx="86650" cy="65200"/>
            </a:xfrm>
            <a:custGeom>
              <a:avLst/>
              <a:gdLst/>
              <a:ahLst/>
              <a:cxnLst/>
              <a:rect l="l" t="t" r="r" b="b"/>
              <a:pathLst>
                <a:path w="3466" h="2608" extrusionOk="0">
                  <a:moveTo>
                    <a:pt x="203" y="0"/>
                  </a:moveTo>
                  <a:cubicBezTo>
                    <a:pt x="167" y="108"/>
                    <a:pt x="84" y="203"/>
                    <a:pt x="0" y="274"/>
                  </a:cubicBezTo>
                  <a:lnTo>
                    <a:pt x="60" y="322"/>
                  </a:lnTo>
                  <a:lnTo>
                    <a:pt x="2917" y="2608"/>
                  </a:lnTo>
                  <a:lnTo>
                    <a:pt x="3465" y="2608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26"/>
            <p:cNvSpPr/>
            <p:nvPr/>
          </p:nvSpPr>
          <p:spPr>
            <a:xfrm>
              <a:off x="5016400" y="4244400"/>
              <a:ext cx="9250" cy="167000"/>
            </a:xfrm>
            <a:custGeom>
              <a:avLst/>
              <a:gdLst/>
              <a:ahLst/>
              <a:cxnLst/>
              <a:rect l="l" t="t" r="r" b="b"/>
              <a:pathLst>
                <a:path w="370" h="6680" extrusionOk="0">
                  <a:moveTo>
                    <a:pt x="333" y="1"/>
                  </a:moveTo>
                  <a:cubicBezTo>
                    <a:pt x="262" y="27"/>
                    <a:pt x="177" y="41"/>
                    <a:pt x="89" y="41"/>
                  </a:cubicBezTo>
                  <a:cubicBezTo>
                    <a:pt x="60" y="41"/>
                    <a:pt x="30" y="39"/>
                    <a:pt x="0" y="36"/>
                  </a:cubicBezTo>
                  <a:lnTo>
                    <a:pt x="0" y="36"/>
                  </a:lnTo>
                  <a:lnTo>
                    <a:pt x="24" y="6680"/>
                  </a:lnTo>
                  <a:lnTo>
                    <a:pt x="369" y="6680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26"/>
            <p:cNvSpPr/>
            <p:nvPr/>
          </p:nvSpPr>
          <p:spPr>
            <a:xfrm>
              <a:off x="5021450" y="4188150"/>
              <a:ext cx="3300" cy="3900"/>
            </a:xfrm>
            <a:custGeom>
              <a:avLst/>
              <a:gdLst/>
              <a:ahLst/>
              <a:cxnLst/>
              <a:rect l="l" t="t" r="r" b="b"/>
              <a:pathLst>
                <a:path w="132" h="156" extrusionOk="0">
                  <a:moveTo>
                    <a:pt x="0" y="0"/>
                  </a:moveTo>
                  <a:lnTo>
                    <a:pt x="0" y="119"/>
                  </a:lnTo>
                  <a:lnTo>
                    <a:pt x="12" y="119"/>
                  </a:lnTo>
                  <a:cubicBezTo>
                    <a:pt x="48" y="143"/>
                    <a:pt x="96" y="155"/>
                    <a:pt x="131" y="155"/>
                  </a:cubicBezTo>
                  <a:cubicBezTo>
                    <a:pt x="120" y="84"/>
                    <a:pt x="72" y="24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26"/>
            <p:cNvSpPr/>
            <p:nvPr/>
          </p:nvSpPr>
          <p:spPr>
            <a:xfrm>
              <a:off x="4864275" y="3750900"/>
              <a:ext cx="138450" cy="315225"/>
            </a:xfrm>
            <a:custGeom>
              <a:avLst/>
              <a:gdLst/>
              <a:ahLst/>
              <a:cxnLst/>
              <a:rect l="l" t="t" r="r" b="b"/>
              <a:pathLst>
                <a:path w="5538" h="12609" extrusionOk="0">
                  <a:moveTo>
                    <a:pt x="5216" y="0"/>
                  </a:moveTo>
                  <a:lnTo>
                    <a:pt x="1" y="12490"/>
                  </a:lnTo>
                  <a:cubicBezTo>
                    <a:pt x="132" y="12513"/>
                    <a:pt x="227" y="12549"/>
                    <a:pt x="322" y="12609"/>
                  </a:cubicBezTo>
                  <a:lnTo>
                    <a:pt x="5537" y="95"/>
                  </a:lnTo>
                  <a:lnTo>
                    <a:pt x="5514" y="95"/>
                  </a:lnTo>
                  <a:cubicBezTo>
                    <a:pt x="5406" y="83"/>
                    <a:pt x="5299" y="48"/>
                    <a:pt x="521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26"/>
            <p:cNvSpPr/>
            <p:nvPr/>
          </p:nvSpPr>
          <p:spPr>
            <a:xfrm>
              <a:off x="5003300" y="3753275"/>
              <a:ext cx="18175" cy="439050"/>
            </a:xfrm>
            <a:custGeom>
              <a:avLst/>
              <a:gdLst/>
              <a:ahLst/>
              <a:cxnLst/>
              <a:rect l="l" t="t" r="r" b="b"/>
              <a:pathLst>
                <a:path w="727" h="17562" extrusionOk="0">
                  <a:moveTo>
                    <a:pt x="143" y="0"/>
                  </a:moveTo>
                  <a:cubicBezTo>
                    <a:pt x="111" y="0"/>
                    <a:pt x="74" y="6"/>
                    <a:pt x="42" y="6"/>
                  </a:cubicBezTo>
                  <a:cubicBezTo>
                    <a:pt x="27" y="6"/>
                    <a:pt x="12" y="4"/>
                    <a:pt x="0" y="0"/>
                  </a:cubicBezTo>
                  <a:lnTo>
                    <a:pt x="0" y="0"/>
                  </a:lnTo>
                  <a:lnTo>
                    <a:pt x="381" y="17562"/>
                  </a:lnTo>
                  <a:cubicBezTo>
                    <a:pt x="457" y="17545"/>
                    <a:pt x="539" y="17528"/>
                    <a:pt x="622" y="17528"/>
                  </a:cubicBezTo>
                  <a:cubicBezTo>
                    <a:pt x="657" y="17528"/>
                    <a:pt x="692" y="17531"/>
                    <a:pt x="726" y="17538"/>
                  </a:cubicBezTo>
                  <a:lnTo>
                    <a:pt x="726" y="17419"/>
                  </a:lnTo>
                  <a:lnTo>
                    <a:pt x="357" y="572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26"/>
            <p:cNvSpPr/>
            <p:nvPr/>
          </p:nvSpPr>
          <p:spPr>
            <a:xfrm>
              <a:off x="4886325" y="4112250"/>
              <a:ext cx="111625" cy="96750"/>
            </a:xfrm>
            <a:custGeom>
              <a:avLst/>
              <a:gdLst/>
              <a:ahLst/>
              <a:cxnLst/>
              <a:rect l="l" t="t" r="r" b="b"/>
              <a:pathLst>
                <a:path w="4465" h="3870" extrusionOk="0">
                  <a:moveTo>
                    <a:pt x="155" y="0"/>
                  </a:moveTo>
                  <a:cubicBezTo>
                    <a:pt x="107" y="107"/>
                    <a:pt x="60" y="226"/>
                    <a:pt x="0" y="322"/>
                  </a:cubicBezTo>
                  <a:lnTo>
                    <a:pt x="4310" y="3870"/>
                  </a:lnTo>
                  <a:cubicBezTo>
                    <a:pt x="4346" y="3774"/>
                    <a:pt x="4393" y="3667"/>
                    <a:pt x="4465" y="3572"/>
                  </a:cubicBezTo>
                  <a:lnTo>
                    <a:pt x="15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26"/>
            <p:cNvSpPr/>
            <p:nvPr/>
          </p:nvSpPr>
          <p:spPr>
            <a:xfrm>
              <a:off x="5032450" y="4235775"/>
              <a:ext cx="207800" cy="173550"/>
            </a:xfrm>
            <a:custGeom>
              <a:avLst/>
              <a:gdLst/>
              <a:ahLst/>
              <a:cxnLst/>
              <a:rect l="l" t="t" r="r" b="b"/>
              <a:pathLst>
                <a:path w="8312" h="6942" extrusionOk="0">
                  <a:moveTo>
                    <a:pt x="275" y="0"/>
                  </a:moveTo>
                  <a:cubicBezTo>
                    <a:pt x="191" y="96"/>
                    <a:pt x="96" y="167"/>
                    <a:pt x="1" y="226"/>
                  </a:cubicBezTo>
                  <a:lnTo>
                    <a:pt x="8121" y="6942"/>
                  </a:lnTo>
                  <a:cubicBezTo>
                    <a:pt x="8169" y="6834"/>
                    <a:pt x="8240" y="6751"/>
                    <a:pt x="8312" y="6668"/>
                  </a:cubicBez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26"/>
            <p:cNvSpPr/>
            <p:nvPr/>
          </p:nvSpPr>
          <p:spPr>
            <a:xfrm>
              <a:off x="5006875" y="3750000"/>
              <a:ext cx="242600" cy="651600"/>
            </a:xfrm>
            <a:custGeom>
              <a:avLst/>
              <a:gdLst/>
              <a:ahLst/>
              <a:cxnLst/>
              <a:rect l="l" t="t" r="r" b="b"/>
              <a:pathLst>
                <a:path w="9704" h="26064" extrusionOk="0">
                  <a:moveTo>
                    <a:pt x="333" y="0"/>
                  </a:moveTo>
                  <a:cubicBezTo>
                    <a:pt x="226" y="60"/>
                    <a:pt x="107" y="107"/>
                    <a:pt x="0" y="119"/>
                  </a:cubicBezTo>
                  <a:lnTo>
                    <a:pt x="214" y="679"/>
                  </a:lnTo>
                  <a:lnTo>
                    <a:pt x="9394" y="26063"/>
                  </a:lnTo>
                  <a:cubicBezTo>
                    <a:pt x="9489" y="26004"/>
                    <a:pt x="9585" y="25944"/>
                    <a:pt x="9704" y="25920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26"/>
            <p:cNvSpPr/>
            <p:nvPr/>
          </p:nvSpPr>
          <p:spPr>
            <a:xfrm>
              <a:off x="4991100" y="4191000"/>
              <a:ext cx="56575" cy="53975"/>
            </a:xfrm>
            <a:custGeom>
              <a:avLst/>
              <a:gdLst/>
              <a:ahLst/>
              <a:cxnLst/>
              <a:rect l="l" t="t" r="r" b="b"/>
              <a:pathLst>
                <a:path w="2263" h="2159" extrusionOk="0">
                  <a:moveTo>
                    <a:pt x="1125" y="1"/>
                  </a:moveTo>
                  <a:cubicBezTo>
                    <a:pt x="1037" y="1"/>
                    <a:pt x="950" y="14"/>
                    <a:pt x="869" y="41"/>
                  </a:cubicBezTo>
                  <a:cubicBezTo>
                    <a:pt x="631" y="101"/>
                    <a:pt x="429" y="232"/>
                    <a:pt x="274" y="422"/>
                  </a:cubicBezTo>
                  <a:cubicBezTo>
                    <a:pt x="202" y="517"/>
                    <a:pt x="143" y="624"/>
                    <a:pt x="119" y="720"/>
                  </a:cubicBezTo>
                  <a:cubicBezTo>
                    <a:pt x="83" y="803"/>
                    <a:pt x="71" y="886"/>
                    <a:pt x="60" y="982"/>
                  </a:cubicBezTo>
                  <a:cubicBezTo>
                    <a:pt x="0" y="1577"/>
                    <a:pt x="441" y="2113"/>
                    <a:pt x="1024" y="2148"/>
                  </a:cubicBezTo>
                  <a:cubicBezTo>
                    <a:pt x="1061" y="2156"/>
                    <a:pt x="1098" y="2159"/>
                    <a:pt x="1134" y="2159"/>
                  </a:cubicBezTo>
                  <a:cubicBezTo>
                    <a:pt x="1216" y="2159"/>
                    <a:pt x="1295" y="2145"/>
                    <a:pt x="1369" y="2137"/>
                  </a:cubicBezTo>
                  <a:cubicBezTo>
                    <a:pt x="1464" y="2113"/>
                    <a:pt x="1572" y="2077"/>
                    <a:pt x="1679" y="2017"/>
                  </a:cubicBezTo>
                  <a:cubicBezTo>
                    <a:pt x="1750" y="1958"/>
                    <a:pt x="1845" y="1887"/>
                    <a:pt x="1929" y="1791"/>
                  </a:cubicBezTo>
                  <a:cubicBezTo>
                    <a:pt x="2084" y="1636"/>
                    <a:pt x="2167" y="1422"/>
                    <a:pt x="2203" y="1184"/>
                  </a:cubicBezTo>
                  <a:cubicBezTo>
                    <a:pt x="2262" y="636"/>
                    <a:pt x="1881" y="148"/>
                    <a:pt x="1345" y="29"/>
                  </a:cubicBezTo>
                  <a:cubicBezTo>
                    <a:pt x="1310" y="5"/>
                    <a:pt x="1274" y="5"/>
                    <a:pt x="1226" y="5"/>
                  </a:cubicBezTo>
                  <a:lnTo>
                    <a:pt x="1214" y="5"/>
                  </a:lnTo>
                  <a:cubicBezTo>
                    <a:pt x="1185" y="2"/>
                    <a:pt x="1155" y="1"/>
                    <a:pt x="112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26"/>
            <p:cNvSpPr/>
            <p:nvPr/>
          </p:nvSpPr>
          <p:spPr>
            <a:xfrm>
              <a:off x="4815775" y="4062050"/>
              <a:ext cx="78000" cy="76425"/>
            </a:xfrm>
            <a:custGeom>
              <a:avLst/>
              <a:gdLst/>
              <a:ahLst/>
              <a:cxnLst/>
              <a:rect l="l" t="t" r="r" b="b"/>
              <a:pathLst>
                <a:path w="3120" h="3057" extrusionOk="0">
                  <a:moveTo>
                    <a:pt x="1541" y="0"/>
                  </a:moveTo>
                  <a:cubicBezTo>
                    <a:pt x="769" y="0"/>
                    <a:pt x="102" y="595"/>
                    <a:pt x="24" y="1389"/>
                  </a:cubicBezTo>
                  <a:cubicBezTo>
                    <a:pt x="0" y="1770"/>
                    <a:pt x="107" y="2151"/>
                    <a:pt x="322" y="2425"/>
                  </a:cubicBezTo>
                  <a:cubicBezTo>
                    <a:pt x="405" y="2520"/>
                    <a:pt x="476" y="2604"/>
                    <a:pt x="548" y="2687"/>
                  </a:cubicBezTo>
                  <a:cubicBezTo>
                    <a:pt x="727" y="2842"/>
                    <a:pt x="953" y="2949"/>
                    <a:pt x="1191" y="3008"/>
                  </a:cubicBezTo>
                  <a:cubicBezTo>
                    <a:pt x="1262" y="3020"/>
                    <a:pt x="1322" y="3044"/>
                    <a:pt x="1393" y="3056"/>
                  </a:cubicBezTo>
                  <a:lnTo>
                    <a:pt x="1512" y="3056"/>
                  </a:lnTo>
                  <a:cubicBezTo>
                    <a:pt x="1523" y="3056"/>
                    <a:pt x="1534" y="3056"/>
                    <a:pt x="1545" y="3056"/>
                  </a:cubicBezTo>
                  <a:cubicBezTo>
                    <a:pt x="2068" y="3056"/>
                    <a:pt x="2554" y="2773"/>
                    <a:pt x="2822" y="2353"/>
                  </a:cubicBezTo>
                  <a:cubicBezTo>
                    <a:pt x="2882" y="2246"/>
                    <a:pt x="2941" y="2151"/>
                    <a:pt x="2977" y="2044"/>
                  </a:cubicBezTo>
                  <a:cubicBezTo>
                    <a:pt x="3013" y="1913"/>
                    <a:pt x="3048" y="1770"/>
                    <a:pt x="3060" y="1651"/>
                  </a:cubicBezTo>
                  <a:cubicBezTo>
                    <a:pt x="3120" y="1032"/>
                    <a:pt x="2798" y="448"/>
                    <a:pt x="2274" y="163"/>
                  </a:cubicBezTo>
                  <a:cubicBezTo>
                    <a:pt x="2167" y="103"/>
                    <a:pt x="2072" y="79"/>
                    <a:pt x="1965" y="44"/>
                  </a:cubicBezTo>
                  <a:cubicBezTo>
                    <a:pt x="1870" y="20"/>
                    <a:pt x="1786" y="8"/>
                    <a:pt x="1691" y="8"/>
                  </a:cubicBezTo>
                  <a:cubicBezTo>
                    <a:pt x="1640" y="3"/>
                    <a:pt x="1590" y="0"/>
                    <a:pt x="154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26"/>
            <p:cNvSpPr/>
            <p:nvPr/>
          </p:nvSpPr>
          <p:spPr>
            <a:xfrm>
              <a:off x="2997100" y="4406875"/>
              <a:ext cx="25600" cy="5125"/>
            </a:xfrm>
            <a:custGeom>
              <a:avLst/>
              <a:gdLst/>
              <a:ahLst/>
              <a:cxnLst/>
              <a:rect l="l" t="t" r="r" b="b"/>
              <a:pathLst>
                <a:path w="1024" h="205" extrusionOk="0">
                  <a:moveTo>
                    <a:pt x="540" y="1"/>
                  </a:moveTo>
                  <a:cubicBezTo>
                    <a:pt x="336" y="1"/>
                    <a:pt x="153" y="63"/>
                    <a:pt x="0" y="205"/>
                  </a:cubicBezTo>
                  <a:lnTo>
                    <a:pt x="1024" y="205"/>
                  </a:lnTo>
                  <a:cubicBezTo>
                    <a:pt x="964" y="145"/>
                    <a:pt x="881" y="98"/>
                    <a:pt x="798" y="62"/>
                  </a:cubicBezTo>
                  <a:cubicBezTo>
                    <a:pt x="726" y="26"/>
                    <a:pt x="655" y="2"/>
                    <a:pt x="595" y="2"/>
                  </a:cubicBezTo>
                  <a:cubicBezTo>
                    <a:pt x="577" y="1"/>
                    <a:pt x="558" y="1"/>
                    <a:pt x="54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26"/>
            <p:cNvSpPr/>
            <p:nvPr/>
          </p:nvSpPr>
          <p:spPr>
            <a:xfrm>
              <a:off x="2698250" y="4188575"/>
              <a:ext cx="14300" cy="13925"/>
            </a:xfrm>
            <a:custGeom>
              <a:avLst/>
              <a:gdLst/>
              <a:ahLst/>
              <a:cxnLst/>
              <a:rect l="l" t="t" r="r" b="b"/>
              <a:pathLst>
                <a:path w="572" h="557" extrusionOk="0">
                  <a:moveTo>
                    <a:pt x="264" y="1"/>
                  </a:moveTo>
                  <a:cubicBezTo>
                    <a:pt x="193" y="1"/>
                    <a:pt x="120" y="42"/>
                    <a:pt x="72" y="90"/>
                  </a:cubicBezTo>
                  <a:cubicBezTo>
                    <a:pt x="48" y="138"/>
                    <a:pt x="12" y="186"/>
                    <a:pt x="12" y="245"/>
                  </a:cubicBezTo>
                  <a:cubicBezTo>
                    <a:pt x="0" y="400"/>
                    <a:pt x="107" y="555"/>
                    <a:pt x="250" y="555"/>
                  </a:cubicBezTo>
                  <a:cubicBezTo>
                    <a:pt x="259" y="556"/>
                    <a:pt x="269" y="556"/>
                    <a:pt x="278" y="556"/>
                  </a:cubicBezTo>
                  <a:cubicBezTo>
                    <a:pt x="375" y="556"/>
                    <a:pt x="469" y="500"/>
                    <a:pt x="512" y="424"/>
                  </a:cubicBezTo>
                  <a:cubicBezTo>
                    <a:pt x="524" y="388"/>
                    <a:pt x="536" y="340"/>
                    <a:pt x="548" y="305"/>
                  </a:cubicBezTo>
                  <a:cubicBezTo>
                    <a:pt x="572" y="150"/>
                    <a:pt x="465" y="19"/>
                    <a:pt x="310" y="7"/>
                  </a:cubicBezTo>
                  <a:cubicBezTo>
                    <a:pt x="295" y="3"/>
                    <a:pt x="279" y="1"/>
                    <a:pt x="264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26"/>
            <p:cNvSpPr/>
            <p:nvPr/>
          </p:nvSpPr>
          <p:spPr>
            <a:xfrm>
              <a:off x="3732600" y="4168050"/>
              <a:ext cx="29200" cy="27800"/>
            </a:xfrm>
            <a:custGeom>
              <a:avLst/>
              <a:gdLst/>
              <a:ahLst/>
              <a:cxnLst/>
              <a:rect l="l" t="t" r="r" b="b"/>
              <a:pathLst>
                <a:path w="1168" h="1112" extrusionOk="0">
                  <a:moveTo>
                    <a:pt x="567" y="0"/>
                  </a:moveTo>
                  <a:cubicBezTo>
                    <a:pt x="300" y="0"/>
                    <a:pt x="69" y="223"/>
                    <a:pt x="36" y="495"/>
                  </a:cubicBezTo>
                  <a:cubicBezTo>
                    <a:pt x="0" y="757"/>
                    <a:pt x="179" y="995"/>
                    <a:pt x="417" y="1078"/>
                  </a:cubicBezTo>
                  <a:lnTo>
                    <a:pt x="429" y="1078"/>
                  </a:lnTo>
                  <a:cubicBezTo>
                    <a:pt x="465" y="1090"/>
                    <a:pt x="489" y="1102"/>
                    <a:pt x="524" y="1102"/>
                  </a:cubicBezTo>
                  <a:cubicBezTo>
                    <a:pt x="549" y="1109"/>
                    <a:pt x="574" y="1112"/>
                    <a:pt x="600" y="1112"/>
                  </a:cubicBezTo>
                  <a:cubicBezTo>
                    <a:pt x="661" y="1112"/>
                    <a:pt x="724" y="1095"/>
                    <a:pt x="774" y="1078"/>
                  </a:cubicBezTo>
                  <a:cubicBezTo>
                    <a:pt x="965" y="1007"/>
                    <a:pt x="1108" y="840"/>
                    <a:pt x="1131" y="614"/>
                  </a:cubicBezTo>
                  <a:cubicBezTo>
                    <a:pt x="1167" y="316"/>
                    <a:pt x="941" y="54"/>
                    <a:pt x="643" y="7"/>
                  </a:cubicBezTo>
                  <a:cubicBezTo>
                    <a:pt x="618" y="2"/>
                    <a:pt x="592" y="0"/>
                    <a:pt x="56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26"/>
            <p:cNvSpPr/>
            <p:nvPr/>
          </p:nvSpPr>
          <p:spPr>
            <a:xfrm>
              <a:off x="4574675" y="4319825"/>
              <a:ext cx="37825" cy="38250"/>
            </a:xfrm>
            <a:custGeom>
              <a:avLst/>
              <a:gdLst/>
              <a:ahLst/>
              <a:cxnLst/>
              <a:rect l="l" t="t" r="r" b="b"/>
              <a:pathLst>
                <a:path w="1513" h="1530" extrusionOk="0">
                  <a:moveTo>
                    <a:pt x="731" y="0"/>
                  </a:moveTo>
                  <a:cubicBezTo>
                    <a:pt x="438" y="0"/>
                    <a:pt x="177" y="180"/>
                    <a:pt x="60" y="436"/>
                  </a:cubicBezTo>
                  <a:cubicBezTo>
                    <a:pt x="24" y="508"/>
                    <a:pt x="0" y="603"/>
                    <a:pt x="0" y="686"/>
                  </a:cubicBezTo>
                  <a:lnTo>
                    <a:pt x="0" y="782"/>
                  </a:lnTo>
                  <a:cubicBezTo>
                    <a:pt x="0" y="889"/>
                    <a:pt x="24" y="984"/>
                    <a:pt x="60" y="1079"/>
                  </a:cubicBezTo>
                  <a:cubicBezTo>
                    <a:pt x="95" y="1186"/>
                    <a:pt x="179" y="1270"/>
                    <a:pt x="262" y="1341"/>
                  </a:cubicBezTo>
                  <a:cubicBezTo>
                    <a:pt x="381" y="1448"/>
                    <a:pt x="524" y="1508"/>
                    <a:pt x="679" y="1520"/>
                  </a:cubicBezTo>
                  <a:cubicBezTo>
                    <a:pt x="710" y="1527"/>
                    <a:pt x="742" y="1530"/>
                    <a:pt x="772" y="1530"/>
                  </a:cubicBezTo>
                  <a:cubicBezTo>
                    <a:pt x="847" y="1530"/>
                    <a:pt x="918" y="1513"/>
                    <a:pt x="976" y="1496"/>
                  </a:cubicBezTo>
                  <a:cubicBezTo>
                    <a:pt x="1084" y="1460"/>
                    <a:pt x="1167" y="1401"/>
                    <a:pt x="1250" y="1341"/>
                  </a:cubicBezTo>
                  <a:cubicBezTo>
                    <a:pt x="1334" y="1270"/>
                    <a:pt x="1393" y="1186"/>
                    <a:pt x="1441" y="1079"/>
                  </a:cubicBezTo>
                  <a:cubicBezTo>
                    <a:pt x="1465" y="1008"/>
                    <a:pt x="1488" y="925"/>
                    <a:pt x="1500" y="853"/>
                  </a:cubicBezTo>
                  <a:cubicBezTo>
                    <a:pt x="1512" y="686"/>
                    <a:pt x="1488" y="544"/>
                    <a:pt x="1417" y="424"/>
                  </a:cubicBezTo>
                  <a:cubicBezTo>
                    <a:pt x="1369" y="293"/>
                    <a:pt x="1298" y="198"/>
                    <a:pt x="1203" y="139"/>
                  </a:cubicBezTo>
                  <a:cubicBezTo>
                    <a:pt x="1096" y="67"/>
                    <a:pt x="965" y="8"/>
                    <a:pt x="834" y="8"/>
                  </a:cubicBezTo>
                  <a:cubicBezTo>
                    <a:pt x="799" y="3"/>
                    <a:pt x="765" y="0"/>
                    <a:pt x="731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26"/>
            <p:cNvSpPr/>
            <p:nvPr/>
          </p:nvSpPr>
          <p:spPr>
            <a:xfrm>
              <a:off x="4163600" y="4245300"/>
              <a:ext cx="27400" cy="26400"/>
            </a:xfrm>
            <a:custGeom>
              <a:avLst/>
              <a:gdLst/>
              <a:ahLst/>
              <a:cxnLst/>
              <a:rect l="l" t="t" r="r" b="b"/>
              <a:pathLst>
                <a:path w="1096" h="1056" extrusionOk="0">
                  <a:moveTo>
                    <a:pt x="608" y="0"/>
                  </a:moveTo>
                  <a:cubicBezTo>
                    <a:pt x="548" y="0"/>
                    <a:pt x="501" y="0"/>
                    <a:pt x="453" y="12"/>
                  </a:cubicBezTo>
                  <a:cubicBezTo>
                    <a:pt x="215" y="60"/>
                    <a:pt x="36" y="250"/>
                    <a:pt x="24" y="488"/>
                  </a:cubicBezTo>
                  <a:cubicBezTo>
                    <a:pt x="1" y="560"/>
                    <a:pt x="24" y="667"/>
                    <a:pt x="72" y="750"/>
                  </a:cubicBezTo>
                  <a:cubicBezTo>
                    <a:pt x="120" y="858"/>
                    <a:pt x="203" y="953"/>
                    <a:pt x="310" y="988"/>
                  </a:cubicBezTo>
                  <a:cubicBezTo>
                    <a:pt x="370" y="1024"/>
                    <a:pt x="429" y="1036"/>
                    <a:pt x="501" y="1048"/>
                  </a:cubicBezTo>
                  <a:cubicBezTo>
                    <a:pt x="528" y="1053"/>
                    <a:pt x="555" y="1055"/>
                    <a:pt x="581" y="1055"/>
                  </a:cubicBezTo>
                  <a:cubicBezTo>
                    <a:pt x="681" y="1055"/>
                    <a:pt x="773" y="1021"/>
                    <a:pt x="858" y="965"/>
                  </a:cubicBezTo>
                  <a:lnTo>
                    <a:pt x="870" y="965"/>
                  </a:lnTo>
                  <a:cubicBezTo>
                    <a:pt x="941" y="905"/>
                    <a:pt x="1013" y="846"/>
                    <a:pt x="1048" y="750"/>
                  </a:cubicBezTo>
                  <a:cubicBezTo>
                    <a:pt x="1084" y="691"/>
                    <a:pt x="1096" y="631"/>
                    <a:pt x="1096" y="572"/>
                  </a:cubicBezTo>
                  <a:cubicBezTo>
                    <a:pt x="1096" y="512"/>
                    <a:pt x="1096" y="465"/>
                    <a:pt x="1084" y="429"/>
                  </a:cubicBezTo>
                  <a:cubicBezTo>
                    <a:pt x="1084" y="417"/>
                    <a:pt x="1084" y="393"/>
                    <a:pt x="1072" y="381"/>
                  </a:cubicBezTo>
                  <a:cubicBezTo>
                    <a:pt x="1036" y="262"/>
                    <a:pt x="965" y="179"/>
                    <a:pt x="870" y="96"/>
                  </a:cubicBezTo>
                  <a:cubicBezTo>
                    <a:pt x="858" y="84"/>
                    <a:pt x="846" y="72"/>
                    <a:pt x="834" y="72"/>
                  </a:cubicBezTo>
                  <a:cubicBezTo>
                    <a:pt x="751" y="24"/>
                    <a:pt x="679" y="0"/>
                    <a:pt x="6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26"/>
            <p:cNvSpPr/>
            <p:nvPr/>
          </p:nvSpPr>
          <p:spPr>
            <a:xfrm>
              <a:off x="2754800" y="4228775"/>
              <a:ext cx="27100" cy="27250"/>
            </a:xfrm>
            <a:custGeom>
              <a:avLst/>
              <a:gdLst/>
              <a:ahLst/>
              <a:cxnLst/>
              <a:rect l="l" t="t" r="r" b="b"/>
              <a:pathLst>
                <a:path w="1084" h="1090" extrusionOk="0">
                  <a:moveTo>
                    <a:pt x="516" y="0"/>
                  </a:moveTo>
                  <a:cubicBezTo>
                    <a:pt x="325" y="0"/>
                    <a:pt x="166" y="111"/>
                    <a:pt x="72" y="268"/>
                  </a:cubicBezTo>
                  <a:cubicBezTo>
                    <a:pt x="36" y="328"/>
                    <a:pt x="12" y="399"/>
                    <a:pt x="0" y="495"/>
                  </a:cubicBezTo>
                  <a:cubicBezTo>
                    <a:pt x="0" y="554"/>
                    <a:pt x="0" y="614"/>
                    <a:pt x="12" y="661"/>
                  </a:cubicBezTo>
                  <a:cubicBezTo>
                    <a:pt x="36" y="721"/>
                    <a:pt x="60" y="780"/>
                    <a:pt x="96" y="840"/>
                  </a:cubicBezTo>
                  <a:cubicBezTo>
                    <a:pt x="179" y="971"/>
                    <a:pt x="310" y="1054"/>
                    <a:pt x="489" y="1090"/>
                  </a:cubicBezTo>
                  <a:lnTo>
                    <a:pt x="548" y="1090"/>
                  </a:lnTo>
                  <a:cubicBezTo>
                    <a:pt x="703" y="1090"/>
                    <a:pt x="834" y="1030"/>
                    <a:pt x="929" y="935"/>
                  </a:cubicBezTo>
                  <a:cubicBezTo>
                    <a:pt x="1012" y="852"/>
                    <a:pt x="1084" y="733"/>
                    <a:pt x="1084" y="602"/>
                  </a:cubicBezTo>
                  <a:lnTo>
                    <a:pt x="1084" y="506"/>
                  </a:lnTo>
                  <a:cubicBezTo>
                    <a:pt x="1084" y="387"/>
                    <a:pt x="1048" y="280"/>
                    <a:pt x="965" y="197"/>
                  </a:cubicBezTo>
                  <a:cubicBezTo>
                    <a:pt x="881" y="90"/>
                    <a:pt x="750" y="18"/>
                    <a:pt x="596" y="6"/>
                  </a:cubicBezTo>
                  <a:cubicBezTo>
                    <a:pt x="569" y="2"/>
                    <a:pt x="542" y="0"/>
                    <a:pt x="51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26"/>
            <p:cNvSpPr/>
            <p:nvPr/>
          </p:nvSpPr>
          <p:spPr>
            <a:xfrm>
              <a:off x="2582150" y="4308350"/>
              <a:ext cx="28000" cy="27250"/>
            </a:xfrm>
            <a:custGeom>
              <a:avLst/>
              <a:gdLst/>
              <a:ahLst/>
              <a:cxnLst/>
              <a:rect l="l" t="t" r="r" b="b"/>
              <a:pathLst>
                <a:path w="1120" h="1090" extrusionOk="0">
                  <a:moveTo>
                    <a:pt x="575" y="1"/>
                  </a:moveTo>
                  <a:cubicBezTo>
                    <a:pt x="296" y="1"/>
                    <a:pt x="58" y="208"/>
                    <a:pt x="25" y="491"/>
                  </a:cubicBezTo>
                  <a:cubicBezTo>
                    <a:pt x="1" y="788"/>
                    <a:pt x="215" y="1062"/>
                    <a:pt x="525" y="1086"/>
                  </a:cubicBezTo>
                  <a:cubicBezTo>
                    <a:pt x="545" y="1088"/>
                    <a:pt x="566" y="1090"/>
                    <a:pt x="586" y="1090"/>
                  </a:cubicBezTo>
                  <a:cubicBezTo>
                    <a:pt x="858" y="1090"/>
                    <a:pt x="1087" y="875"/>
                    <a:pt x="1120" y="598"/>
                  </a:cubicBezTo>
                  <a:cubicBezTo>
                    <a:pt x="1120" y="538"/>
                    <a:pt x="1120" y="479"/>
                    <a:pt x="1096" y="431"/>
                  </a:cubicBezTo>
                  <a:cubicBezTo>
                    <a:pt x="1072" y="312"/>
                    <a:pt x="1013" y="217"/>
                    <a:pt x="941" y="133"/>
                  </a:cubicBezTo>
                  <a:cubicBezTo>
                    <a:pt x="858" y="74"/>
                    <a:pt x="775" y="26"/>
                    <a:pt x="679" y="14"/>
                  </a:cubicBezTo>
                  <a:cubicBezTo>
                    <a:pt x="667" y="14"/>
                    <a:pt x="656" y="2"/>
                    <a:pt x="620" y="2"/>
                  </a:cubicBezTo>
                  <a:cubicBezTo>
                    <a:pt x="605" y="1"/>
                    <a:pt x="590" y="1"/>
                    <a:pt x="57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26"/>
            <p:cNvSpPr/>
            <p:nvPr/>
          </p:nvSpPr>
          <p:spPr>
            <a:xfrm>
              <a:off x="3259325" y="4015150"/>
              <a:ext cx="28300" cy="26950"/>
            </a:xfrm>
            <a:custGeom>
              <a:avLst/>
              <a:gdLst/>
              <a:ahLst/>
              <a:cxnLst/>
              <a:rect l="l" t="t" r="r" b="b"/>
              <a:pathLst>
                <a:path w="1132" h="1078" extrusionOk="0">
                  <a:moveTo>
                    <a:pt x="563" y="1"/>
                  </a:moveTo>
                  <a:cubicBezTo>
                    <a:pt x="284" y="1"/>
                    <a:pt x="46" y="208"/>
                    <a:pt x="12" y="491"/>
                  </a:cubicBezTo>
                  <a:cubicBezTo>
                    <a:pt x="0" y="646"/>
                    <a:pt x="48" y="777"/>
                    <a:pt x="155" y="896"/>
                  </a:cubicBezTo>
                  <a:cubicBezTo>
                    <a:pt x="215" y="967"/>
                    <a:pt x="310" y="1027"/>
                    <a:pt x="429" y="1062"/>
                  </a:cubicBezTo>
                  <a:cubicBezTo>
                    <a:pt x="453" y="1062"/>
                    <a:pt x="477" y="1074"/>
                    <a:pt x="489" y="1074"/>
                  </a:cubicBezTo>
                  <a:lnTo>
                    <a:pt x="512" y="1074"/>
                  </a:lnTo>
                  <a:cubicBezTo>
                    <a:pt x="533" y="1076"/>
                    <a:pt x="553" y="1077"/>
                    <a:pt x="572" y="1077"/>
                  </a:cubicBezTo>
                  <a:cubicBezTo>
                    <a:pt x="665" y="1077"/>
                    <a:pt x="745" y="1054"/>
                    <a:pt x="834" y="1015"/>
                  </a:cubicBezTo>
                  <a:cubicBezTo>
                    <a:pt x="989" y="931"/>
                    <a:pt x="1084" y="777"/>
                    <a:pt x="1108" y="598"/>
                  </a:cubicBezTo>
                  <a:cubicBezTo>
                    <a:pt x="1132" y="300"/>
                    <a:pt x="905" y="38"/>
                    <a:pt x="608" y="3"/>
                  </a:cubicBezTo>
                  <a:cubicBezTo>
                    <a:pt x="593" y="2"/>
                    <a:pt x="577" y="1"/>
                    <a:pt x="56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26"/>
            <p:cNvSpPr/>
            <p:nvPr/>
          </p:nvSpPr>
          <p:spPr>
            <a:xfrm>
              <a:off x="5234575" y="4397850"/>
              <a:ext cx="36625" cy="13550"/>
            </a:xfrm>
            <a:custGeom>
              <a:avLst/>
              <a:gdLst/>
              <a:ahLst/>
              <a:cxnLst/>
              <a:rect l="l" t="t" r="r" b="b"/>
              <a:pathLst>
                <a:path w="1465" h="542" extrusionOk="0">
                  <a:moveTo>
                    <a:pt x="736" y="1"/>
                  </a:moveTo>
                  <a:cubicBezTo>
                    <a:pt x="686" y="1"/>
                    <a:pt x="635" y="6"/>
                    <a:pt x="596" y="6"/>
                  </a:cubicBezTo>
                  <a:cubicBezTo>
                    <a:pt x="477" y="30"/>
                    <a:pt x="381" y="66"/>
                    <a:pt x="286" y="149"/>
                  </a:cubicBezTo>
                  <a:cubicBezTo>
                    <a:pt x="262" y="161"/>
                    <a:pt x="238" y="173"/>
                    <a:pt x="227" y="185"/>
                  </a:cubicBezTo>
                  <a:cubicBezTo>
                    <a:pt x="143" y="268"/>
                    <a:pt x="84" y="351"/>
                    <a:pt x="36" y="459"/>
                  </a:cubicBezTo>
                  <a:cubicBezTo>
                    <a:pt x="24" y="482"/>
                    <a:pt x="24" y="518"/>
                    <a:pt x="0" y="542"/>
                  </a:cubicBezTo>
                  <a:lnTo>
                    <a:pt x="1465" y="542"/>
                  </a:lnTo>
                  <a:cubicBezTo>
                    <a:pt x="1370" y="268"/>
                    <a:pt x="1120" y="42"/>
                    <a:pt x="810" y="6"/>
                  </a:cubicBezTo>
                  <a:cubicBezTo>
                    <a:pt x="786" y="2"/>
                    <a:pt x="761" y="1"/>
                    <a:pt x="73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26"/>
            <p:cNvSpPr/>
            <p:nvPr/>
          </p:nvSpPr>
          <p:spPr>
            <a:xfrm>
              <a:off x="4984250" y="3714800"/>
              <a:ext cx="39600" cy="38200"/>
            </a:xfrm>
            <a:custGeom>
              <a:avLst/>
              <a:gdLst/>
              <a:ahLst/>
              <a:cxnLst/>
              <a:rect l="l" t="t" r="r" b="b"/>
              <a:pathLst>
                <a:path w="1584" h="1528" extrusionOk="0">
                  <a:moveTo>
                    <a:pt x="778" y="0"/>
                  </a:moveTo>
                  <a:cubicBezTo>
                    <a:pt x="388" y="0"/>
                    <a:pt x="46" y="289"/>
                    <a:pt x="12" y="694"/>
                  </a:cubicBezTo>
                  <a:cubicBezTo>
                    <a:pt x="0" y="813"/>
                    <a:pt x="12" y="932"/>
                    <a:pt x="60" y="1039"/>
                  </a:cubicBezTo>
                  <a:cubicBezTo>
                    <a:pt x="119" y="1134"/>
                    <a:pt x="179" y="1242"/>
                    <a:pt x="274" y="1313"/>
                  </a:cubicBezTo>
                  <a:cubicBezTo>
                    <a:pt x="310" y="1361"/>
                    <a:pt x="369" y="1408"/>
                    <a:pt x="417" y="1432"/>
                  </a:cubicBezTo>
                  <a:cubicBezTo>
                    <a:pt x="512" y="1480"/>
                    <a:pt x="607" y="1527"/>
                    <a:pt x="715" y="1527"/>
                  </a:cubicBezTo>
                  <a:lnTo>
                    <a:pt x="893" y="1527"/>
                  </a:lnTo>
                  <a:cubicBezTo>
                    <a:pt x="1012" y="1515"/>
                    <a:pt x="1119" y="1468"/>
                    <a:pt x="1203" y="1408"/>
                  </a:cubicBezTo>
                  <a:cubicBezTo>
                    <a:pt x="1381" y="1289"/>
                    <a:pt x="1524" y="1075"/>
                    <a:pt x="1536" y="837"/>
                  </a:cubicBezTo>
                  <a:cubicBezTo>
                    <a:pt x="1584" y="420"/>
                    <a:pt x="1286" y="39"/>
                    <a:pt x="846" y="3"/>
                  </a:cubicBezTo>
                  <a:cubicBezTo>
                    <a:pt x="823" y="1"/>
                    <a:pt x="800" y="0"/>
                    <a:pt x="77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26"/>
            <p:cNvSpPr/>
            <p:nvPr/>
          </p:nvSpPr>
          <p:spPr>
            <a:xfrm>
              <a:off x="3074475" y="4307150"/>
              <a:ext cx="15500" cy="15550"/>
            </a:xfrm>
            <a:custGeom>
              <a:avLst/>
              <a:gdLst/>
              <a:ahLst/>
              <a:cxnLst/>
              <a:rect l="l" t="t" r="r" b="b"/>
              <a:pathLst>
                <a:path w="620" h="622" extrusionOk="0">
                  <a:moveTo>
                    <a:pt x="328" y="0"/>
                  </a:moveTo>
                  <a:cubicBezTo>
                    <a:pt x="264" y="0"/>
                    <a:pt x="195" y="30"/>
                    <a:pt x="144" y="50"/>
                  </a:cubicBezTo>
                  <a:cubicBezTo>
                    <a:pt x="72" y="86"/>
                    <a:pt x="13" y="169"/>
                    <a:pt x="1" y="277"/>
                  </a:cubicBezTo>
                  <a:cubicBezTo>
                    <a:pt x="1" y="300"/>
                    <a:pt x="1" y="336"/>
                    <a:pt x="13" y="360"/>
                  </a:cubicBezTo>
                  <a:cubicBezTo>
                    <a:pt x="24" y="408"/>
                    <a:pt x="48" y="455"/>
                    <a:pt x="60" y="479"/>
                  </a:cubicBezTo>
                  <a:cubicBezTo>
                    <a:pt x="96" y="562"/>
                    <a:pt x="191" y="622"/>
                    <a:pt x="286" y="622"/>
                  </a:cubicBezTo>
                  <a:lnTo>
                    <a:pt x="382" y="622"/>
                  </a:lnTo>
                  <a:cubicBezTo>
                    <a:pt x="465" y="598"/>
                    <a:pt x="536" y="562"/>
                    <a:pt x="560" y="503"/>
                  </a:cubicBezTo>
                  <a:cubicBezTo>
                    <a:pt x="596" y="455"/>
                    <a:pt x="620" y="408"/>
                    <a:pt x="620" y="348"/>
                  </a:cubicBezTo>
                  <a:cubicBezTo>
                    <a:pt x="620" y="300"/>
                    <a:pt x="620" y="265"/>
                    <a:pt x="608" y="217"/>
                  </a:cubicBezTo>
                  <a:cubicBezTo>
                    <a:pt x="584" y="110"/>
                    <a:pt x="489" y="38"/>
                    <a:pt x="382" y="27"/>
                  </a:cubicBezTo>
                  <a:cubicBezTo>
                    <a:pt x="370" y="27"/>
                    <a:pt x="358" y="27"/>
                    <a:pt x="358" y="3"/>
                  </a:cubicBezTo>
                  <a:cubicBezTo>
                    <a:pt x="348" y="1"/>
                    <a:pt x="338" y="0"/>
                    <a:pt x="32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26"/>
            <p:cNvSpPr/>
            <p:nvPr/>
          </p:nvSpPr>
          <p:spPr>
            <a:xfrm>
              <a:off x="3911200" y="4344925"/>
              <a:ext cx="16375" cy="15575"/>
            </a:xfrm>
            <a:custGeom>
              <a:avLst/>
              <a:gdLst/>
              <a:ahLst/>
              <a:cxnLst/>
              <a:rect l="l" t="t" r="r" b="b"/>
              <a:pathLst>
                <a:path w="655" h="623" extrusionOk="0">
                  <a:moveTo>
                    <a:pt x="312" y="1"/>
                  </a:moveTo>
                  <a:cubicBezTo>
                    <a:pt x="167" y="1"/>
                    <a:pt x="55" y="103"/>
                    <a:pt x="12" y="254"/>
                  </a:cubicBezTo>
                  <a:lnTo>
                    <a:pt x="12" y="278"/>
                  </a:lnTo>
                  <a:cubicBezTo>
                    <a:pt x="0" y="456"/>
                    <a:pt x="119" y="611"/>
                    <a:pt x="298" y="623"/>
                  </a:cubicBezTo>
                  <a:lnTo>
                    <a:pt x="405" y="623"/>
                  </a:lnTo>
                  <a:cubicBezTo>
                    <a:pt x="524" y="599"/>
                    <a:pt x="631" y="492"/>
                    <a:pt x="643" y="337"/>
                  </a:cubicBezTo>
                  <a:cubicBezTo>
                    <a:pt x="655" y="159"/>
                    <a:pt x="536" y="16"/>
                    <a:pt x="357" y="4"/>
                  </a:cubicBezTo>
                  <a:cubicBezTo>
                    <a:pt x="342" y="2"/>
                    <a:pt x="327" y="1"/>
                    <a:pt x="312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88" name="Google Shape;3888;p26"/>
          <p:cNvSpPr txBox="1">
            <a:spLocks noGrp="1"/>
          </p:cNvSpPr>
          <p:nvPr>
            <p:ph type="title" hasCustomPrompt="1"/>
          </p:nvPr>
        </p:nvSpPr>
        <p:spPr>
          <a:xfrm>
            <a:off x="1705350" y="2620213"/>
            <a:ext cx="5799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889" name="Google Shape;3889;p26"/>
          <p:cNvSpPr txBox="1">
            <a:spLocks noGrp="1"/>
          </p:cNvSpPr>
          <p:nvPr>
            <p:ph type="title" idx="2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90" name="Google Shape;3890;p26"/>
          <p:cNvSpPr txBox="1">
            <a:spLocks noGrp="1"/>
          </p:cNvSpPr>
          <p:nvPr>
            <p:ph type="title" idx="3"/>
          </p:nvPr>
        </p:nvSpPr>
        <p:spPr>
          <a:xfrm>
            <a:off x="844350" y="3236000"/>
            <a:ext cx="23619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891" name="Google Shape;3891;p26"/>
          <p:cNvSpPr txBox="1">
            <a:spLocks noGrp="1"/>
          </p:cNvSpPr>
          <p:nvPr>
            <p:ph type="subTitle" idx="1"/>
          </p:nvPr>
        </p:nvSpPr>
        <p:spPr>
          <a:xfrm>
            <a:off x="844350" y="3544450"/>
            <a:ext cx="23619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892" name="Google Shape;3892;p26"/>
          <p:cNvSpPr txBox="1">
            <a:spLocks noGrp="1"/>
          </p:cNvSpPr>
          <p:nvPr>
            <p:ph type="title" idx="4"/>
          </p:nvPr>
        </p:nvSpPr>
        <p:spPr>
          <a:xfrm>
            <a:off x="3391100" y="1385775"/>
            <a:ext cx="23619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893" name="Google Shape;3893;p26"/>
          <p:cNvSpPr txBox="1">
            <a:spLocks noGrp="1"/>
          </p:cNvSpPr>
          <p:nvPr>
            <p:ph type="subTitle" idx="5"/>
          </p:nvPr>
        </p:nvSpPr>
        <p:spPr>
          <a:xfrm>
            <a:off x="3391102" y="1694225"/>
            <a:ext cx="23619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894" name="Google Shape;3894;p26"/>
          <p:cNvSpPr txBox="1">
            <a:spLocks noGrp="1"/>
          </p:cNvSpPr>
          <p:nvPr>
            <p:ph type="title" idx="6"/>
          </p:nvPr>
        </p:nvSpPr>
        <p:spPr>
          <a:xfrm>
            <a:off x="5937850" y="3236000"/>
            <a:ext cx="23619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895" name="Google Shape;3895;p26"/>
          <p:cNvSpPr txBox="1">
            <a:spLocks noGrp="1"/>
          </p:cNvSpPr>
          <p:nvPr>
            <p:ph type="subTitle" idx="7"/>
          </p:nvPr>
        </p:nvSpPr>
        <p:spPr>
          <a:xfrm>
            <a:off x="5937854" y="3544450"/>
            <a:ext cx="23619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896" name="Google Shape;3896;p26"/>
          <p:cNvSpPr txBox="1">
            <a:spLocks noGrp="1"/>
          </p:cNvSpPr>
          <p:nvPr>
            <p:ph type="title" idx="8" hasCustomPrompt="1"/>
          </p:nvPr>
        </p:nvSpPr>
        <p:spPr>
          <a:xfrm>
            <a:off x="4282100" y="2620213"/>
            <a:ext cx="5799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897" name="Google Shape;3897;p26"/>
          <p:cNvSpPr txBox="1">
            <a:spLocks noGrp="1"/>
          </p:cNvSpPr>
          <p:nvPr>
            <p:ph type="title" idx="9" hasCustomPrompt="1"/>
          </p:nvPr>
        </p:nvSpPr>
        <p:spPr>
          <a:xfrm>
            <a:off x="6828850" y="2620213"/>
            <a:ext cx="5799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6" name="Google Shape;4056;p28"/>
          <p:cNvGrpSpPr/>
          <p:nvPr/>
        </p:nvGrpSpPr>
        <p:grpSpPr>
          <a:xfrm>
            <a:off x="7165541" y="51528"/>
            <a:ext cx="1978228" cy="4794296"/>
            <a:chOff x="5728375" y="1492875"/>
            <a:chExt cx="1308525" cy="3171250"/>
          </a:xfrm>
        </p:grpSpPr>
        <p:sp>
          <p:nvSpPr>
            <p:cNvPr id="4057" name="Google Shape;4057;p28"/>
            <p:cNvSpPr/>
            <p:nvPr/>
          </p:nvSpPr>
          <p:spPr>
            <a:xfrm>
              <a:off x="6942225" y="2835900"/>
              <a:ext cx="625" cy="925"/>
            </a:xfrm>
            <a:custGeom>
              <a:avLst/>
              <a:gdLst/>
              <a:ahLst/>
              <a:cxnLst/>
              <a:rect l="l" t="t" r="r" b="b"/>
              <a:pathLst>
                <a:path w="25" h="37" extrusionOk="0">
                  <a:moveTo>
                    <a:pt x="24" y="0"/>
                  </a:moveTo>
                  <a:lnTo>
                    <a:pt x="24" y="0"/>
                  </a:lnTo>
                  <a:cubicBezTo>
                    <a:pt x="12" y="12"/>
                    <a:pt x="12" y="24"/>
                    <a:pt x="0" y="36"/>
                  </a:cubicBezTo>
                  <a:cubicBezTo>
                    <a:pt x="12" y="36"/>
                    <a:pt x="12" y="24"/>
                    <a:pt x="2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28"/>
            <p:cNvSpPr/>
            <p:nvPr/>
          </p:nvSpPr>
          <p:spPr>
            <a:xfrm>
              <a:off x="6942225" y="2836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28"/>
            <p:cNvSpPr/>
            <p:nvPr/>
          </p:nvSpPr>
          <p:spPr>
            <a:xfrm>
              <a:off x="6945500" y="2844825"/>
              <a:ext cx="42300" cy="133375"/>
            </a:xfrm>
            <a:custGeom>
              <a:avLst/>
              <a:gdLst/>
              <a:ahLst/>
              <a:cxnLst/>
              <a:rect l="l" t="t" r="r" b="b"/>
              <a:pathLst>
                <a:path w="1692" h="5335" extrusionOk="0">
                  <a:moveTo>
                    <a:pt x="346" y="0"/>
                  </a:moveTo>
                  <a:lnTo>
                    <a:pt x="203" y="12"/>
                  </a:lnTo>
                  <a:lnTo>
                    <a:pt x="0" y="453"/>
                  </a:lnTo>
                  <a:lnTo>
                    <a:pt x="1215" y="5263"/>
                  </a:lnTo>
                  <a:lnTo>
                    <a:pt x="1691" y="5334"/>
                  </a:lnTo>
                  <a:lnTo>
                    <a:pt x="1691" y="5334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28"/>
            <p:cNvSpPr/>
            <p:nvPr/>
          </p:nvSpPr>
          <p:spPr>
            <a:xfrm>
              <a:off x="6943725" y="2835300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28"/>
            <p:cNvSpPr/>
            <p:nvPr/>
          </p:nvSpPr>
          <p:spPr>
            <a:xfrm>
              <a:off x="6945500" y="2834575"/>
              <a:ext cx="625" cy="150"/>
            </a:xfrm>
            <a:custGeom>
              <a:avLst/>
              <a:gdLst/>
              <a:ahLst/>
              <a:cxnLst/>
              <a:rect l="l" t="t" r="r" b="b"/>
              <a:pathLst>
                <a:path w="25" h="6" extrusionOk="0">
                  <a:moveTo>
                    <a:pt x="15" y="0"/>
                  </a:moveTo>
                  <a:cubicBezTo>
                    <a:pt x="11" y="0"/>
                    <a:pt x="8" y="6"/>
                    <a:pt x="0" y="6"/>
                  </a:cubicBezTo>
                  <a:lnTo>
                    <a:pt x="24" y="6"/>
                  </a:lnTo>
                  <a:cubicBezTo>
                    <a:pt x="20" y="2"/>
                    <a:pt x="18" y="0"/>
                    <a:pt x="1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28"/>
            <p:cNvSpPr/>
            <p:nvPr/>
          </p:nvSpPr>
          <p:spPr>
            <a:xfrm>
              <a:off x="6943125" y="2835625"/>
              <a:ext cx="550" cy="300"/>
            </a:xfrm>
            <a:custGeom>
              <a:avLst/>
              <a:gdLst/>
              <a:ahLst/>
              <a:cxnLst/>
              <a:rect l="l" t="t" r="r" b="b"/>
              <a:pathLst>
                <a:path w="22" h="12" extrusionOk="0">
                  <a:moveTo>
                    <a:pt x="16" y="1"/>
                  </a:moveTo>
                  <a:cubicBezTo>
                    <a:pt x="13" y="1"/>
                    <a:pt x="8" y="3"/>
                    <a:pt x="0" y="11"/>
                  </a:cubicBezTo>
                  <a:cubicBezTo>
                    <a:pt x="16" y="11"/>
                    <a:pt x="21" y="1"/>
                    <a:pt x="16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28"/>
            <p:cNvSpPr/>
            <p:nvPr/>
          </p:nvSpPr>
          <p:spPr>
            <a:xfrm>
              <a:off x="6978825" y="2988300"/>
              <a:ext cx="57175" cy="218500"/>
            </a:xfrm>
            <a:custGeom>
              <a:avLst/>
              <a:gdLst/>
              <a:ahLst/>
              <a:cxnLst/>
              <a:rect l="l" t="t" r="r" b="b"/>
              <a:pathLst>
                <a:path w="2287" h="8740" extrusionOk="0">
                  <a:moveTo>
                    <a:pt x="1" y="0"/>
                  </a:moveTo>
                  <a:lnTo>
                    <a:pt x="2227" y="8739"/>
                  </a:lnTo>
                  <a:cubicBezTo>
                    <a:pt x="2239" y="8728"/>
                    <a:pt x="2251" y="8704"/>
                    <a:pt x="2287" y="8692"/>
                  </a:cubicBezTo>
                  <a:lnTo>
                    <a:pt x="2287" y="7180"/>
                  </a:lnTo>
                  <a:lnTo>
                    <a:pt x="477" y="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28"/>
            <p:cNvSpPr/>
            <p:nvPr/>
          </p:nvSpPr>
          <p:spPr>
            <a:xfrm>
              <a:off x="6796675" y="2972825"/>
              <a:ext cx="91400" cy="176525"/>
            </a:xfrm>
            <a:custGeom>
              <a:avLst/>
              <a:gdLst/>
              <a:ahLst/>
              <a:cxnLst/>
              <a:rect l="l" t="t" r="r" b="b"/>
              <a:pathLst>
                <a:path w="3656" h="7061" extrusionOk="0">
                  <a:moveTo>
                    <a:pt x="3203" y="0"/>
                  </a:moveTo>
                  <a:lnTo>
                    <a:pt x="0" y="6632"/>
                  </a:lnTo>
                  <a:lnTo>
                    <a:pt x="286" y="7061"/>
                  </a:lnTo>
                  <a:lnTo>
                    <a:pt x="3656" y="48"/>
                  </a:lnTo>
                  <a:lnTo>
                    <a:pt x="3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28"/>
            <p:cNvSpPr/>
            <p:nvPr/>
          </p:nvSpPr>
          <p:spPr>
            <a:xfrm>
              <a:off x="6629100" y="3150225"/>
              <a:ext cx="168775" cy="337550"/>
            </a:xfrm>
            <a:custGeom>
              <a:avLst/>
              <a:gdLst/>
              <a:ahLst/>
              <a:cxnLst/>
              <a:rect l="l" t="t" r="r" b="b"/>
              <a:pathLst>
                <a:path w="6751" h="13502" extrusionOk="0">
                  <a:moveTo>
                    <a:pt x="6465" y="0"/>
                  </a:moveTo>
                  <a:lnTo>
                    <a:pt x="0" y="13359"/>
                  </a:lnTo>
                  <a:cubicBezTo>
                    <a:pt x="155" y="13359"/>
                    <a:pt x="274" y="13419"/>
                    <a:pt x="381" y="13502"/>
                  </a:cubicBezTo>
                  <a:lnTo>
                    <a:pt x="464" y="13442"/>
                  </a:lnTo>
                  <a:lnTo>
                    <a:pt x="6751" y="429"/>
                  </a:lnTo>
                  <a:lnTo>
                    <a:pt x="646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28"/>
            <p:cNvSpPr/>
            <p:nvPr/>
          </p:nvSpPr>
          <p:spPr>
            <a:xfrm>
              <a:off x="6945500" y="28347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28"/>
            <p:cNvSpPr/>
            <p:nvPr/>
          </p:nvSpPr>
          <p:spPr>
            <a:xfrm>
              <a:off x="6943725" y="2835300"/>
              <a:ext cx="0" cy="625"/>
            </a:xfrm>
            <a:custGeom>
              <a:avLst/>
              <a:gdLst/>
              <a:ahLst/>
              <a:cxnLst/>
              <a:rect l="l" t="t" r="r" b="b"/>
              <a:pathLst>
                <a:path h="25" extrusionOk="0">
                  <a:moveTo>
                    <a:pt x="0" y="24"/>
                  </a:moveTo>
                  <a:cubicBezTo>
                    <a:pt x="0" y="24"/>
                    <a:pt x="0" y="0"/>
                    <a:pt x="0" y="24"/>
                  </a:cubicBezTo>
                  <a:cubicBezTo>
                    <a:pt x="0" y="0"/>
                    <a:pt x="0" y="0"/>
                    <a:pt x="0" y="24"/>
                  </a:cubicBezTo>
                  <a:cubicBezTo>
                    <a:pt x="0" y="0"/>
                    <a:pt x="0" y="0"/>
                    <a:pt x="0" y="24"/>
                  </a:cubicBezTo>
                  <a:cubicBezTo>
                    <a:pt x="0" y="0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28"/>
            <p:cNvSpPr/>
            <p:nvPr/>
          </p:nvSpPr>
          <p:spPr>
            <a:xfrm>
              <a:off x="6942225" y="2836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28"/>
            <p:cNvSpPr/>
            <p:nvPr/>
          </p:nvSpPr>
          <p:spPr>
            <a:xfrm>
              <a:off x="6881800" y="2836500"/>
              <a:ext cx="68775" cy="126825"/>
            </a:xfrm>
            <a:custGeom>
              <a:avLst/>
              <a:gdLst/>
              <a:ahLst/>
              <a:cxnLst/>
              <a:rect l="l" t="t" r="r" b="b"/>
              <a:pathLst>
                <a:path w="2751" h="5073" extrusionOk="0">
                  <a:moveTo>
                    <a:pt x="2429" y="0"/>
                  </a:moveTo>
                  <a:cubicBezTo>
                    <a:pt x="2417" y="0"/>
                    <a:pt x="2417" y="12"/>
                    <a:pt x="2417" y="12"/>
                  </a:cubicBezTo>
                  <a:lnTo>
                    <a:pt x="1" y="5001"/>
                  </a:lnTo>
                  <a:lnTo>
                    <a:pt x="465" y="5072"/>
                  </a:lnTo>
                  <a:lnTo>
                    <a:pt x="2548" y="774"/>
                  </a:lnTo>
                  <a:lnTo>
                    <a:pt x="2751" y="345"/>
                  </a:lnTo>
                  <a:lnTo>
                    <a:pt x="2632" y="357"/>
                  </a:lnTo>
                  <a:cubicBezTo>
                    <a:pt x="2624" y="358"/>
                    <a:pt x="2615" y="358"/>
                    <a:pt x="2607" y="358"/>
                  </a:cubicBezTo>
                  <a:cubicBezTo>
                    <a:pt x="2488" y="358"/>
                    <a:pt x="2394" y="276"/>
                    <a:pt x="2394" y="131"/>
                  </a:cubicBezTo>
                  <a:cubicBezTo>
                    <a:pt x="2394" y="95"/>
                    <a:pt x="2394" y="48"/>
                    <a:pt x="2429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28"/>
            <p:cNvSpPr/>
            <p:nvPr/>
          </p:nvSpPr>
          <p:spPr>
            <a:xfrm>
              <a:off x="6902350" y="1492875"/>
              <a:ext cx="133950" cy="92000"/>
            </a:xfrm>
            <a:custGeom>
              <a:avLst/>
              <a:gdLst/>
              <a:ahLst/>
              <a:cxnLst/>
              <a:rect l="l" t="t" r="r" b="b"/>
              <a:pathLst>
                <a:path w="5358" h="3680" extrusionOk="0">
                  <a:moveTo>
                    <a:pt x="5358" y="0"/>
                  </a:moveTo>
                  <a:lnTo>
                    <a:pt x="0" y="3275"/>
                  </a:lnTo>
                  <a:lnTo>
                    <a:pt x="202" y="3679"/>
                  </a:lnTo>
                  <a:lnTo>
                    <a:pt x="5358" y="524"/>
                  </a:lnTo>
                  <a:lnTo>
                    <a:pt x="535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28"/>
            <p:cNvSpPr/>
            <p:nvPr/>
          </p:nvSpPr>
          <p:spPr>
            <a:xfrm>
              <a:off x="6839525" y="1837250"/>
              <a:ext cx="325" cy="925"/>
            </a:xfrm>
            <a:custGeom>
              <a:avLst/>
              <a:gdLst/>
              <a:ahLst/>
              <a:cxnLst/>
              <a:rect l="l" t="t" r="r" b="b"/>
              <a:pathLst>
                <a:path w="13" h="37" extrusionOk="0">
                  <a:moveTo>
                    <a:pt x="13" y="1"/>
                  </a:moveTo>
                  <a:cubicBezTo>
                    <a:pt x="1" y="1"/>
                    <a:pt x="1" y="25"/>
                    <a:pt x="1" y="37"/>
                  </a:cubicBezTo>
                  <a:cubicBezTo>
                    <a:pt x="1" y="25"/>
                    <a:pt x="1" y="13"/>
                    <a:pt x="1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28"/>
            <p:cNvSpPr/>
            <p:nvPr/>
          </p:nvSpPr>
          <p:spPr>
            <a:xfrm>
              <a:off x="6839525" y="1689025"/>
              <a:ext cx="97375" cy="151525"/>
            </a:xfrm>
            <a:custGeom>
              <a:avLst/>
              <a:gdLst/>
              <a:ahLst/>
              <a:cxnLst/>
              <a:rect l="l" t="t" r="r" b="b"/>
              <a:pathLst>
                <a:path w="3895" h="6061" extrusionOk="0">
                  <a:moveTo>
                    <a:pt x="20" y="5898"/>
                  </a:moveTo>
                  <a:cubicBezTo>
                    <a:pt x="13" y="5908"/>
                    <a:pt x="6" y="5919"/>
                    <a:pt x="1" y="5930"/>
                  </a:cubicBezTo>
                  <a:lnTo>
                    <a:pt x="20" y="5898"/>
                  </a:lnTo>
                  <a:close/>
                  <a:moveTo>
                    <a:pt x="3513" y="1"/>
                  </a:moveTo>
                  <a:lnTo>
                    <a:pt x="20" y="5898"/>
                  </a:lnTo>
                  <a:lnTo>
                    <a:pt x="20" y="5898"/>
                  </a:lnTo>
                  <a:cubicBezTo>
                    <a:pt x="42" y="5867"/>
                    <a:pt x="69" y="5844"/>
                    <a:pt x="96" y="5835"/>
                  </a:cubicBezTo>
                  <a:cubicBezTo>
                    <a:pt x="130" y="5818"/>
                    <a:pt x="166" y="5809"/>
                    <a:pt x="201" y="5809"/>
                  </a:cubicBezTo>
                  <a:cubicBezTo>
                    <a:pt x="288" y="5809"/>
                    <a:pt x="368" y="5860"/>
                    <a:pt x="394" y="5954"/>
                  </a:cubicBezTo>
                  <a:lnTo>
                    <a:pt x="441" y="6061"/>
                  </a:lnTo>
                  <a:lnTo>
                    <a:pt x="3894" y="239"/>
                  </a:lnTo>
                  <a:cubicBezTo>
                    <a:pt x="3727" y="191"/>
                    <a:pt x="3597" y="120"/>
                    <a:pt x="351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28"/>
            <p:cNvSpPr/>
            <p:nvPr/>
          </p:nvSpPr>
          <p:spPr>
            <a:xfrm>
              <a:off x="6838950" y="1834425"/>
              <a:ext cx="124725" cy="258250"/>
            </a:xfrm>
            <a:custGeom>
              <a:avLst/>
              <a:gdLst/>
              <a:ahLst/>
              <a:cxnLst/>
              <a:rect l="l" t="t" r="r" b="b"/>
              <a:pathLst>
                <a:path w="4989" h="10330" extrusionOk="0">
                  <a:moveTo>
                    <a:pt x="212" y="0"/>
                  </a:moveTo>
                  <a:cubicBezTo>
                    <a:pt x="182" y="0"/>
                    <a:pt x="150" y="6"/>
                    <a:pt x="119" y="19"/>
                  </a:cubicBezTo>
                  <a:cubicBezTo>
                    <a:pt x="83" y="31"/>
                    <a:pt x="48" y="66"/>
                    <a:pt x="24" y="102"/>
                  </a:cubicBezTo>
                  <a:cubicBezTo>
                    <a:pt x="24" y="126"/>
                    <a:pt x="0" y="138"/>
                    <a:pt x="0" y="150"/>
                  </a:cubicBezTo>
                  <a:lnTo>
                    <a:pt x="0" y="162"/>
                  </a:lnTo>
                  <a:lnTo>
                    <a:pt x="0" y="197"/>
                  </a:lnTo>
                  <a:lnTo>
                    <a:pt x="0" y="209"/>
                  </a:lnTo>
                  <a:lnTo>
                    <a:pt x="0" y="245"/>
                  </a:lnTo>
                  <a:lnTo>
                    <a:pt x="0" y="257"/>
                  </a:lnTo>
                  <a:cubicBezTo>
                    <a:pt x="0" y="269"/>
                    <a:pt x="24" y="281"/>
                    <a:pt x="24" y="304"/>
                  </a:cubicBezTo>
                  <a:lnTo>
                    <a:pt x="4560" y="10329"/>
                  </a:lnTo>
                  <a:cubicBezTo>
                    <a:pt x="4624" y="10255"/>
                    <a:pt x="4736" y="10209"/>
                    <a:pt x="4845" y="10209"/>
                  </a:cubicBezTo>
                  <a:cubicBezTo>
                    <a:pt x="4857" y="10209"/>
                    <a:pt x="4869" y="10209"/>
                    <a:pt x="4882" y="10210"/>
                  </a:cubicBezTo>
                  <a:cubicBezTo>
                    <a:pt x="4917" y="10210"/>
                    <a:pt x="4965" y="10222"/>
                    <a:pt x="4989" y="10246"/>
                  </a:cubicBezTo>
                  <a:lnTo>
                    <a:pt x="464" y="221"/>
                  </a:lnTo>
                  <a:lnTo>
                    <a:pt x="417" y="126"/>
                  </a:lnTo>
                  <a:cubicBezTo>
                    <a:pt x="373" y="47"/>
                    <a:pt x="297" y="0"/>
                    <a:pt x="21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28"/>
            <p:cNvSpPr/>
            <p:nvPr/>
          </p:nvSpPr>
          <p:spPr>
            <a:xfrm>
              <a:off x="6945800" y="1529475"/>
              <a:ext cx="90500" cy="135175"/>
            </a:xfrm>
            <a:custGeom>
              <a:avLst/>
              <a:gdLst/>
              <a:ahLst/>
              <a:cxnLst/>
              <a:rect l="l" t="t" r="r" b="b"/>
              <a:pathLst>
                <a:path w="3620" h="5407" extrusionOk="0">
                  <a:moveTo>
                    <a:pt x="3620" y="1"/>
                  </a:moveTo>
                  <a:lnTo>
                    <a:pt x="0" y="5073"/>
                  </a:lnTo>
                  <a:lnTo>
                    <a:pt x="108" y="5263"/>
                  </a:lnTo>
                  <a:cubicBezTo>
                    <a:pt x="179" y="5299"/>
                    <a:pt x="250" y="5335"/>
                    <a:pt x="310" y="5406"/>
                  </a:cubicBezTo>
                  <a:lnTo>
                    <a:pt x="3620" y="775"/>
                  </a:lnTo>
                  <a:lnTo>
                    <a:pt x="362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28"/>
            <p:cNvSpPr/>
            <p:nvPr/>
          </p:nvSpPr>
          <p:spPr>
            <a:xfrm>
              <a:off x="6951750" y="1681000"/>
              <a:ext cx="84550" cy="169075"/>
            </a:xfrm>
            <a:custGeom>
              <a:avLst/>
              <a:gdLst/>
              <a:ahLst/>
              <a:cxnLst/>
              <a:rect l="l" t="t" r="r" b="b"/>
              <a:pathLst>
                <a:path w="3382" h="6763" extrusionOk="0">
                  <a:moveTo>
                    <a:pt x="286" y="0"/>
                  </a:moveTo>
                  <a:cubicBezTo>
                    <a:pt x="239" y="179"/>
                    <a:pt x="155" y="334"/>
                    <a:pt x="0" y="429"/>
                  </a:cubicBezTo>
                  <a:lnTo>
                    <a:pt x="3382" y="6763"/>
                  </a:lnTo>
                  <a:lnTo>
                    <a:pt x="3382" y="5810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28"/>
            <p:cNvSpPr/>
            <p:nvPr/>
          </p:nvSpPr>
          <p:spPr>
            <a:xfrm>
              <a:off x="6891325" y="1570800"/>
              <a:ext cx="56875" cy="90275"/>
            </a:xfrm>
            <a:custGeom>
              <a:avLst/>
              <a:gdLst/>
              <a:ahLst/>
              <a:cxnLst/>
              <a:rect l="l" t="t" r="r" b="b"/>
              <a:pathLst>
                <a:path w="2275" h="3611" extrusionOk="0">
                  <a:moveTo>
                    <a:pt x="219" y="1"/>
                  </a:moveTo>
                  <a:cubicBezTo>
                    <a:pt x="185" y="1"/>
                    <a:pt x="151" y="9"/>
                    <a:pt x="120" y="27"/>
                  </a:cubicBezTo>
                  <a:cubicBezTo>
                    <a:pt x="84" y="62"/>
                    <a:pt x="48" y="86"/>
                    <a:pt x="36" y="122"/>
                  </a:cubicBezTo>
                  <a:cubicBezTo>
                    <a:pt x="24" y="146"/>
                    <a:pt x="1" y="193"/>
                    <a:pt x="1" y="241"/>
                  </a:cubicBezTo>
                  <a:cubicBezTo>
                    <a:pt x="72" y="205"/>
                    <a:pt x="143" y="193"/>
                    <a:pt x="215" y="193"/>
                  </a:cubicBezTo>
                  <a:cubicBezTo>
                    <a:pt x="405" y="205"/>
                    <a:pt x="572" y="384"/>
                    <a:pt x="548" y="574"/>
                  </a:cubicBezTo>
                  <a:cubicBezTo>
                    <a:pt x="524" y="717"/>
                    <a:pt x="441" y="836"/>
                    <a:pt x="322" y="872"/>
                  </a:cubicBezTo>
                  <a:lnTo>
                    <a:pt x="1763" y="3587"/>
                  </a:lnTo>
                  <a:cubicBezTo>
                    <a:pt x="1834" y="3560"/>
                    <a:pt x="1906" y="3546"/>
                    <a:pt x="1982" y="3546"/>
                  </a:cubicBezTo>
                  <a:cubicBezTo>
                    <a:pt x="2007" y="3546"/>
                    <a:pt x="2034" y="3548"/>
                    <a:pt x="2060" y="3551"/>
                  </a:cubicBezTo>
                  <a:cubicBezTo>
                    <a:pt x="2132" y="3575"/>
                    <a:pt x="2215" y="3587"/>
                    <a:pt x="2275" y="3610"/>
                  </a:cubicBezTo>
                  <a:lnTo>
                    <a:pt x="2167" y="3420"/>
                  </a:lnTo>
                  <a:lnTo>
                    <a:pt x="643" y="551"/>
                  </a:lnTo>
                  <a:lnTo>
                    <a:pt x="441" y="146"/>
                  </a:lnTo>
                  <a:lnTo>
                    <a:pt x="417" y="122"/>
                  </a:lnTo>
                  <a:cubicBezTo>
                    <a:pt x="375" y="47"/>
                    <a:pt x="298" y="1"/>
                    <a:pt x="21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28"/>
            <p:cNvSpPr/>
            <p:nvPr/>
          </p:nvSpPr>
          <p:spPr>
            <a:xfrm>
              <a:off x="6967825" y="2063475"/>
              <a:ext cx="68475" cy="40500"/>
            </a:xfrm>
            <a:custGeom>
              <a:avLst/>
              <a:gdLst/>
              <a:ahLst/>
              <a:cxnLst/>
              <a:rect l="l" t="t" r="r" b="b"/>
              <a:pathLst>
                <a:path w="2739" h="1620" extrusionOk="0">
                  <a:moveTo>
                    <a:pt x="2739" y="1"/>
                  </a:moveTo>
                  <a:lnTo>
                    <a:pt x="0" y="1167"/>
                  </a:lnTo>
                  <a:cubicBezTo>
                    <a:pt x="72" y="1263"/>
                    <a:pt x="131" y="1370"/>
                    <a:pt x="119" y="1501"/>
                  </a:cubicBezTo>
                  <a:cubicBezTo>
                    <a:pt x="119" y="1548"/>
                    <a:pt x="108" y="1572"/>
                    <a:pt x="84" y="1620"/>
                  </a:cubicBezTo>
                  <a:lnTo>
                    <a:pt x="2739" y="489"/>
                  </a:lnTo>
                  <a:lnTo>
                    <a:pt x="273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28"/>
            <p:cNvSpPr/>
            <p:nvPr/>
          </p:nvSpPr>
          <p:spPr>
            <a:xfrm>
              <a:off x="6558850" y="2100100"/>
              <a:ext cx="396200" cy="178025"/>
            </a:xfrm>
            <a:custGeom>
              <a:avLst/>
              <a:gdLst/>
              <a:ahLst/>
              <a:cxnLst/>
              <a:rect l="l" t="t" r="r" b="b"/>
              <a:pathLst>
                <a:path w="15848" h="7121" extrusionOk="0">
                  <a:moveTo>
                    <a:pt x="15657" y="0"/>
                  </a:moveTo>
                  <a:lnTo>
                    <a:pt x="0" y="6703"/>
                  </a:lnTo>
                  <a:cubicBezTo>
                    <a:pt x="95" y="6822"/>
                    <a:pt x="155" y="6965"/>
                    <a:pt x="167" y="7120"/>
                  </a:cubicBezTo>
                  <a:lnTo>
                    <a:pt x="15824" y="417"/>
                  </a:lnTo>
                  <a:cubicBezTo>
                    <a:pt x="15836" y="393"/>
                    <a:pt x="15836" y="357"/>
                    <a:pt x="15847" y="345"/>
                  </a:cubicBezTo>
                  <a:cubicBezTo>
                    <a:pt x="15728" y="274"/>
                    <a:pt x="15657" y="155"/>
                    <a:pt x="1565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28"/>
            <p:cNvSpPr/>
            <p:nvPr/>
          </p:nvSpPr>
          <p:spPr>
            <a:xfrm>
              <a:off x="6954425" y="2108725"/>
              <a:ext cx="81875" cy="207200"/>
            </a:xfrm>
            <a:custGeom>
              <a:avLst/>
              <a:gdLst/>
              <a:ahLst/>
              <a:cxnLst/>
              <a:rect l="l" t="t" r="r" b="b"/>
              <a:pathLst>
                <a:path w="3275" h="8288" extrusionOk="0">
                  <a:moveTo>
                    <a:pt x="24" y="0"/>
                  </a:moveTo>
                  <a:cubicBezTo>
                    <a:pt x="13" y="36"/>
                    <a:pt x="1" y="48"/>
                    <a:pt x="1" y="60"/>
                  </a:cubicBezTo>
                  <a:cubicBezTo>
                    <a:pt x="1" y="108"/>
                    <a:pt x="1" y="155"/>
                    <a:pt x="13" y="191"/>
                  </a:cubicBezTo>
                  <a:lnTo>
                    <a:pt x="3275" y="8287"/>
                  </a:lnTo>
                  <a:lnTo>
                    <a:pt x="3275" y="7097"/>
                  </a:lnTo>
                  <a:lnTo>
                    <a:pt x="429" y="36"/>
                  </a:lnTo>
                  <a:cubicBezTo>
                    <a:pt x="417" y="36"/>
                    <a:pt x="417" y="12"/>
                    <a:pt x="417" y="12"/>
                  </a:cubicBezTo>
                  <a:cubicBezTo>
                    <a:pt x="358" y="48"/>
                    <a:pt x="286" y="60"/>
                    <a:pt x="203" y="60"/>
                  </a:cubicBezTo>
                  <a:cubicBezTo>
                    <a:pt x="132" y="48"/>
                    <a:pt x="72" y="36"/>
                    <a:pt x="2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28"/>
            <p:cNvSpPr/>
            <p:nvPr/>
          </p:nvSpPr>
          <p:spPr>
            <a:xfrm>
              <a:off x="6559150" y="2280175"/>
              <a:ext cx="477150" cy="150350"/>
            </a:xfrm>
            <a:custGeom>
              <a:avLst/>
              <a:gdLst/>
              <a:ahLst/>
              <a:cxnLst/>
              <a:rect l="l" t="t" r="r" b="b"/>
              <a:pathLst>
                <a:path w="19086" h="6014" extrusionOk="0">
                  <a:moveTo>
                    <a:pt x="167" y="0"/>
                  </a:moveTo>
                  <a:cubicBezTo>
                    <a:pt x="155" y="167"/>
                    <a:pt x="95" y="298"/>
                    <a:pt x="0" y="405"/>
                  </a:cubicBezTo>
                  <a:lnTo>
                    <a:pt x="19086" y="6013"/>
                  </a:lnTo>
                  <a:lnTo>
                    <a:pt x="19086" y="5561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28"/>
            <p:cNvSpPr/>
            <p:nvPr/>
          </p:nvSpPr>
          <p:spPr>
            <a:xfrm>
              <a:off x="6941625" y="2825775"/>
              <a:ext cx="95275" cy="19700"/>
            </a:xfrm>
            <a:custGeom>
              <a:avLst/>
              <a:gdLst/>
              <a:ahLst/>
              <a:cxnLst/>
              <a:rect l="l" t="t" r="r" b="b"/>
              <a:pathLst>
                <a:path w="3811" h="788" extrusionOk="0">
                  <a:moveTo>
                    <a:pt x="3811" y="0"/>
                  </a:moveTo>
                  <a:lnTo>
                    <a:pt x="227" y="334"/>
                  </a:lnTo>
                  <a:lnTo>
                    <a:pt x="155" y="334"/>
                  </a:lnTo>
                  <a:cubicBezTo>
                    <a:pt x="132" y="334"/>
                    <a:pt x="132" y="358"/>
                    <a:pt x="120" y="358"/>
                  </a:cubicBezTo>
                  <a:cubicBezTo>
                    <a:pt x="120" y="370"/>
                    <a:pt x="108" y="370"/>
                    <a:pt x="108" y="370"/>
                  </a:cubicBezTo>
                  <a:cubicBezTo>
                    <a:pt x="108" y="381"/>
                    <a:pt x="96" y="381"/>
                    <a:pt x="96" y="381"/>
                  </a:cubicBezTo>
                  <a:lnTo>
                    <a:pt x="84" y="405"/>
                  </a:lnTo>
                  <a:lnTo>
                    <a:pt x="60" y="417"/>
                  </a:lnTo>
                  <a:cubicBezTo>
                    <a:pt x="48" y="417"/>
                    <a:pt x="48" y="429"/>
                    <a:pt x="36" y="441"/>
                  </a:cubicBezTo>
                  <a:cubicBezTo>
                    <a:pt x="1" y="489"/>
                    <a:pt x="1" y="536"/>
                    <a:pt x="1" y="584"/>
                  </a:cubicBezTo>
                  <a:cubicBezTo>
                    <a:pt x="1" y="707"/>
                    <a:pt x="105" y="787"/>
                    <a:pt x="216" y="787"/>
                  </a:cubicBezTo>
                  <a:cubicBezTo>
                    <a:pt x="224" y="787"/>
                    <a:pt x="231" y="787"/>
                    <a:pt x="239" y="786"/>
                  </a:cubicBezTo>
                  <a:lnTo>
                    <a:pt x="358" y="774"/>
                  </a:lnTo>
                  <a:lnTo>
                    <a:pt x="501" y="762"/>
                  </a:lnTo>
                  <a:lnTo>
                    <a:pt x="3811" y="441"/>
                  </a:lnTo>
                  <a:lnTo>
                    <a:pt x="381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28"/>
            <p:cNvSpPr/>
            <p:nvPr/>
          </p:nvSpPr>
          <p:spPr>
            <a:xfrm>
              <a:off x="6649325" y="2926075"/>
              <a:ext cx="386100" cy="71175"/>
            </a:xfrm>
            <a:custGeom>
              <a:avLst/>
              <a:gdLst/>
              <a:ahLst/>
              <a:cxnLst/>
              <a:rect l="l" t="t" r="r" b="b"/>
              <a:pathLst>
                <a:path w="15444" h="2847" extrusionOk="0">
                  <a:moveTo>
                    <a:pt x="1" y="1"/>
                  </a:moveTo>
                  <a:lnTo>
                    <a:pt x="1" y="25"/>
                  </a:lnTo>
                  <a:cubicBezTo>
                    <a:pt x="18" y="20"/>
                    <a:pt x="36" y="17"/>
                    <a:pt x="52" y="17"/>
                  </a:cubicBezTo>
                  <a:cubicBezTo>
                    <a:pt x="117" y="17"/>
                    <a:pt x="175" y="52"/>
                    <a:pt x="203" y="108"/>
                  </a:cubicBezTo>
                  <a:lnTo>
                    <a:pt x="489" y="525"/>
                  </a:lnTo>
                  <a:lnTo>
                    <a:pt x="9097" y="1846"/>
                  </a:lnTo>
                  <a:lnTo>
                    <a:pt x="9550" y="1918"/>
                  </a:lnTo>
                  <a:lnTo>
                    <a:pt x="13169" y="2489"/>
                  </a:lnTo>
                  <a:lnTo>
                    <a:pt x="13645" y="2561"/>
                  </a:lnTo>
                  <a:lnTo>
                    <a:pt x="15443" y="2846"/>
                  </a:lnTo>
                  <a:lnTo>
                    <a:pt x="15443" y="2406"/>
                  </a:lnTo>
                  <a:lnTo>
                    <a:pt x="13526" y="2108"/>
                  </a:lnTo>
                  <a:lnTo>
                    <a:pt x="13050" y="2025"/>
                  </a:lnTo>
                  <a:lnTo>
                    <a:pt x="9752" y="1525"/>
                  </a:lnTo>
                  <a:lnTo>
                    <a:pt x="9288" y="145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28"/>
            <p:cNvSpPr/>
            <p:nvPr/>
          </p:nvSpPr>
          <p:spPr>
            <a:xfrm>
              <a:off x="6909175" y="3226725"/>
              <a:ext cx="125350" cy="88725"/>
            </a:xfrm>
            <a:custGeom>
              <a:avLst/>
              <a:gdLst/>
              <a:ahLst/>
              <a:cxnLst/>
              <a:rect l="l" t="t" r="r" b="b"/>
              <a:pathLst>
                <a:path w="5014" h="3549" extrusionOk="0">
                  <a:moveTo>
                    <a:pt x="4740" y="0"/>
                  </a:moveTo>
                  <a:lnTo>
                    <a:pt x="1" y="3179"/>
                  </a:lnTo>
                  <a:lnTo>
                    <a:pt x="263" y="3548"/>
                  </a:lnTo>
                  <a:lnTo>
                    <a:pt x="5013" y="357"/>
                  </a:lnTo>
                  <a:cubicBezTo>
                    <a:pt x="4871" y="274"/>
                    <a:pt x="4787" y="155"/>
                    <a:pt x="474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28"/>
            <p:cNvSpPr/>
            <p:nvPr/>
          </p:nvSpPr>
          <p:spPr>
            <a:xfrm>
              <a:off x="6638625" y="3316900"/>
              <a:ext cx="267900" cy="180400"/>
            </a:xfrm>
            <a:custGeom>
              <a:avLst/>
              <a:gdLst/>
              <a:ahLst/>
              <a:cxnLst/>
              <a:rect l="l" t="t" r="r" b="b"/>
              <a:pathLst>
                <a:path w="10716" h="7216" extrusionOk="0">
                  <a:moveTo>
                    <a:pt x="10573" y="1"/>
                  </a:moveTo>
                  <a:cubicBezTo>
                    <a:pt x="10550" y="196"/>
                    <a:pt x="10372" y="347"/>
                    <a:pt x="10157" y="347"/>
                  </a:cubicBezTo>
                  <a:cubicBezTo>
                    <a:pt x="10149" y="347"/>
                    <a:pt x="10141" y="346"/>
                    <a:pt x="10132" y="346"/>
                  </a:cubicBezTo>
                  <a:cubicBezTo>
                    <a:pt x="10025" y="322"/>
                    <a:pt x="9918" y="287"/>
                    <a:pt x="9858" y="203"/>
                  </a:cubicBezTo>
                  <a:lnTo>
                    <a:pt x="83" y="6775"/>
                  </a:lnTo>
                  <a:lnTo>
                    <a:pt x="0" y="6835"/>
                  </a:lnTo>
                  <a:cubicBezTo>
                    <a:pt x="119" y="6930"/>
                    <a:pt x="203" y="7049"/>
                    <a:pt x="250" y="7216"/>
                  </a:cubicBezTo>
                  <a:lnTo>
                    <a:pt x="10716" y="191"/>
                  </a:lnTo>
                  <a:lnTo>
                    <a:pt x="1057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28"/>
            <p:cNvSpPr/>
            <p:nvPr/>
          </p:nvSpPr>
          <p:spPr>
            <a:xfrm>
              <a:off x="6965450" y="3661000"/>
              <a:ext cx="70850" cy="74725"/>
            </a:xfrm>
            <a:custGeom>
              <a:avLst/>
              <a:gdLst/>
              <a:ahLst/>
              <a:cxnLst/>
              <a:rect l="l" t="t" r="r" b="b"/>
              <a:pathLst>
                <a:path w="2834" h="2989" extrusionOk="0">
                  <a:moveTo>
                    <a:pt x="2834" y="0"/>
                  </a:moveTo>
                  <a:lnTo>
                    <a:pt x="0" y="2739"/>
                  </a:lnTo>
                  <a:lnTo>
                    <a:pt x="393" y="2989"/>
                  </a:lnTo>
                  <a:lnTo>
                    <a:pt x="2834" y="631"/>
                  </a:lnTo>
                  <a:lnTo>
                    <a:pt x="283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28"/>
            <p:cNvSpPr/>
            <p:nvPr/>
          </p:nvSpPr>
          <p:spPr>
            <a:xfrm>
              <a:off x="6647850" y="3864600"/>
              <a:ext cx="184850" cy="181875"/>
            </a:xfrm>
            <a:custGeom>
              <a:avLst/>
              <a:gdLst/>
              <a:ahLst/>
              <a:cxnLst/>
              <a:rect l="l" t="t" r="r" b="b"/>
              <a:pathLst>
                <a:path w="7394" h="7275" extrusionOk="0">
                  <a:moveTo>
                    <a:pt x="7156" y="0"/>
                  </a:moveTo>
                  <a:lnTo>
                    <a:pt x="0" y="6953"/>
                  </a:lnTo>
                  <a:cubicBezTo>
                    <a:pt x="119" y="7025"/>
                    <a:pt x="226" y="7144"/>
                    <a:pt x="310" y="7275"/>
                  </a:cubicBezTo>
                  <a:lnTo>
                    <a:pt x="7394" y="405"/>
                  </a:lnTo>
                  <a:lnTo>
                    <a:pt x="7346" y="322"/>
                  </a:lnTo>
                  <a:cubicBezTo>
                    <a:pt x="7311" y="286"/>
                    <a:pt x="7275" y="238"/>
                    <a:pt x="7263" y="179"/>
                  </a:cubicBezTo>
                  <a:lnTo>
                    <a:pt x="715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28"/>
            <p:cNvSpPr/>
            <p:nvPr/>
          </p:nvSpPr>
          <p:spPr>
            <a:xfrm>
              <a:off x="6835375" y="3737800"/>
              <a:ext cx="131575" cy="122050"/>
            </a:xfrm>
            <a:custGeom>
              <a:avLst/>
              <a:gdLst/>
              <a:ahLst/>
              <a:cxnLst/>
              <a:rect l="l" t="t" r="r" b="b"/>
              <a:pathLst>
                <a:path w="5263" h="4882" extrusionOk="0">
                  <a:moveTo>
                    <a:pt x="4882" y="0"/>
                  </a:moveTo>
                  <a:lnTo>
                    <a:pt x="0" y="4727"/>
                  </a:lnTo>
                  <a:cubicBezTo>
                    <a:pt x="60" y="4703"/>
                    <a:pt x="119" y="4703"/>
                    <a:pt x="191" y="4703"/>
                  </a:cubicBezTo>
                  <a:cubicBezTo>
                    <a:pt x="310" y="4715"/>
                    <a:pt x="429" y="4775"/>
                    <a:pt x="488" y="4882"/>
                  </a:cubicBezTo>
                  <a:lnTo>
                    <a:pt x="5263" y="250"/>
                  </a:lnTo>
                  <a:lnTo>
                    <a:pt x="488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28"/>
            <p:cNvSpPr/>
            <p:nvPr/>
          </p:nvSpPr>
          <p:spPr>
            <a:xfrm>
              <a:off x="6647550" y="2926675"/>
              <a:ext cx="388750" cy="587000"/>
            </a:xfrm>
            <a:custGeom>
              <a:avLst/>
              <a:gdLst/>
              <a:ahLst/>
              <a:cxnLst/>
              <a:rect l="l" t="t" r="r" b="b"/>
              <a:pathLst>
                <a:path w="15550" h="23480" extrusionOk="0">
                  <a:moveTo>
                    <a:pt x="96" y="1"/>
                  </a:moveTo>
                  <a:lnTo>
                    <a:pt x="96" y="132"/>
                  </a:lnTo>
                  <a:cubicBezTo>
                    <a:pt x="84" y="251"/>
                    <a:pt x="60" y="358"/>
                    <a:pt x="0" y="441"/>
                  </a:cubicBezTo>
                  <a:lnTo>
                    <a:pt x="5739" y="8954"/>
                  </a:lnTo>
                  <a:lnTo>
                    <a:pt x="6025" y="9383"/>
                  </a:lnTo>
                  <a:lnTo>
                    <a:pt x="6561" y="10181"/>
                  </a:lnTo>
                  <a:lnTo>
                    <a:pt x="6608" y="10181"/>
                  </a:lnTo>
                  <a:cubicBezTo>
                    <a:pt x="6823" y="10192"/>
                    <a:pt x="7001" y="10395"/>
                    <a:pt x="6977" y="10621"/>
                  </a:cubicBezTo>
                  <a:cubicBezTo>
                    <a:pt x="6977" y="10669"/>
                    <a:pt x="6965" y="10692"/>
                    <a:pt x="6942" y="10740"/>
                  </a:cubicBezTo>
                  <a:lnTo>
                    <a:pt x="9918" y="15145"/>
                  </a:lnTo>
                  <a:cubicBezTo>
                    <a:pt x="10121" y="15193"/>
                    <a:pt x="10263" y="15372"/>
                    <a:pt x="10240" y="15574"/>
                  </a:cubicBezTo>
                  <a:lnTo>
                    <a:pt x="10240" y="15610"/>
                  </a:lnTo>
                  <a:lnTo>
                    <a:pt x="10371" y="15800"/>
                  </a:lnTo>
                  <a:lnTo>
                    <a:pt x="15550" y="23480"/>
                  </a:lnTo>
                  <a:lnTo>
                    <a:pt x="15550" y="22682"/>
                  </a:lnTo>
                  <a:lnTo>
                    <a:pt x="10728" y="15550"/>
                  </a:lnTo>
                  <a:lnTo>
                    <a:pt x="10478" y="15181"/>
                  </a:lnTo>
                  <a:lnTo>
                    <a:pt x="6263" y="8907"/>
                  </a:lnTo>
                  <a:lnTo>
                    <a:pt x="5977" y="8478"/>
                  </a:lnTo>
                  <a:lnTo>
                    <a:pt x="596" y="501"/>
                  </a:lnTo>
                  <a:lnTo>
                    <a:pt x="310" y="84"/>
                  </a:lnTo>
                  <a:cubicBezTo>
                    <a:pt x="262" y="25"/>
                    <a:pt x="179" y="1"/>
                    <a:pt x="96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28"/>
            <p:cNvSpPr/>
            <p:nvPr/>
          </p:nvSpPr>
          <p:spPr>
            <a:xfrm>
              <a:off x="6603800" y="3495625"/>
              <a:ext cx="7450" cy="13000"/>
            </a:xfrm>
            <a:custGeom>
              <a:avLst/>
              <a:gdLst/>
              <a:ahLst/>
              <a:cxnLst/>
              <a:rect l="l" t="t" r="r" b="b"/>
              <a:pathLst>
                <a:path w="298" h="520" extrusionOk="0">
                  <a:moveTo>
                    <a:pt x="237" y="0"/>
                  </a:moveTo>
                  <a:cubicBezTo>
                    <a:pt x="172" y="0"/>
                    <a:pt x="97" y="34"/>
                    <a:pt x="60" y="91"/>
                  </a:cubicBezTo>
                  <a:lnTo>
                    <a:pt x="60" y="115"/>
                  </a:lnTo>
                  <a:cubicBezTo>
                    <a:pt x="0" y="222"/>
                    <a:pt x="36" y="353"/>
                    <a:pt x="143" y="412"/>
                  </a:cubicBezTo>
                  <a:lnTo>
                    <a:pt x="298" y="519"/>
                  </a:lnTo>
                  <a:cubicBezTo>
                    <a:pt x="262" y="412"/>
                    <a:pt x="238" y="305"/>
                    <a:pt x="238" y="198"/>
                  </a:cubicBezTo>
                  <a:cubicBezTo>
                    <a:pt x="238" y="138"/>
                    <a:pt x="262" y="67"/>
                    <a:pt x="286" y="7"/>
                  </a:cubicBezTo>
                  <a:cubicBezTo>
                    <a:pt x="271" y="2"/>
                    <a:pt x="254" y="0"/>
                    <a:pt x="23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28"/>
            <p:cNvSpPr/>
            <p:nvPr/>
          </p:nvSpPr>
          <p:spPr>
            <a:xfrm>
              <a:off x="6640400" y="3514550"/>
              <a:ext cx="395900" cy="275350"/>
            </a:xfrm>
            <a:custGeom>
              <a:avLst/>
              <a:gdLst/>
              <a:ahLst/>
              <a:cxnLst/>
              <a:rect l="l" t="t" r="r" b="b"/>
              <a:pathLst>
                <a:path w="15836" h="11014" extrusionOk="0">
                  <a:moveTo>
                    <a:pt x="12" y="0"/>
                  </a:moveTo>
                  <a:lnTo>
                    <a:pt x="1" y="12"/>
                  </a:lnTo>
                  <a:lnTo>
                    <a:pt x="477" y="846"/>
                  </a:lnTo>
                  <a:lnTo>
                    <a:pt x="12681" y="8930"/>
                  </a:lnTo>
                  <a:lnTo>
                    <a:pt x="13062" y="9180"/>
                  </a:lnTo>
                  <a:lnTo>
                    <a:pt x="15836" y="11014"/>
                  </a:lnTo>
                  <a:lnTo>
                    <a:pt x="15836" y="10478"/>
                  </a:lnTo>
                  <a:lnTo>
                    <a:pt x="13395" y="8847"/>
                  </a:lnTo>
                  <a:lnTo>
                    <a:pt x="13002" y="859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28"/>
            <p:cNvSpPr/>
            <p:nvPr/>
          </p:nvSpPr>
          <p:spPr>
            <a:xfrm>
              <a:off x="6841925" y="4224750"/>
              <a:ext cx="194375" cy="153025"/>
            </a:xfrm>
            <a:custGeom>
              <a:avLst/>
              <a:gdLst/>
              <a:ahLst/>
              <a:cxnLst/>
              <a:rect l="l" t="t" r="r" b="b"/>
              <a:pathLst>
                <a:path w="7775" h="6121" extrusionOk="0">
                  <a:moveTo>
                    <a:pt x="560" y="1"/>
                  </a:moveTo>
                  <a:lnTo>
                    <a:pt x="0" y="120"/>
                  </a:lnTo>
                  <a:lnTo>
                    <a:pt x="7775" y="6121"/>
                  </a:lnTo>
                  <a:lnTo>
                    <a:pt x="7775" y="5549"/>
                  </a:lnTo>
                  <a:lnTo>
                    <a:pt x="56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28"/>
            <p:cNvSpPr/>
            <p:nvPr/>
          </p:nvSpPr>
          <p:spPr>
            <a:xfrm>
              <a:off x="6649325" y="4070575"/>
              <a:ext cx="195300" cy="148550"/>
            </a:xfrm>
            <a:custGeom>
              <a:avLst/>
              <a:gdLst/>
              <a:ahLst/>
              <a:cxnLst/>
              <a:rect l="l" t="t" r="r" b="b"/>
              <a:pathLst>
                <a:path w="7812" h="5942" extrusionOk="0">
                  <a:moveTo>
                    <a:pt x="263" y="0"/>
                  </a:moveTo>
                  <a:cubicBezTo>
                    <a:pt x="203" y="119"/>
                    <a:pt x="120" y="227"/>
                    <a:pt x="1" y="334"/>
                  </a:cubicBezTo>
                  <a:lnTo>
                    <a:pt x="48" y="405"/>
                  </a:lnTo>
                  <a:lnTo>
                    <a:pt x="7252" y="5942"/>
                  </a:lnTo>
                  <a:lnTo>
                    <a:pt x="7811" y="5811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28"/>
            <p:cNvSpPr/>
            <p:nvPr/>
          </p:nvSpPr>
          <p:spPr>
            <a:xfrm>
              <a:off x="6831200" y="3872325"/>
              <a:ext cx="180400" cy="298875"/>
            </a:xfrm>
            <a:custGeom>
              <a:avLst/>
              <a:gdLst/>
              <a:ahLst/>
              <a:cxnLst/>
              <a:rect l="l" t="t" r="r" b="b"/>
              <a:pathLst>
                <a:path w="7216" h="11955" extrusionOk="0">
                  <a:moveTo>
                    <a:pt x="0" y="1"/>
                  </a:moveTo>
                  <a:lnTo>
                    <a:pt x="48" y="72"/>
                  </a:lnTo>
                  <a:lnTo>
                    <a:pt x="6823" y="11955"/>
                  </a:lnTo>
                  <a:cubicBezTo>
                    <a:pt x="6918" y="11847"/>
                    <a:pt x="7073" y="11776"/>
                    <a:pt x="7216" y="11764"/>
                  </a:cubicBezTo>
                  <a:lnTo>
                    <a:pt x="4525" y="7025"/>
                  </a:lnTo>
                  <a:cubicBezTo>
                    <a:pt x="4465" y="7061"/>
                    <a:pt x="4394" y="7061"/>
                    <a:pt x="4334" y="7061"/>
                  </a:cubicBezTo>
                  <a:cubicBezTo>
                    <a:pt x="4108" y="7037"/>
                    <a:pt x="3941" y="6847"/>
                    <a:pt x="3965" y="6609"/>
                  </a:cubicBezTo>
                  <a:cubicBezTo>
                    <a:pt x="3977" y="6490"/>
                    <a:pt x="4037" y="6383"/>
                    <a:pt x="4120" y="6323"/>
                  </a:cubicBezTo>
                  <a:lnTo>
                    <a:pt x="548" y="60"/>
                  </a:lnTo>
                  <a:cubicBezTo>
                    <a:pt x="483" y="107"/>
                    <a:pt x="410" y="139"/>
                    <a:pt x="335" y="139"/>
                  </a:cubicBezTo>
                  <a:cubicBezTo>
                    <a:pt x="315" y="139"/>
                    <a:pt x="295" y="137"/>
                    <a:pt x="274" y="132"/>
                  </a:cubicBezTo>
                  <a:cubicBezTo>
                    <a:pt x="167" y="120"/>
                    <a:pt x="60" y="72"/>
                    <a:pt x="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28"/>
            <p:cNvSpPr/>
            <p:nvPr/>
          </p:nvSpPr>
          <p:spPr>
            <a:xfrm>
              <a:off x="6632950" y="3514850"/>
              <a:ext cx="202450" cy="354225"/>
            </a:xfrm>
            <a:custGeom>
              <a:avLst/>
              <a:gdLst/>
              <a:ahLst/>
              <a:cxnLst/>
              <a:rect l="l" t="t" r="r" b="b"/>
              <a:pathLst>
                <a:path w="8098" h="14169" extrusionOk="0">
                  <a:moveTo>
                    <a:pt x="310" y="0"/>
                  </a:moveTo>
                  <a:cubicBezTo>
                    <a:pt x="227" y="84"/>
                    <a:pt x="120" y="143"/>
                    <a:pt x="1" y="179"/>
                  </a:cubicBezTo>
                  <a:lnTo>
                    <a:pt x="1" y="358"/>
                  </a:lnTo>
                  <a:lnTo>
                    <a:pt x="7764" y="13990"/>
                  </a:lnTo>
                  <a:lnTo>
                    <a:pt x="7871" y="14169"/>
                  </a:lnTo>
                  <a:cubicBezTo>
                    <a:pt x="7859" y="14121"/>
                    <a:pt x="7859" y="14062"/>
                    <a:pt x="7859" y="14002"/>
                  </a:cubicBezTo>
                  <a:cubicBezTo>
                    <a:pt x="7859" y="13835"/>
                    <a:pt x="7954" y="13716"/>
                    <a:pt x="8097" y="13657"/>
                  </a:cubicBezTo>
                  <a:lnTo>
                    <a:pt x="787" y="834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28"/>
            <p:cNvSpPr/>
            <p:nvPr/>
          </p:nvSpPr>
          <p:spPr>
            <a:xfrm>
              <a:off x="6621650" y="3519025"/>
              <a:ext cx="17000" cy="515550"/>
            </a:xfrm>
            <a:custGeom>
              <a:avLst/>
              <a:gdLst/>
              <a:ahLst/>
              <a:cxnLst/>
              <a:rect l="l" t="t" r="r" b="b"/>
              <a:pathLst>
                <a:path w="680" h="20622" extrusionOk="0">
                  <a:moveTo>
                    <a:pt x="0" y="0"/>
                  </a:moveTo>
                  <a:lnTo>
                    <a:pt x="227" y="20622"/>
                  </a:lnTo>
                  <a:cubicBezTo>
                    <a:pt x="311" y="20605"/>
                    <a:pt x="389" y="20588"/>
                    <a:pt x="470" y="20588"/>
                  </a:cubicBezTo>
                  <a:cubicBezTo>
                    <a:pt x="503" y="20588"/>
                    <a:pt x="537" y="20591"/>
                    <a:pt x="572" y="20598"/>
                  </a:cubicBezTo>
                  <a:cubicBezTo>
                    <a:pt x="596" y="20598"/>
                    <a:pt x="643" y="20610"/>
                    <a:pt x="679" y="20610"/>
                  </a:cubicBezTo>
                  <a:lnTo>
                    <a:pt x="453" y="202"/>
                  </a:lnTo>
                  <a:lnTo>
                    <a:pt x="453" y="24"/>
                  </a:lnTo>
                  <a:cubicBezTo>
                    <a:pt x="387" y="32"/>
                    <a:pt x="333" y="46"/>
                    <a:pt x="278" y="46"/>
                  </a:cubicBezTo>
                  <a:cubicBezTo>
                    <a:pt x="253" y="46"/>
                    <a:pt x="229" y="43"/>
                    <a:pt x="203" y="36"/>
                  </a:cubicBezTo>
                  <a:cubicBezTo>
                    <a:pt x="143" y="36"/>
                    <a:pt x="60" y="24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28"/>
            <p:cNvSpPr/>
            <p:nvPr/>
          </p:nvSpPr>
          <p:spPr>
            <a:xfrm>
              <a:off x="5767375" y="3510375"/>
              <a:ext cx="852500" cy="922475"/>
            </a:xfrm>
            <a:custGeom>
              <a:avLst/>
              <a:gdLst/>
              <a:ahLst/>
              <a:cxnLst/>
              <a:rect l="l" t="t" r="r" b="b"/>
              <a:pathLst>
                <a:path w="34100" h="36899" extrusionOk="0">
                  <a:moveTo>
                    <a:pt x="33779" y="1"/>
                  </a:moveTo>
                  <a:lnTo>
                    <a:pt x="1" y="36577"/>
                  </a:lnTo>
                  <a:cubicBezTo>
                    <a:pt x="143" y="36672"/>
                    <a:pt x="239" y="36779"/>
                    <a:pt x="334" y="36898"/>
                  </a:cubicBezTo>
                  <a:lnTo>
                    <a:pt x="34100" y="310"/>
                  </a:lnTo>
                  <a:cubicBezTo>
                    <a:pt x="33969" y="239"/>
                    <a:pt x="33862" y="132"/>
                    <a:pt x="3377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28"/>
            <p:cNvSpPr/>
            <p:nvPr/>
          </p:nvSpPr>
          <p:spPr>
            <a:xfrm>
              <a:off x="6299575" y="4069975"/>
              <a:ext cx="318525" cy="244400"/>
            </a:xfrm>
            <a:custGeom>
              <a:avLst/>
              <a:gdLst/>
              <a:ahLst/>
              <a:cxnLst/>
              <a:rect l="l" t="t" r="r" b="b"/>
              <a:pathLst>
                <a:path w="12741" h="9776" extrusionOk="0">
                  <a:moveTo>
                    <a:pt x="12455" y="1"/>
                  </a:moveTo>
                  <a:lnTo>
                    <a:pt x="1" y="9418"/>
                  </a:lnTo>
                  <a:cubicBezTo>
                    <a:pt x="108" y="9525"/>
                    <a:pt x="191" y="9645"/>
                    <a:pt x="263" y="9776"/>
                  </a:cubicBezTo>
                  <a:lnTo>
                    <a:pt x="12741" y="358"/>
                  </a:lnTo>
                  <a:cubicBezTo>
                    <a:pt x="12622" y="251"/>
                    <a:pt x="12514" y="131"/>
                    <a:pt x="1245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28"/>
            <p:cNvSpPr/>
            <p:nvPr/>
          </p:nvSpPr>
          <p:spPr>
            <a:xfrm>
              <a:off x="6312675" y="4246175"/>
              <a:ext cx="406325" cy="101975"/>
            </a:xfrm>
            <a:custGeom>
              <a:avLst/>
              <a:gdLst/>
              <a:ahLst/>
              <a:cxnLst/>
              <a:rect l="l" t="t" r="r" b="b"/>
              <a:pathLst>
                <a:path w="16253" h="4079" extrusionOk="0">
                  <a:moveTo>
                    <a:pt x="15931" y="1"/>
                  </a:moveTo>
                  <a:lnTo>
                    <a:pt x="13" y="3620"/>
                  </a:lnTo>
                  <a:cubicBezTo>
                    <a:pt x="25" y="3716"/>
                    <a:pt x="25" y="3799"/>
                    <a:pt x="13" y="3918"/>
                  </a:cubicBezTo>
                  <a:cubicBezTo>
                    <a:pt x="13" y="3966"/>
                    <a:pt x="13" y="4025"/>
                    <a:pt x="1" y="4073"/>
                  </a:cubicBezTo>
                  <a:cubicBezTo>
                    <a:pt x="17" y="4073"/>
                    <a:pt x="38" y="4078"/>
                    <a:pt x="61" y="4078"/>
                  </a:cubicBezTo>
                  <a:cubicBezTo>
                    <a:pt x="72" y="4078"/>
                    <a:pt x="84" y="4077"/>
                    <a:pt x="96" y="4073"/>
                  </a:cubicBezTo>
                  <a:lnTo>
                    <a:pt x="16253" y="394"/>
                  </a:lnTo>
                  <a:cubicBezTo>
                    <a:pt x="16074" y="346"/>
                    <a:pt x="15931" y="203"/>
                    <a:pt x="1593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4099;p28"/>
            <p:cNvSpPr/>
            <p:nvPr/>
          </p:nvSpPr>
          <p:spPr>
            <a:xfrm>
              <a:off x="6728200" y="4251550"/>
              <a:ext cx="2725" cy="2100"/>
            </a:xfrm>
            <a:custGeom>
              <a:avLst/>
              <a:gdLst/>
              <a:ahLst/>
              <a:cxnLst/>
              <a:rect l="l" t="t" r="r" b="b"/>
              <a:pathLst>
                <a:path w="109" h="84" extrusionOk="0">
                  <a:moveTo>
                    <a:pt x="72" y="0"/>
                  </a:moveTo>
                  <a:cubicBezTo>
                    <a:pt x="60" y="24"/>
                    <a:pt x="25" y="60"/>
                    <a:pt x="1" y="84"/>
                  </a:cubicBezTo>
                  <a:lnTo>
                    <a:pt x="108" y="60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28"/>
            <p:cNvSpPr/>
            <p:nvPr/>
          </p:nvSpPr>
          <p:spPr>
            <a:xfrm>
              <a:off x="6736250" y="4181300"/>
              <a:ext cx="261950" cy="69375"/>
            </a:xfrm>
            <a:custGeom>
              <a:avLst/>
              <a:gdLst/>
              <a:ahLst/>
              <a:cxnLst/>
              <a:rect l="l" t="t" r="r" b="b"/>
              <a:pathLst>
                <a:path w="10478" h="2775" extrusionOk="0">
                  <a:moveTo>
                    <a:pt x="10442" y="0"/>
                  </a:moveTo>
                  <a:lnTo>
                    <a:pt x="4334" y="1382"/>
                  </a:lnTo>
                  <a:lnTo>
                    <a:pt x="3775" y="1513"/>
                  </a:lnTo>
                  <a:lnTo>
                    <a:pt x="0" y="2382"/>
                  </a:lnTo>
                  <a:lnTo>
                    <a:pt x="227" y="2775"/>
                  </a:lnTo>
                  <a:lnTo>
                    <a:pt x="4215" y="1870"/>
                  </a:lnTo>
                  <a:lnTo>
                    <a:pt x="4787" y="1739"/>
                  </a:lnTo>
                  <a:lnTo>
                    <a:pt x="10478" y="441"/>
                  </a:lnTo>
                  <a:cubicBezTo>
                    <a:pt x="10442" y="322"/>
                    <a:pt x="10406" y="203"/>
                    <a:pt x="10418" y="72"/>
                  </a:cubicBezTo>
                  <a:cubicBezTo>
                    <a:pt x="10418" y="36"/>
                    <a:pt x="10442" y="24"/>
                    <a:pt x="1044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4101;p28"/>
            <p:cNvSpPr/>
            <p:nvPr/>
          </p:nvSpPr>
          <p:spPr>
            <a:xfrm>
              <a:off x="6640400" y="4078600"/>
              <a:ext cx="213150" cy="382525"/>
            </a:xfrm>
            <a:custGeom>
              <a:avLst/>
              <a:gdLst/>
              <a:ahLst/>
              <a:cxnLst/>
              <a:rect l="l" t="t" r="r" b="b"/>
              <a:pathLst>
                <a:path w="8526" h="15301" extrusionOk="0">
                  <a:moveTo>
                    <a:pt x="405" y="1"/>
                  </a:moveTo>
                  <a:cubicBezTo>
                    <a:pt x="286" y="84"/>
                    <a:pt x="143" y="156"/>
                    <a:pt x="1" y="191"/>
                  </a:cubicBezTo>
                  <a:lnTo>
                    <a:pt x="3275" y="6275"/>
                  </a:lnTo>
                  <a:lnTo>
                    <a:pt x="3322" y="6275"/>
                  </a:lnTo>
                  <a:cubicBezTo>
                    <a:pt x="3537" y="6311"/>
                    <a:pt x="3703" y="6502"/>
                    <a:pt x="3691" y="6728"/>
                  </a:cubicBezTo>
                  <a:cubicBezTo>
                    <a:pt x="3680" y="6799"/>
                    <a:pt x="3644" y="6859"/>
                    <a:pt x="3620" y="6918"/>
                  </a:cubicBezTo>
                  <a:lnTo>
                    <a:pt x="3644" y="6978"/>
                  </a:lnTo>
                  <a:lnTo>
                    <a:pt x="8121" y="15300"/>
                  </a:lnTo>
                  <a:lnTo>
                    <a:pt x="8180" y="15193"/>
                  </a:lnTo>
                  <a:cubicBezTo>
                    <a:pt x="8204" y="15193"/>
                    <a:pt x="8204" y="15181"/>
                    <a:pt x="8216" y="15157"/>
                  </a:cubicBezTo>
                  <a:lnTo>
                    <a:pt x="8228" y="15146"/>
                  </a:lnTo>
                  <a:lnTo>
                    <a:pt x="8240" y="15134"/>
                  </a:lnTo>
                  <a:cubicBezTo>
                    <a:pt x="8240" y="15122"/>
                    <a:pt x="8263" y="15122"/>
                    <a:pt x="8263" y="15122"/>
                  </a:cubicBezTo>
                  <a:cubicBezTo>
                    <a:pt x="8263" y="15122"/>
                    <a:pt x="8263" y="15098"/>
                    <a:pt x="8275" y="15098"/>
                  </a:cubicBezTo>
                  <a:lnTo>
                    <a:pt x="8287" y="15098"/>
                  </a:lnTo>
                  <a:cubicBezTo>
                    <a:pt x="8287" y="15086"/>
                    <a:pt x="8299" y="15086"/>
                    <a:pt x="8299" y="15086"/>
                  </a:cubicBezTo>
                  <a:lnTo>
                    <a:pt x="8525" y="15026"/>
                  </a:lnTo>
                  <a:lnTo>
                    <a:pt x="4120" y="6871"/>
                  </a:lnTo>
                  <a:lnTo>
                    <a:pt x="3894" y="6466"/>
                  </a:lnTo>
                  <a:lnTo>
                    <a:pt x="441" y="72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4102;p28"/>
            <p:cNvSpPr/>
            <p:nvPr/>
          </p:nvSpPr>
          <p:spPr>
            <a:xfrm>
              <a:off x="6851450" y="4463175"/>
              <a:ext cx="184850" cy="115525"/>
            </a:xfrm>
            <a:custGeom>
              <a:avLst/>
              <a:gdLst/>
              <a:ahLst/>
              <a:cxnLst/>
              <a:rect l="l" t="t" r="r" b="b"/>
              <a:pathLst>
                <a:path w="7394" h="4621" extrusionOk="0">
                  <a:moveTo>
                    <a:pt x="488" y="1"/>
                  </a:moveTo>
                  <a:lnTo>
                    <a:pt x="60" y="108"/>
                  </a:lnTo>
                  <a:lnTo>
                    <a:pt x="0" y="227"/>
                  </a:lnTo>
                  <a:lnTo>
                    <a:pt x="7394" y="4620"/>
                  </a:lnTo>
                  <a:lnTo>
                    <a:pt x="7394" y="4096"/>
                  </a:lnTo>
                  <a:lnTo>
                    <a:pt x="48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28"/>
            <p:cNvSpPr/>
            <p:nvPr/>
          </p:nvSpPr>
          <p:spPr>
            <a:xfrm>
              <a:off x="6847575" y="4406025"/>
              <a:ext cx="188425" cy="60450"/>
            </a:xfrm>
            <a:custGeom>
              <a:avLst/>
              <a:gdLst/>
              <a:ahLst/>
              <a:cxnLst/>
              <a:rect l="l" t="t" r="r" b="b"/>
              <a:pathLst>
                <a:path w="7537" h="2418" extrusionOk="0">
                  <a:moveTo>
                    <a:pt x="17" y="1997"/>
                  </a:moveTo>
                  <a:cubicBezTo>
                    <a:pt x="11" y="1998"/>
                    <a:pt x="6" y="2000"/>
                    <a:pt x="0" y="2001"/>
                  </a:cubicBezTo>
                  <a:lnTo>
                    <a:pt x="17" y="1997"/>
                  </a:lnTo>
                  <a:close/>
                  <a:moveTo>
                    <a:pt x="7537" y="1"/>
                  </a:moveTo>
                  <a:lnTo>
                    <a:pt x="167" y="1965"/>
                  </a:lnTo>
                  <a:lnTo>
                    <a:pt x="17" y="1997"/>
                  </a:lnTo>
                  <a:lnTo>
                    <a:pt x="17" y="1997"/>
                  </a:lnTo>
                  <a:cubicBezTo>
                    <a:pt x="29" y="1995"/>
                    <a:pt x="43" y="1994"/>
                    <a:pt x="57" y="1994"/>
                  </a:cubicBezTo>
                  <a:cubicBezTo>
                    <a:pt x="92" y="1994"/>
                    <a:pt x="129" y="2002"/>
                    <a:pt x="167" y="2025"/>
                  </a:cubicBezTo>
                  <a:cubicBezTo>
                    <a:pt x="286" y="2084"/>
                    <a:pt x="310" y="2215"/>
                    <a:pt x="250" y="2322"/>
                  </a:cubicBezTo>
                  <a:lnTo>
                    <a:pt x="215" y="2418"/>
                  </a:lnTo>
                  <a:lnTo>
                    <a:pt x="631" y="2299"/>
                  </a:lnTo>
                  <a:lnTo>
                    <a:pt x="7537" y="453"/>
                  </a:lnTo>
                  <a:lnTo>
                    <a:pt x="7537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28"/>
            <p:cNvSpPr/>
            <p:nvPr/>
          </p:nvSpPr>
          <p:spPr>
            <a:xfrm>
              <a:off x="6725825" y="4654575"/>
              <a:ext cx="17300" cy="9550"/>
            </a:xfrm>
            <a:custGeom>
              <a:avLst/>
              <a:gdLst/>
              <a:ahLst/>
              <a:cxnLst/>
              <a:rect l="l" t="t" r="r" b="b"/>
              <a:pathLst>
                <a:path w="692" h="382" extrusionOk="0">
                  <a:moveTo>
                    <a:pt x="227" y="0"/>
                  </a:moveTo>
                  <a:lnTo>
                    <a:pt x="1" y="381"/>
                  </a:lnTo>
                  <a:lnTo>
                    <a:pt x="525" y="381"/>
                  </a:lnTo>
                  <a:lnTo>
                    <a:pt x="691" y="84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28"/>
            <p:cNvSpPr/>
            <p:nvPr/>
          </p:nvSpPr>
          <p:spPr>
            <a:xfrm>
              <a:off x="6737150" y="4455550"/>
              <a:ext cx="117875" cy="190425"/>
            </a:xfrm>
            <a:custGeom>
              <a:avLst/>
              <a:gdLst/>
              <a:ahLst/>
              <a:cxnLst/>
              <a:rect l="l" t="t" r="r" b="b"/>
              <a:pathLst>
                <a:path w="4715" h="7617" extrusionOk="0">
                  <a:moveTo>
                    <a:pt x="4478" y="0"/>
                  </a:moveTo>
                  <a:cubicBezTo>
                    <a:pt x="4455" y="0"/>
                    <a:pt x="4430" y="3"/>
                    <a:pt x="4405" y="8"/>
                  </a:cubicBezTo>
                  <a:cubicBezTo>
                    <a:pt x="4405" y="20"/>
                    <a:pt x="4382" y="20"/>
                    <a:pt x="4382" y="20"/>
                  </a:cubicBezTo>
                  <a:lnTo>
                    <a:pt x="4370" y="20"/>
                  </a:lnTo>
                  <a:lnTo>
                    <a:pt x="4358" y="32"/>
                  </a:lnTo>
                  <a:cubicBezTo>
                    <a:pt x="4358" y="56"/>
                    <a:pt x="4346" y="56"/>
                    <a:pt x="4346" y="56"/>
                  </a:cubicBezTo>
                  <a:lnTo>
                    <a:pt x="4334" y="68"/>
                  </a:lnTo>
                  <a:lnTo>
                    <a:pt x="4310" y="79"/>
                  </a:lnTo>
                  <a:cubicBezTo>
                    <a:pt x="4298" y="79"/>
                    <a:pt x="4298" y="91"/>
                    <a:pt x="4286" y="115"/>
                  </a:cubicBezTo>
                  <a:lnTo>
                    <a:pt x="4227" y="222"/>
                  </a:lnTo>
                  <a:lnTo>
                    <a:pt x="0" y="7521"/>
                  </a:lnTo>
                  <a:lnTo>
                    <a:pt x="453" y="7616"/>
                  </a:lnTo>
                  <a:lnTo>
                    <a:pt x="4548" y="508"/>
                  </a:lnTo>
                  <a:lnTo>
                    <a:pt x="4608" y="389"/>
                  </a:lnTo>
                  <a:lnTo>
                    <a:pt x="4655" y="318"/>
                  </a:lnTo>
                  <a:cubicBezTo>
                    <a:pt x="4715" y="210"/>
                    <a:pt x="4667" y="79"/>
                    <a:pt x="4560" y="20"/>
                  </a:cubicBezTo>
                  <a:cubicBezTo>
                    <a:pt x="4539" y="6"/>
                    <a:pt x="4510" y="0"/>
                    <a:pt x="447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28"/>
            <p:cNvSpPr/>
            <p:nvPr/>
          </p:nvSpPr>
          <p:spPr>
            <a:xfrm>
              <a:off x="6337975" y="4576300"/>
              <a:ext cx="3900" cy="5375"/>
            </a:xfrm>
            <a:custGeom>
              <a:avLst/>
              <a:gdLst/>
              <a:ahLst/>
              <a:cxnLst/>
              <a:rect l="l" t="t" r="r" b="b"/>
              <a:pathLst>
                <a:path w="156" h="215" extrusionOk="0">
                  <a:moveTo>
                    <a:pt x="1" y="0"/>
                  </a:moveTo>
                  <a:lnTo>
                    <a:pt x="1" y="0"/>
                  </a:lnTo>
                  <a:cubicBezTo>
                    <a:pt x="13" y="95"/>
                    <a:pt x="72" y="179"/>
                    <a:pt x="156" y="214"/>
                  </a:cubicBezTo>
                  <a:lnTo>
                    <a:pt x="156" y="4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28"/>
            <p:cNvSpPr/>
            <p:nvPr/>
          </p:nvSpPr>
          <p:spPr>
            <a:xfrm>
              <a:off x="6410025" y="4583425"/>
              <a:ext cx="434000" cy="80700"/>
            </a:xfrm>
            <a:custGeom>
              <a:avLst/>
              <a:gdLst/>
              <a:ahLst/>
              <a:cxnLst/>
              <a:rect l="l" t="t" r="r" b="b"/>
              <a:pathLst>
                <a:path w="17360" h="3228" extrusionOk="0">
                  <a:moveTo>
                    <a:pt x="107" y="1"/>
                  </a:moveTo>
                  <a:cubicBezTo>
                    <a:pt x="95" y="144"/>
                    <a:pt x="60" y="298"/>
                    <a:pt x="0" y="429"/>
                  </a:cubicBezTo>
                  <a:lnTo>
                    <a:pt x="12859" y="2846"/>
                  </a:lnTo>
                  <a:lnTo>
                    <a:pt x="13323" y="2930"/>
                  </a:lnTo>
                  <a:lnTo>
                    <a:pt x="14931" y="3227"/>
                  </a:lnTo>
                  <a:lnTo>
                    <a:pt x="17359" y="3227"/>
                  </a:lnTo>
                  <a:lnTo>
                    <a:pt x="13561" y="2513"/>
                  </a:lnTo>
                  <a:lnTo>
                    <a:pt x="13097" y="241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28"/>
            <p:cNvSpPr/>
            <p:nvPr/>
          </p:nvSpPr>
          <p:spPr>
            <a:xfrm>
              <a:off x="5778675" y="4344125"/>
              <a:ext cx="436700" cy="105675"/>
            </a:xfrm>
            <a:custGeom>
              <a:avLst/>
              <a:gdLst/>
              <a:ahLst/>
              <a:cxnLst/>
              <a:rect l="l" t="t" r="r" b="b"/>
              <a:pathLst>
                <a:path w="17468" h="4227" extrusionOk="0">
                  <a:moveTo>
                    <a:pt x="17384" y="0"/>
                  </a:moveTo>
                  <a:lnTo>
                    <a:pt x="1" y="3786"/>
                  </a:lnTo>
                  <a:cubicBezTo>
                    <a:pt x="25" y="3905"/>
                    <a:pt x="60" y="4048"/>
                    <a:pt x="49" y="4179"/>
                  </a:cubicBezTo>
                  <a:lnTo>
                    <a:pt x="49" y="4227"/>
                  </a:lnTo>
                  <a:lnTo>
                    <a:pt x="17467" y="429"/>
                  </a:lnTo>
                  <a:cubicBezTo>
                    <a:pt x="17432" y="286"/>
                    <a:pt x="17396" y="155"/>
                    <a:pt x="1738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28"/>
            <p:cNvSpPr/>
            <p:nvPr/>
          </p:nvSpPr>
          <p:spPr>
            <a:xfrm>
              <a:off x="5778975" y="4449775"/>
              <a:ext cx="566475" cy="127425"/>
            </a:xfrm>
            <a:custGeom>
              <a:avLst/>
              <a:gdLst/>
              <a:ahLst/>
              <a:cxnLst/>
              <a:rect l="l" t="t" r="r" b="b"/>
              <a:pathLst>
                <a:path w="22659" h="5097" extrusionOk="0">
                  <a:moveTo>
                    <a:pt x="48" y="1"/>
                  </a:moveTo>
                  <a:cubicBezTo>
                    <a:pt x="37" y="72"/>
                    <a:pt x="13" y="132"/>
                    <a:pt x="1" y="191"/>
                  </a:cubicBezTo>
                  <a:lnTo>
                    <a:pt x="691" y="596"/>
                  </a:lnTo>
                  <a:lnTo>
                    <a:pt x="22373" y="5061"/>
                  </a:lnTo>
                  <a:lnTo>
                    <a:pt x="22539" y="5097"/>
                  </a:lnTo>
                  <a:cubicBezTo>
                    <a:pt x="22551" y="4942"/>
                    <a:pt x="22575" y="4799"/>
                    <a:pt x="22658" y="4656"/>
                  </a:cubicBezTo>
                  <a:lnTo>
                    <a:pt x="4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28"/>
            <p:cNvSpPr/>
            <p:nvPr/>
          </p:nvSpPr>
          <p:spPr>
            <a:xfrm>
              <a:off x="6395425" y="4603375"/>
              <a:ext cx="42600" cy="60750"/>
            </a:xfrm>
            <a:custGeom>
              <a:avLst/>
              <a:gdLst/>
              <a:ahLst/>
              <a:cxnLst/>
              <a:rect l="l" t="t" r="r" b="b"/>
              <a:pathLst>
                <a:path w="1704" h="2430" extrusionOk="0">
                  <a:moveTo>
                    <a:pt x="346" y="0"/>
                  </a:moveTo>
                  <a:cubicBezTo>
                    <a:pt x="239" y="120"/>
                    <a:pt x="144" y="215"/>
                    <a:pt x="1" y="286"/>
                  </a:cubicBezTo>
                  <a:lnTo>
                    <a:pt x="1191" y="2429"/>
                  </a:lnTo>
                  <a:lnTo>
                    <a:pt x="1703" y="242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28"/>
            <p:cNvSpPr/>
            <p:nvPr/>
          </p:nvSpPr>
          <p:spPr>
            <a:xfrm>
              <a:off x="6271300" y="4385800"/>
              <a:ext cx="100350" cy="163725"/>
            </a:xfrm>
            <a:custGeom>
              <a:avLst/>
              <a:gdLst/>
              <a:ahLst/>
              <a:cxnLst/>
              <a:rect l="l" t="t" r="r" b="b"/>
              <a:pathLst>
                <a:path w="4014" h="6549" extrusionOk="0">
                  <a:moveTo>
                    <a:pt x="429" y="0"/>
                  </a:moveTo>
                  <a:cubicBezTo>
                    <a:pt x="298" y="60"/>
                    <a:pt x="144" y="107"/>
                    <a:pt x="1" y="131"/>
                  </a:cubicBezTo>
                  <a:lnTo>
                    <a:pt x="3585" y="6548"/>
                  </a:lnTo>
                  <a:cubicBezTo>
                    <a:pt x="3716" y="6477"/>
                    <a:pt x="3870" y="6429"/>
                    <a:pt x="4013" y="6406"/>
                  </a:cubicBezTo>
                  <a:lnTo>
                    <a:pt x="42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28"/>
            <p:cNvSpPr/>
            <p:nvPr/>
          </p:nvSpPr>
          <p:spPr>
            <a:xfrm>
              <a:off x="5772725" y="4454250"/>
              <a:ext cx="364950" cy="209875"/>
            </a:xfrm>
            <a:custGeom>
              <a:avLst/>
              <a:gdLst/>
              <a:ahLst/>
              <a:cxnLst/>
              <a:rect l="l" t="t" r="r" b="b"/>
              <a:pathLst>
                <a:path w="14598" h="8395" extrusionOk="0">
                  <a:moveTo>
                    <a:pt x="239" y="0"/>
                  </a:moveTo>
                  <a:cubicBezTo>
                    <a:pt x="179" y="155"/>
                    <a:pt x="108" y="286"/>
                    <a:pt x="1" y="393"/>
                  </a:cubicBezTo>
                  <a:lnTo>
                    <a:pt x="13705" y="8394"/>
                  </a:lnTo>
                  <a:lnTo>
                    <a:pt x="14598" y="8394"/>
                  </a:lnTo>
                  <a:lnTo>
                    <a:pt x="918" y="417"/>
                  </a:lnTo>
                  <a:lnTo>
                    <a:pt x="23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28"/>
            <p:cNvSpPr/>
            <p:nvPr/>
          </p:nvSpPr>
          <p:spPr>
            <a:xfrm>
              <a:off x="6341850" y="4544475"/>
              <a:ext cx="72350" cy="71050"/>
            </a:xfrm>
            <a:custGeom>
              <a:avLst/>
              <a:gdLst/>
              <a:ahLst/>
              <a:cxnLst/>
              <a:rect l="l" t="t" r="r" b="b"/>
              <a:pathLst>
                <a:path w="2894" h="2842" extrusionOk="0">
                  <a:moveTo>
                    <a:pt x="1417" y="1"/>
                  </a:moveTo>
                  <a:cubicBezTo>
                    <a:pt x="1338" y="1"/>
                    <a:pt x="1261" y="15"/>
                    <a:pt x="1179" y="23"/>
                  </a:cubicBezTo>
                  <a:cubicBezTo>
                    <a:pt x="1036" y="59"/>
                    <a:pt x="882" y="94"/>
                    <a:pt x="751" y="166"/>
                  </a:cubicBezTo>
                  <a:cubicBezTo>
                    <a:pt x="465" y="321"/>
                    <a:pt x="239" y="559"/>
                    <a:pt x="108" y="856"/>
                  </a:cubicBezTo>
                  <a:cubicBezTo>
                    <a:pt x="60" y="987"/>
                    <a:pt x="24" y="1142"/>
                    <a:pt x="1" y="1285"/>
                  </a:cubicBezTo>
                  <a:lnTo>
                    <a:pt x="1" y="1297"/>
                  </a:lnTo>
                  <a:lnTo>
                    <a:pt x="1" y="1464"/>
                  </a:lnTo>
                  <a:cubicBezTo>
                    <a:pt x="36" y="2178"/>
                    <a:pt x="584" y="2773"/>
                    <a:pt x="1298" y="2833"/>
                  </a:cubicBezTo>
                  <a:cubicBezTo>
                    <a:pt x="1351" y="2839"/>
                    <a:pt x="1403" y="2842"/>
                    <a:pt x="1455" y="2842"/>
                  </a:cubicBezTo>
                  <a:cubicBezTo>
                    <a:pt x="1707" y="2842"/>
                    <a:pt x="1946" y="2771"/>
                    <a:pt x="2144" y="2642"/>
                  </a:cubicBezTo>
                  <a:cubicBezTo>
                    <a:pt x="2287" y="2571"/>
                    <a:pt x="2382" y="2476"/>
                    <a:pt x="2489" y="2345"/>
                  </a:cubicBezTo>
                  <a:cubicBezTo>
                    <a:pt x="2584" y="2225"/>
                    <a:pt x="2656" y="2106"/>
                    <a:pt x="2715" y="1975"/>
                  </a:cubicBezTo>
                  <a:cubicBezTo>
                    <a:pt x="2775" y="1833"/>
                    <a:pt x="2799" y="1690"/>
                    <a:pt x="2822" y="1535"/>
                  </a:cubicBezTo>
                  <a:cubicBezTo>
                    <a:pt x="2894" y="761"/>
                    <a:pt x="2310" y="82"/>
                    <a:pt x="1525" y="11"/>
                  </a:cubicBezTo>
                  <a:cubicBezTo>
                    <a:pt x="1488" y="4"/>
                    <a:pt x="1452" y="1"/>
                    <a:pt x="141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28"/>
            <p:cNvSpPr/>
            <p:nvPr/>
          </p:nvSpPr>
          <p:spPr>
            <a:xfrm>
              <a:off x="6212375" y="4289200"/>
              <a:ext cx="100625" cy="100600"/>
            </a:xfrm>
            <a:custGeom>
              <a:avLst/>
              <a:gdLst/>
              <a:ahLst/>
              <a:cxnLst/>
              <a:rect l="l" t="t" r="r" b="b"/>
              <a:pathLst>
                <a:path w="4025" h="4024" extrusionOk="0">
                  <a:moveTo>
                    <a:pt x="2038" y="1"/>
                  </a:moveTo>
                  <a:cubicBezTo>
                    <a:pt x="1006" y="1"/>
                    <a:pt x="115" y="796"/>
                    <a:pt x="24" y="1840"/>
                  </a:cubicBezTo>
                  <a:cubicBezTo>
                    <a:pt x="0" y="1959"/>
                    <a:pt x="0" y="2078"/>
                    <a:pt x="24" y="2197"/>
                  </a:cubicBezTo>
                  <a:cubicBezTo>
                    <a:pt x="36" y="2352"/>
                    <a:pt x="60" y="2495"/>
                    <a:pt x="108" y="2626"/>
                  </a:cubicBezTo>
                  <a:cubicBezTo>
                    <a:pt x="358" y="3376"/>
                    <a:pt x="1036" y="3935"/>
                    <a:pt x="1846" y="4019"/>
                  </a:cubicBezTo>
                  <a:cubicBezTo>
                    <a:pt x="1890" y="4022"/>
                    <a:pt x="1934" y="4023"/>
                    <a:pt x="1978" y="4023"/>
                  </a:cubicBezTo>
                  <a:cubicBezTo>
                    <a:pt x="2107" y="4023"/>
                    <a:pt x="2230" y="4010"/>
                    <a:pt x="2346" y="3983"/>
                  </a:cubicBezTo>
                  <a:cubicBezTo>
                    <a:pt x="2501" y="3971"/>
                    <a:pt x="2655" y="3924"/>
                    <a:pt x="2786" y="3864"/>
                  </a:cubicBezTo>
                  <a:cubicBezTo>
                    <a:pt x="3417" y="3602"/>
                    <a:pt x="3894" y="3031"/>
                    <a:pt x="4013" y="2328"/>
                  </a:cubicBezTo>
                  <a:cubicBezTo>
                    <a:pt x="4013" y="2292"/>
                    <a:pt x="4025" y="2233"/>
                    <a:pt x="4025" y="2185"/>
                  </a:cubicBezTo>
                  <a:lnTo>
                    <a:pt x="4025" y="1899"/>
                  </a:lnTo>
                  <a:cubicBezTo>
                    <a:pt x="3989" y="1578"/>
                    <a:pt x="3906" y="1257"/>
                    <a:pt x="3739" y="995"/>
                  </a:cubicBezTo>
                  <a:cubicBezTo>
                    <a:pt x="3667" y="864"/>
                    <a:pt x="3572" y="745"/>
                    <a:pt x="3465" y="637"/>
                  </a:cubicBezTo>
                  <a:cubicBezTo>
                    <a:pt x="3144" y="292"/>
                    <a:pt x="2703" y="54"/>
                    <a:pt x="2191" y="6"/>
                  </a:cubicBezTo>
                  <a:cubicBezTo>
                    <a:pt x="2140" y="2"/>
                    <a:pt x="2089" y="1"/>
                    <a:pt x="2038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4115;p28"/>
            <p:cNvSpPr/>
            <p:nvPr/>
          </p:nvSpPr>
          <p:spPr>
            <a:xfrm>
              <a:off x="6886575" y="1575550"/>
              <a:ext cx="19050" cy="17950"/>
            </a:xfrm>
            <a:custGeom>
              <a:avLst/>
              <a:gdLst/>
              <a:ahLst/>
              <a:cxnLst/>
              <a:rect l="l" t="t" r="r" b="b"/>
              <a:pathLst>
                <a:path w="762" h="718" extrusionOk="0">
                  <a:moveTo>
                    <a:pt x="367" y="0"/>
                  </a:moveTo>
                  <a:cubicBezTo>
                    <a:pt x="308" y="0"/>
                    <a:pt x="251" y="22"/>
                    <a:pt x="202" y="51"/>
                  </a:cubicBezTo>
                  <a:cubicBezTo>
                    <a:pt x="95" y="111"/>
                    <a:pt x="36" y="206"/>
                    <a:pt x="24" y="325"/>
                  </a:cubicBezTo>
                  <a:cubicBezTo>
                    <a:pt x="0" y="539"/>
                    <a:pt x="155" y="706"/>
                    <a:pt x="345" y="718"/>
                  </a:cubicBezTo>
                  <a:cubicBezTo>
                    <a:pt x="405" y="718"/>
                    <a:pt x="464" y="706"/>
                    <a:pt x="512" y="682"/>
                  </a:cubicBezTo>
                  <a:cubicBezTo>
                    <a:pt x="631" y="646"/>
                    <a:pt x="714" y="539"/>
                    <a:pt x="738" y="384"/>
                  </a:cubicBezTo>
                  <a:cubicBezTo>
                    <a:pt x="762" y="194"/>
                    <a:pt x="595" y="15"/>
                    <a:pt x="405" y="3"/>
                  </a:cubicBezTo>
                  <a:cubicBezTo>
                    <a:pt x="392" y="1"/>
                    <a:pt x="380" y="0"/>
                    <a:pt x="36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28"/>
            <p:cNvSpPr/>
            <p:nvPr/>
          </p:nvSpPr>
          <p:spPr>
            <a:xfrm>
              <a:off x="6612725" y="2909675"/>
              <a:ext cx="36925" cy="36225"/>
            </a:xfrm>
            <a:custGeom>
              <a:avLst/>
              <a:gdLst/>
              <a:ahLst/>
              <a:cxnLst/>
              <a:rect l="l" t="t" r="r" b="b"/>
              <a:pathLst>
                <a:path w="1477" h="1449" extrusionOk="0">
                  <a:moveTo>
                    <a:pt x="765" y="1"/>
                  </a:moveTo>
                  <a:cubicBezTo>
                    <a:pt x="380" y="1"/>
                    <a:pt x="59" y="291"/>
                    <a:pt x="36" y="669"/>
                  </a:cubicBezTo>
                  <a:cubicBezTo>
                    <a:pt x="0" y="1074"/>
                    <a:pt x="298" y="1419"/>
                    <a:pt x="703" y="1443"/>
                  </a:cubicBezTo>
                  <a:cubicBezTo>
                    <a:pt x="732" y="1446"/>
                    <a:pt x="761" y="1448"/>
                    <a:pt x="790" y="1448"/>
                  </a:cubicBezTo>
                  <a:cubicBezTo>
                    <a:pt x="1039" y="1448"/>
                    <a:pt x="1252" y="1312"/>
                    <a:pt x="1369" y="1109"/>
                  </a:cubicBezTo>
                  <a:cubicBezTo>
                    <a:pt x="1429" y="1014"/>
                    <a:pt x="1465" y="907"/>
                    <a:pt x="1477" y="788"/>
                  </a:cubicBezTo>
                  <a:cubicBezTo>
                    <a:pt x="1477" y="752"/>
                    <a:pt x="1477" y="705"/>
                    <a:pt x="1465" y="657"/>
                  </a:cubicBezTo>
                  <a:lnTo>
                    <a:pt x="1465" y="645"/>
                  </a:lnTo>
                  <a:cubicBezTo>
                    <a:pt x="1417" y="312"/>
                    <a:pt x="1167" y="38"/>
                    <a:pt x="810" y="2"/>
                  </a:cubicBezTo>
                  <a:cubicBezTo>
                    <a:pt x="795" y="1"/>
                    <a:pt x="780" y="1"/>
                    <a:pt x="76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28"/>
            <p:cNvSpPr/>
            <p:nvPr/>
          </p:nvSpPr>
          <p:spPr>
            <a:xfrm>
              <a:off x="6607950" y="4033250"/>
              <a:ext cx="50925" cy="50550"/>
            </a:xfrm>
            <a:custGeom>
              <a:avLst/>
              <a:gdLst/>
              <a:ahLst/>
              <a:cxnLst/>
              <a:rect l="l" t="t" r="r" b="b"/>
              <a:pathLst>
                <a:path w="2037" h="2022" extrusionOk="0">
                  <a:moveTo>
                    <a:pt x="1019" y="1"/>
                  </a:moveTo>
                  <a:cubicBezTo>
                    <a:pt x="930" y="1"/>
                    <a:pt x="843" y="14"/>
                    <a:pt x="763" y="41"/>
                  </a:cubicBezTo>
                  <a:cubicBezTo>
                    <a:pt x="358" y="148"/>
                    <a:pt x="48" y="505"/>
                    <a:pt x="13" y="934"/>
                  </a:cubicBezTo>
                  <a:cubicBezTo>
                    <a:pt x="1" y="1124"/>
                    <a:pt x="25" y="1291"/>
                    <a:pt x="108" y="1458"/>
                  </a:cubicBezTo>
                  <a:cubicBezTo>
                    <a:pt x="179" y="1600"/>
                    <a:pt x="275" y="1720"/>
                    <a:pt x="394" y="1815"/>
                  </a:cubicBezTo>
                  <a:cubicBezTo>
                    <a:pt x="537" y="1934"/>
                    <a:pt x="727" y="2005"/>
                    <a:pt x="941" y="2017"/>
                  </a:cubicBezTo>
                  <a:cubicBezTo>
                    <a:pt x="969" y="2020"/>
                    <a:pt x="997" y="2021"/>
                    <a:pt x="1024" y="2021"/>
                  </a:cubicBezTo>
                  <a:cubicBezTo>
                    <a:pt x="1110" y="2021"/>
                    <a:pt x="1187" y="2006"/>
                    <a:pt x="1251" y="1970"/>
                  </a:cubicBezTo>
                  <a:cubicBezTo>
                    <a:pt x="1406" y="1946"/>
                    <a:pt x="1537" y="1874"/>
                    <a:pt x="1656" y="1779"/>
                  </a:cubicBezTo>
                  <a:cubicBezTo>
                    <a:pt x="1775" y="1696"/>
                    <a:pt x="1858" y="1589"/>
                    <a:pt x="1918" y="1470"/>
                  </a:cubicBezTo>
                  <a:cubicBezTo>
                    <a:pt x="1977" y="1350"/>
                    <a:pt x="2013" y="1219"/>
                    <a:pt x="2025" y="1077"/>
                  </a:cubicBezTo>
                  <a:cubicBezTo>
                    <a:pt x="2037" y="874"/>
                    <a:pt x="2001" y="660"/>
                    <a:pt x="1894" y="505"/>
                  </a:cubicBezTo>
                  <a:cubicBezTo>
                    <a:pt x="1799" y="362"/>
                    <a:pt x="1703" y="267"/>
                    <a:pt x="1584" y="172"/>
                  </a:cubicBezTo>
                  <a:cubicBezTo>
                    <a:pt x="1465" y="100"/>
                    <a:pt x="1346" y="53"/>
                    <a:pt x="1203" y="29"/>
                  </a:cubicBezTo>
                  <a:cubicBezTo>
                    <a:pt x="1179" y="29"/>
                    <a:pt x="1132" y="5"/>
                    <a:pt x="1108" y="5"/>
                  </a:cubicBezTo>
                  <a:cubicBezTo>
                    <a:pt x="1078" y="2"/>
                    <a:pt x="1049" y="1"/>
                    <a:pt x="1019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28"/>
            <p:cNvSpPr/>
            <p:nvPr/>
          </p:nvSpPr>
          <p:spPr>
            <a:xfrm>
              <a:off x="6996400" y="4166875"/>
              <a:ext cx="36325" cy="36000"/>
            </a:xfrm>
            <a:custGeom>
              <a:avLst/>
              <a:gdLst/>
              <a:ahLst/>
              <a:cxnLst/>
              <a:rect l="l" t="t" r="r" b="b"/>
              <a:pathLst>
                <a:path w="1453" h="1440" extrusionOk="0">
                  <a:moveTo>
                    <a:pt x="733" y="1"/>
                  </a:moveTo>
                  <a:cubicBezTo>
                    <a:pt x="700" y="1"/>
                    <a:pt x="671" y="6"/>
                    <a:pt x="631" y="6"/>
                  </a:cubicBezTo>
                  <a:cubicBezTo>
                    <a:pt x="465" y="18"/>
                    <a:pt x="334" y="101"/>
                    <a:pt x="227" y="196"/>
                  </a:cubicBezTo>
                  <a:cubicBezTo>
                    <a:pt x="119" y="304"/>
                    <a:pt x="60" y="423"/>
                    <a:pt x="36" y="577"/>
                  </a:cubicBezTo>
                  <a:cubicBezTo>
                    <a:pt x="36" y="601"/>
                    <a:pt x="12" y="613"/>
                    <a:pt x="12" y="649"/>
                  </a:cubicBezTo>
                  <a:cubicBezTo>
                    <a:pt x="0" y="780"/>
                    <a:pt x="36" y="899"/>
                    <a:pt x="84" y="1030"/>
                  </a:cubicBezTo>
                  <a:cubicBezTo>
                    <a:pt x="191" y="1256"/>
                    <a:pt x="405" y="1423"/>
                    <a:pt x="667" y="1435"/>
                  </a:cubicBezTo>
                  <a:cubicBezTo>
                    <a:pt x="696" y="1438"/>
                    <a:pt x="724" y="1440"/>
                    <a:pt x="752" y="1440"/>
                  </a:cubicBezTo>
                  <a:cubicBezTo>
                    <a:pt x="1119" y="1440"/>
                    <a:pt x="1419" y="1156"/>
                    <a:pt x="1441" y="780"/>
                  </a:cubicBezTo>
                  <a:cubicBezTo>
                    <a:pt x="1453" y="399"/>
                    <a:pt x="1155" y="42"/>
                    <a:pt x="786" y="6"/>
                  </a:cubicBezTo>
                  <a:cubicBezTo>
                    <a:pt x="766" y="2"/>
                    <a:pt x="749" y="1"/>
                    <a:pt x="73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28"/>
            <p:cNvSpPr/>
            <p:nvPr/>
          </p:nvSpPr>
          <p:spPr>
            <a:xfrm>
              <a:off x="6710350" y="4394000"/>
              <a:ext cx="37225" cy="35950"/>
            </a:xfrm>
            <a:custGeom>
              <a:avLst/>
              <a:gdLst/>
              <a:ahLst/>
              <a:cxnLst/>
              <a:rect l="l" t="t" r="r" b="b"/>
              <a:pathLst>
                <a:path w="1489" h="1438" extrusionOk="0">
                  <a:moveTo>
                    <a:pt x="737" y="0"/>
                  </a:moveTo>
                  <a:cubicBezTo>
                    <a:pt x="370" y="0"/>
                    <a:pt x="70" y="284"/>
                    <a:pt x="48" y="660"/>
                  </a:cubicBezTo>
                  <a:cubicBezTo>
                    <a:pt x="1" y="1053"/>
                    <a:pt x="298" y="1398"/>
                    <a:pt x="703" y="1434"/>
                  </a:cubicBezTo>
                  <a:cubicBezTo>
                    <a:pt x="724" y="1436"/>
                    <a:pt x="746" y="1437"/>
                    <a:pt x="767" y="1437"/>
                  </a:cubicBezTo>
                  <a:cubicBezTo>
                    <a:pt x="1133" y="1437"/>
                    <a:pt x="1443" y="1151"/>
                    <a:pt x="1477" y="779"/>
                  </a:cubicBezTo>
                  <a:cubicBezTo>
                    <a:pt x="1489" y="386"/>
                    <a:pt x="1203" y="41"/>
                    <a:pt x="822" y="5"/>
                  </a:cubicBezTo>
                  <a:cubicBezTo>
                    <a:pt x="793" y="2"/>
                    <a:pt x="765" y="0"/>
                    <a:pt x="73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28"/>
            <p:cNvSpPr/>
            <p:nvPr/>
          </p:nvSpPr>
          <p:spPr>
            <a:xfrm>
              <a:off x="6609750" y="3484075"/>
              <a:ext cx="35725" cy="35675"/>
            </a:xfrm>
            <a:custGeom>
              <a:avLst/>
              <a:gdLst/>
              <a:ahLst/>
              <a:cxnLst/>
              <a:rect l="l" t="t" r="r" b="b"/>
              <a:pathLst>
                <a:path w="1429" h="1427" extrusionOk="0">
                  <a:moveTo>
                    <a:pt x="700" y="1"/>
                  </a:moveTo>
                  <a:cubicBezTo>
                    <a:pt x="418" y="1"/>
                    <a:pt x="158" y="184"/>
                    <a:pt x="60" y="458"/>
                  </a:cubicBezTo>
                  <a:cubicBezTo>
                    <a:pt x="48" y="517"/>
                    <a:pt x="24" y="577"/>
                    <a:pt x="24" y="648"/>
                  </a:cubicBezTo>
                  <a:cubicBezTo>
                    <a:pt x="0" y="755"/>
                    <a:pt x="36" y="850"/>
                    <a:pt x="60" y="958"/>
                  </a:cubicBezTo>
                  <a:cubicBezTo>
                    <a:pt x="84" y="993"/>
                    <a:pt x="84" y="1005"/>
                    <a:pt x="95" y="1041"/>
                  </a:cubicBezTo>
                  <a:cubicBezTo>
                    <a:pt x="155" y="1172"/>
                    <a:pt x="274" y="1279"/>
                    <a:pt x="405" y="1350"/>
                  </a:cubicBezTo>
                  <a:cubicBezTo>
                    <a:pt x="417" y="1362"/>
                    <a:pt x="453" y="1362"/>
                    <a:pt x="465" y="1374"/>
                  </a:cubicBezTo>
                  <a:cubicBezTo>
                    <a:pt x="524" y="1398"/>
                    <a:pt x="584" y="1422"/>
                    <a:pt x="655" y="1422"/>
                  </a:cubicBezTo>
                  <a:cubicBezTo>
                    <a:pt x="683" y="1425"/>
                    <a:pt x="710" y="1427"/>
                    <a:pt x="736" y="1427"/>
                  </a:cubicBezTo>
                  <a:cubicBezTo>
                    <a:pt x="799" y="1427"/>
                    <a:pt x="858" y="1418"/>
                    <a:pt x="917" y="1410"/>
                  </a:cubicBezTo>
                  <a:cubicBezTo>
                    <a:pt x="1036" y="1374"/>
                    <a:pt x="1155" y="1315"/>
                    <a:pt x="1227" y="1243"/>
                  </a:cubicBezTo>
                  <a:lnTo>
                    <a:pt x="1238" y="1231"/>
                  </a:lnTo>
                  <a:cubicBezTo>
                    <a:pt x="1346" y="1112"/>
                    <a:pt x="1417" y="958"/>
                    <a:pt x="1429" y="779"/>
                  </a:cubicBezTo>
                  <a:cubicBezTo>
                    <a:pt x="1429" y="684"/>
                    <a:pt x="1429" y="600"/>
                    <a:pt x="1405" y="517"/>
                  </a:cubicBezTo>
                  <a:cubicBezTo>
                    <a:pt x="1358" y="362"/>
                    <a:pt x="1262" y="231"/>
                    <a:pt x="1143" y="148"/>
                  </a:cubicBezTo>
                  <a:cubicBezTo>
                    <a:pt x="1048" y="65"/>
                    <a:pt x="917" y="29"/>
                    <a:pt x="774" y="5"/>
                  </a:cubicBezTo>
                  <a:cubicBezTo>
                    <a:pt x="749" y="2"/>
                    <a:pt x="724" y="1"/>
                    <a:pt x="70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28"/>
            <p:cNvSpPr/>
            <p:nvPr/>
          </p:nvSpPr>
          <p:spPr>
            <a:xfrm>
              <a:off x="7027050" y="3205875"/>
              <a:ext cx="8950" cy="31275"/>
            </a:xfrm>
            <a:custGeom>
              <a:avLst/>
              <a:gdLst/>
              <a:ahLst/>
              <a:cxnLst/>
              <a:rect l="l" t="t" r="r" b="b"/>
              <a:pathLst>
                <a:path w="358" h="1251" extrusionOk="0">
                  <a:moveTo>
                    <a:pt x="358" y="1"/>
                  </a:moveTo>
                  <a:cubicBezTo>
                    <a:pt x="334" y="25"/>
                    <a:pt x="310" y="36"/>
                    <a:pt x="298" y="48"/>
                  </a:cubicBezTo>
                  <a:cubicBezTo>
                    <a:pt x="132" y="167"/>
                    <a:pt x="13" y="346"/>
                    <a:pt x="1" y="572"/>
                  </a:cubicBezTo>
                  <a:cubicBezTo>
                    <a:pt x="1" y="656"/>
                    <a:pt x="1" y="751"/>
                    <a:pt x="25" y="834"/>
                  </a:cubicBezTo>
                  <a:cubicBezTo>
                    <a:pt x="72" y="989"/>
                    <a:pt x="179" y="1108"/>
                    <a:pt x="275" y="1215"/>
                  </a:cubicBezTo>
                  <a:cubicBezTo>
                    <a:pt x="310" y="1227"/>
                    <a:pt x="322" y="1239"/>
                    <a:pt x="358" y="1251"/>
                  </a:cubicBezTo>
                  <a:lnTo>
                    <a:pt x="358" y="1"/>
                  </a:ln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28"/>
            <p:cNvSpPr/>
            <p:nvPr/>
          </p:nvSpPr>
          <p:spPr>
            <a:xfrm>
              <a:off x="6923175" y="1659900"/>
              <a:ext cx="35750" cy="35150"/>
            </a:xfrm>
            <a:custGeom>
              <a:avLst/>
              <a:gdLst/>
              <a:ahLst/>
              <a:cxnLst/>
              <a:rect l="l" t="t" r="r" b="b"/>
              <a:pathLst>
                <a:path w="1430" h="1406" extrusionOk="0">
                  <a:moveTo>
                    <a:pt x="681" y="1"/>
                  </a:moveTo>
                  <a:cubicBezTo>
                    <a:pt x="607" y="1"/>
                    <a:pt x="536" y="18"/>
                    <a:pt x="477" y="35"/>
                  </a:cubicBezTo>
                  <a:cubicBezTo>
                    <a:pt x="227" y="130"/>
                    <a:pt x="24" y="344"/>
                    <a:pt x="12" y="642"/>
                  </a:cubicBezTo>
                  <a:cubicBezTo>
                    <a:pt x="0" y="844"/>
                    <a:pt x="60" y="1035"/>
                    <a:pt x="179" y="1166"/>
                  </a:cubicBezTo>
                  <a:cubicBezTo>
                    <a:pt x="262" y="1285"/>
                    <a:pt x="405" y="1356"/>
                    <a:pt x="548" y="1392"/>
                  </a:cubicBezTo>
                  <a:cubicBezTo>
                    <a:pt x="584" y="1392"/>
                    <a:pt x="608" y="1404"/>
                    <a:pt x="655" y="1404"/>
                  </a:cubicBezTo>
                  <a:cubicBezTo>
                    <a:pt x="677" y="1405"/>
                    <a:pt x="698" y="1406"/>
                    <a:pt x="720" y="1406"/>
                  </a:cubicBezTo>
                  <a:cubicBezTo>
                    <a:pt x="874" y="1406"/>
                    <a:pt x="1016" y="1367"/>
                    <a:pt x="1132" y="1273"/>
                  </a:cubicBezTo>
                  <a:cubicBezTo>
                    <a:pt x="1263" y="1178"/>
                    <a:pt x="1370" y="1023"/>
                    <a:pt x="1394" y="844"/>
                  </a:cubicBezTo>
                  <a:cubicBezTo>
                    <a:pt x="1394" y="820"/>
                    <a:pt x="1417" y="797"/>
                    <a:pt x="1417" y="761"/>
                  </a:cubicBezTo>
                  <a:cubicBezTo>
                    <a:pt x="1429" y="546"/>
                    <a:pt x="1334" y="332"/>
                    <a:pt x="1191" y="189"/>
                  </a:cubicBezTo>
                  <a:cubicBezTo>
                    <a:pt x="1132" y="130"/>
                    <a:pt x="1060" y="82"/>
                    <a:pt x="977" y="46"/>
                  </a:cubicBezTo>
                  <a:cubicBezTo>
                    <a:pt x="917" y="35"/>
                    <a:pt x="846" y="11"/>
                    <a:pt x="774" y="11"/>
                  </a:cubicBezTo>
                  <a:cubicBezTo>
                    <a:pt x="743" y="4"/>
                    <a:pt x="712" y="1"/>
                    <a:pt x="681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28"/>
            <p:cNvSpPr/>
            <p:nvPr/>
          </p:nvSpPr>
          <p:spPr>
            <a:xfrm>
              <a:off x="6526400" y="2260750"/>
              <a:ext cx="36625" cy="35900"/>
            </a:xfrm>
            <a:custGeom>
              <a:avLst/>
              <a:gdLst/>
              <a:ahLst/>
              <a:cxnLst/>
              <a:rect l="l" t="t" r="r" b="b"/>
              <a:pathLst>
                <a:path w="1465" h="1436" extrusionOk="0">
                  <a:moveTo>
                    <a:pt x="756" y="1"/>
                  </a:moveTo>
                  <a:cubicBezTo>
                    <a:pt x="382" y="1"/>
                    <a:pt x="82" y="287"/>
                    <a:pt x="48" y="658"/>
                  </a:cubicBezTo>
                  <a:cubicBezTo>
                    <a:pt x="0" y="1063"/>
                    <a:pt x="298" y="1408"/>
                    <a:pt x="703" y="1432"/>
                  </a:cubicBezTo>
                  <a:cubicBezTo>
                    <a:pt x="727" y="1435"/>
                    <a:pt x="751" y="1436"/>
                    <a:pt x="775" y="1436"/>
                  </a:cubicBezTo>
                  <a:cubicBezTo>
                    <a:pt x="986" y="1436"/>
                    <a:pt x="1182" y="1343"/>
                    <a:pt x="1310" y="1182"/>
                  </a:cubicBezTo>
                  <a:cubicBezTo>
                    <a:pt x="1405" y="1075"/>
                    <a:pt x="1465" y="944"/>
                    <a:pt x="1465" y="765"/>
                  </a:cubicBezTo>
                  <a:lnTo>
                    <a:pt x="1465" y="754"/>
                  </a:lnTo>
                  <a:lnTo>
                    <a:pt x="1465" y="682"/>
                  </a:lnTo>
                  <a:cubicBezTo>
                    <a:pt x="1453" y="515"/>
                    <a:pt x="1393" y="384"/>
                    <a:pt x="1298" y="265"/>
                  </a:cubicBezTo>
                  <a:cubicBezTo>
                    <a:pt x="1179" y="123"/>
                    <a:pt x="1012" y="27"/>
                    <a:pt x="822" y="3"/>
                  </a:cubicBezTo>
                  <a:cubicBezTo>
                    <a:pt x="800" y="2"/>
                    <a:pt x="778" y="1"/>
                    <a:pt x="75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28"/>
            <p:cNvSpPr/>
            <p:nvPr/>
          </p:nvSpPr>
          <p:spPr>
            <a:xfrm>
              <a:off x="5728375" y="4421425"/>
              <a:ext cx="51825" cy="50475"/>
            </a:xfrm>
            <a:custGeom>
              <a:avLst/>
              <a:gdLst/>
              <a:ahLst/>
              <a:cxnLst/>
              <a:rect l="l" t="t" r="r" b="b"/>
              <a:pathLst>
                <a:path w="2073" h="2019" extrusionOk="0">
                  <a:moveTo>
                    <a:pt x="1045" y="0"/>
                  </a:moveTo>
                  <a:cubicBezTo>
                    <a:pt x="521" y="0"/>
                    <a:pt x="71" y="402"/>
                    <a:pt x="48" y="932"/>
                  </a:cubicBezTo>
                  <a:cubicBezTo>
                    <a:pt x="1" y="1492"/>
                    <a:pt x="418" y="1980"/>
                    <a:pt x="965" y="2016"/>
                  </a:cubicBezTo>
                  <a:cubicBezTo>
                    <a:pt x="992" y="2018"/>
                    <a:pt x="1019" y="2019"/>
                    <a:pt x="1046" y="2019"/>
                  </a:cubicBezTo>
                  <a:cubicBezTo>
                    <a:pt x="1333" y="2019"/>
                    <a:pt x="1579" y="1903"/>
                    <a:pt x="1775" y="1718"/>
                  </a:cubicBezTo>
                  <a:cubicBezTo>
                    <a:pt x="1870" y="1611"/>
                    <a:pt x="1965" y="1480"/>
                    <a:pt x="2013" y="1325"/>
                  </a:cubicBezTo>
                  <a:cubicBezTo>
                    <a:pt x="2037" y="1266"/>
                    <a:pt x="2037" y="1194"/>
                    <a:pt x="2061" y="1135"/>
                  </a:cubicBezTo>
                  <a:lnTo>
                    <a:pt x="2061" y="1123"/>
                  </a:lnTo>
                  <a:lnTo>
                    <a:pt x="2061" y="1075"/>
                  </a:lnTo>
                  <a:cubicBezTo>
                    <a:pt x="2072" y="944"/>
                    <a:pt x="2061" y="813"/>
                    <a:pt x="2013" y="671"/>
                  </a:cubicBezTo>
                  <a:cubicBezTo>
                    <a:pt x="1977" y="599"/>
                    <a:pt x="1942" y="528"/>
                    <a:pt x="1894" y="456"/>
                  </a:cubicBezTo>
                  <a:cubicBezTo>
                    <a:pt x="1822" y="337"/>
                    <a:pt x="1703" y="218"/>
                    <a:pt x="1561" y="135"/>
                  </a:cubicBezTo>
                  <a:cubicBezTo>
                    <a:pt x="1430" y="63"/>
                    <a:pt x="1275" y="16"/>
                    <a:pt x="1132" y="4"/>
                  </a:cubicBezTo>
                  <a:cubicBezTo>
                    <a:pt x="1103" y="1"/>
                    <a:pt x="1074" y="0"/>
                    <a:pt x="1045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28"/>
            <p:cNvSpPr/>
            <p:nvPr/>
          </p:nvSpPr>
          <p:spPr>
            <a:xfrm>
              <a:off x="6710950" y="4235475"/>
              <a:ext cx="20850" cy="20600"/>
            </a:xfrm>
            <a:custGeom>
              <a:avLst/>
              <a:gdLst/>
              <a:ahLst/>
              <a:cxnLst/>
              <a:rect l="l" t="t" r="r" b="b"/>
              <a:pathLst>
                <a:path w="834" h="824" extrusionOk="0">
                  <a:moveTo>
                    <a:pt x="405" y="0"/>
                  </a:moveTo>
                  <a:cubicBezTo>
                    <a:pt x="203" y="0"/>
                    <a:pt x="24" y="155"/>
                    <a:pt x="0" y="369"/>
                  </a:cubicBezTo>
                  <a:lnTo>
                    <a:pt x="0" y="417"/>
                  </a:lnTo>
                  <a:cubicBezTo>
                    <a:pt x="24" y="608"/>
                    <a:pt x="143" y="762"/>
                    <a:pt x="322" y="810"/>
                  </a:cubicBezTo>
                  <a:cubicBezTo>
                    <a:pt x="334" y="822"/>
                    <a:pt x="358" y="822"/>
                    <a:pt x="381" y="822"/>
                  </a:cubicBezTo>
                  <a:cubicBezTo>
                    <a:pt x="394" y="823"/>
                    <a:pt x="406" y="824"/>
                    <a:pt x="418" y="824"/>
                  </a:cubicBezTo>
                  <a:cubicBezTo>
                    <a:pt x="520" y="824"/>
                    <a:pt x="604" y="780"/>
                    <a:pt x="679" y="727"/>
                  </a:cubicBezTo>
                  <a:cubicBezTo>
                    <a:pt x="703" y="703"/>
                    <a:pt x="739" y="667"/>
                    <a:pt x="750" y="643"/>
                  </a:cubicBezTo>
                  <a:cubicBezTo>
                    <a:pt x="798" y="584"/>
                    <a:pt x="822" y="524"/>
                    <a:pt x="822" y="453"/>
                  </a:cubicBezTo>
                  <a:cubicBezTo>
                    <a:pt x="834" y="227"/>
                    <a:pt x="679" y="36"/>
                    <a:pt x="453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28"/>
            <p:cNvSpPr/>
            <p:nvPr/>
          </p:nvSpPr>
          <p:spPr>
            <a:xfrm>
              <a:off x="6828225" y="3855375"/>
              <a:ext cx="21150" cy="20450"/>
            </a:xfrm>
            <a:custGeom>
              <a:avLst/>
              <a:gdLst/>
              <a:ahLst/>
              <a:cxnLst/>
              <a:rect l="l" t="t" r="r" b="b"/>
              <a:pathLst>
                <a:path w="846" h="818" extrusionOk="0">
                  <a:moveTo>
                    <a:pt x="465" y="0"/>
                  </a:moveTo>
                  <a:cubicBezTo>
                    <a:pt x="393" y="0"/>
                    <a:pt x="334" y="12"/>
                    <a:pt x="274" y="24"/>
                  </a:cubicBezTo>
                  <a:lnTo>
                    <a:pt x="250" y="24"/>
                  </a:lnTo>
                  <a:cubicBezTo>
                    <a:pt x="119" y="83"/>
                    <a:pt x="36" y="203"/>
                    <a:pt x="12" y="369"/>
                  </a:cubicBezTo>
                  <a:cubicBezTo>
                    <a:pt x="0" y="429"/>
                    <a:pt x="12" y="488"/>
                    <a:pt x="36" y="536"/>
                  </a:cubicBezTo>
                  <a:cubicBezTo>
                    <a:pt x="60" y="595"/>
                    <a:pt x="96" y="631"/>
                    <a:pt x="119" y="679"/>
                  </a:cubicBezTo>
                  <a:cubicBezTo>
                    <a:pt x="191" y="774"/>
                    <a:pt x="286" y="810"/>
                    <a:pt x="369" y="810"/>
                  </a:cubicBezTo>
                  <a:cubicBezTo>
                    <a:pt x="392" y="815"/>
                    <a:pt x="415" y="817"/>
                    <a:pt x="438" y="817"/>
                  </a:cubicBezTo>
                  <a:cubicBezTo>
                    <a:pt x="521" y="817"/>
                    <a:pt x="599" y="785"/>
                    <a:pt x="655" y="738"/>
                  </a:cubicBezTo>
                  <a:cubicBezTo>
                    <a:pt x="762" y="679"/>
                    <a:pt x="822" y="572"/>
                    <a:pt x="834" y="441"/>
                  </a:cubicBezTo>
                  <a:cubicBezTo>
                    <a:pt x="846" y="357"/>
                    <a:pt x="822" y="250"/>
                    <a:pt x="762" y="179"/>
                  </a:cubicBezTo>
                  <a:cubicBezTo>
                    <a:pt x="703" y="72"/>
                    <a:pt x="596" y="12"/>
                    <a:pt x="465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4127;p28"/>
            <p:cNvSpPr/>
            <p:nvPr/>
          </p:nvSpPr>
          <p:spPr>
            <a:xfrm>
              <a:off x="6930325" y="4028600"/>
              <a:ext cx="21450" cy="20575"/>
            </a:xfrm>
            <a:custGeom>
              <a:avLst/>
              <a:gdLst/>
              <a:ahLst/>
              <a:cxnLst/>
              <a:rect l="l" t="t" r="r" b="b"/>
              <a:pathLst>
                <a:path w="858" h="823" extrusionOk="0">
                  <a:moveTo>
                    <a:pt x="476" y="1"/>
                  </a:moveTo>
                  <a:cubicBezTo>
                    <a:pt x="357" y="1"/>
                    <a:pt x="250" y="36"/>
                    <a:pt x="179" y="96"/>
                  </a:cubicBezTo>
                  <a:cubicBezTo>
                    <a:pt x="84" y="155"/>
                    <a:pt x="24" y="251"/>
                    <a:pt x="12" y="370"/>
                  </a:cubicBezTo>
                  <a:cubicBezTo>
                    <a:pt x="0" y="608"/>
                    <a:pt x="143" y="810"/>
                    <a:pt x="381" y="822"/>
                  </a:cubicBezTo>
                  <a:cubicBezTo>
                    <a:pt x="453" y="822"/>
                    <a:pt x="512" y="810"/>
                    <a:pt x="572" y="786"/>
                  </a:cubicBezTo>
                  <a:cubicBezTo>
                    <a:pt x="727" y="751"/>
                    <a:pt x="834" y="608"/>
                    <a:pt x="846" y="453"/>
                  </a:cubicBezTo>
                  <a:cubicBezTo>
                    <a:pt x="857" y="215"/>
                    <a:pt x="679" y="12"/>
                    <a:pt x="47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8" name="Google Shape;4128;p28"/>
            <p:cNvSpPr/>
            <p:nvPr/>
          </p:nvSpPr>
          <p:spPr>
            <a:xfrm>
              <a:off x="6984800" y="3178775"/>
              <a:ext cx="21450" cy="20600"/>
            </a:xfrm>
            <a:custGeom>
              <a:avLst/>
              <a:gdLst/>
              <a:ahLst/>
              <a:cxnLst/>
              <a:rect l="l" t="t" r="r" b="b"/>
              <a:pathLst>
                <a:path w="858" h="824" extrusionOk="0">
                  <a:moveTo>
                    <a:pt x="440" y="1"/>
                  </a:moveTo>
                  <a:cubicBezTo>
                    <a:pt x="225" y="1"/>
                    <a:pt x="47" y="152"/>
                    <a:pt x="24" y="370"/>
                  </a:cubicBezTo>
                  <a:cubicBezTo>
                    <a:pt x="0" y="608"/>
                    <a:pt x="155" y="799"/>
                    <a:pt x="393" y="823"/>
                  </a:cubicBezTo>
                  <a:cubicBezTo>
                    <a:pt x="402" y="823"/>
                    <a:pt x="411" y="823"/>
                    <a:pt x="420" y="823"/>
                  </a:cubicBezTo>
                  <a:cubicBezTo>
                    <a:pt x="646" y="823"/>
                    <a:pt x="822" y="682"/>
                    <a:pt x="834" y="442"/>
                  </a:cubicBezTo>
                  <a:cubicBezTo>
                    <a:pt x="857" y="204"/>
                    <a:pt x="703" y="13"/>
                    <a:pt x="464" y="1"/>
                  </a:cubicBezTo>
                  <a:cubicBezTo>
                    <a:pt x="456" y="1"/>
                    <a:pt x="448" y="1"/>
                    <a:pt x="44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4129;p28"/>
            <p:cNvSpPr/>
            <p:nvPr/>
          </p:nvSpPr>
          <p:spPr>
            <a:xfrm>
              <a:off x="6950250" y="2089625"/>
              <a:ext cx="20875" cy="20600"/>
            </a:xfrm>
            <a:custGeom>
              <a:avLst/>
              <a:gdLst/>
              <a:ahLst/>
              <a:cxnLst/>
              <a:rect l="l" t="t" r="r" b="b"/>
              <a:pathLst>
                <a:path w="835" h="824" extrusionOk="0">
                  <a:moveTo>
                    <a:pt x="410" y="1"/>
                  </a:moveTo>
                  <a:cubicBezTo>
                    <a:pt x="287" y="1"/>
                    <a:pt x="183" y="47"/>
                    <a:pt x="108" y="121"/>
                  </a:cubicBezTo>
                  <a:cubicBezTo>
                    <a:pt x="49" y="205"/>
                    <a:pt x="1" y="276"/>
                    <a:pt x="1" y="383"/>
                  </a:cubicBezTo>
                  <a:lnTo>
                    <a:pt x="1" y="419"/>
                  </a:lnTo>
                  <a:cubicBezTo>
                    <a:pt x="1" y="574"/>
                    <a:pt x="72" y="693"/>
                    <a:pt x="191" y="764"/>
                  </a:cubicBezTo>
                  <a:cubicBezTo>
                    <a:pt x="239" y="800"/>
                    <a:pt x="299" y="824"/>
                    <a:pt x="370" y="824"/>
                  </a:cubicBezTo>
                  <a:cubicBezTo>
                    <a:pt x="441" y="824"/>
                    <a:pt x="525" y="812"/>
                    <a:pt x="584" y="776"/>
                  </a:cubicBezTo>
                  <a:cubicBezTo>
                    <a:pt x="692" y="741"/>
                    <a:pt x="751" y="657"/>
                    <a:pt x="787" y="574"/>
                  </a:cubicBezTo>
                  <a:cubicBezTo>
                    <a:pt x="811" y="538"/>
                    <a:pt x="822" y="502"/>
                    <a:pt x="822" y="455"/>
                  </a:cubicBezTo>
                  <a:cubicBezTo>
                    <a:pt x="834" y="324"/>
                    <a:pt x="787" y="217"/>
                    <a:pt x="703" y="121"/>
                  </a:cubicBezTo>
                  <a:cubicBezTo>
                    <a:pt x="656" y="98"/>
                    <a:pt x="608" y="50"/>
                    <a:pt x="549" y="38"/>
                  </a:cubicBezTo>
                  <a:cubicBezTo>
                    <a:pt x="525" y="26"/>
                    <a:pt x="489" y="2"/>
                    <a:pt x="453" y="2"/>
                  </a:cubicBezTo>
                  <a:cubicBezTo>
                    <a:pt x="439" y="1"/>
                    <a:pt x="424" y="1"/>
                    <a:pt x="41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28"/>
            <p:cNvSpPr/>
            <p:nvPr/>
          </p:nvSpPr>
          <p:spPr>
            <a:xfrm>
              <a:off x="6882700" y="3304975"/>
              <a:ext cx="21450" cy="20600"/>
            </a:xfrm>
            <a:custGeom>
              <a:avLst/>
              <a:gdLst/>
              <a:ahLst/>
              <a:cxnLst/>
              <a:rect l="l" t="t" r="r" b="b"/>
              <a:pathLst>
                <a:path w="858" h="824" extrusionOk="0">
                  <a:moveTo>
                    <a:pt x="425" y="1"/>
                  </a:moveTo>
                  <a:cubicBezTo>
                    <a:pt x="200" y="1"/>
                    <a:pt x="24" y="142"/>
                    <a:pt x="12" y="371"/>
                  </a:cubicBezTo>
                  <a:cubicBezTo>
                    <a:pt x="0" y="490"/>
                    <a:pt x="36" y="597"/>
                    <a:pt x="119" y="680"/>
                  </a:cubicBezTo>
                  <a:cubicBezTo>
                    <a:pt x="179" y="764"/>
                    <a:pt x="274" y="799"/>
                    <a:pt x="381" y="823"/>
                  </a:cubicBezTo>
                  <a:cubicBezTo>
                    <a:pt x="391" y="824"/>
                    <a:pt x="400" y="824"/>
                    <a:pt x="410" y="824"/>
                  </a:cubicBezTo>
                  <a:cubicBezTo>
                    <a:pt x="623" y="824"/>
                    <a:pt x="799" y="694"/>
                    <a:pt x="834" y="478"/>
                  </a:cubicBezTo>
                  <a:lnTo>
                    <a:pt x="834" y="442"/>
                  </a:lnTo>
                  <a:cubicBezTo>
                    <a:pt x="857" y="252"/>
                    <a:pt x="727" y="61"/>
                    <a:pt x="512" y="13"/>
                  </a:cubicBezTo>
                  <a:cubicBezTo>
                    <a:pt x="500" y="2"/>
                    <a:pt x="476" y="2"/>
                    <a:pt x="453" y="2"/>
                  </a:cubicBezTo>
                  <a:cubicBezTo>
                    <a:pt x="443" y="1"/>
                    <a:pt x="434" y="1"/>
                    <a:pt x="42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28"/>
            <p:cNvSpPr/>
            <p:nvPr/>
          </p:nvSpPr>
          <p:spPr>
            <a:xfrm>
              <a:off x="6801125" y="3180575"/>
              <a:ext cx="21475" cy="20600"/>
            </a:xfrm>
            <a:custGeom>
              <a:avLst/>
              <a:gdLst/>
              <a:ahLst/>
              <a:cxnLst/>
              <a:rect l="l" t="t" r="r" b="b"/>
              <a:pathLst>
                <a:path w="859" h="824" extrusionOk="0">
                  <a:moveTo>
                    <a:pt x="418" y="1"/>
                  </a:moveTo>
                  <a:cubicBezTo>
                    <a:pt x="203" y="1"/>
                    <a:pt x="25" y="155"/>
                    <a:pt x="13" y="370"/>
                  </a:cubicBezTo>
                  <a:cubicBezTo>
                    <a:pt x="1" y="620"/>
                    <a:pt x="144" y="810"/>
                    <a:pt x="382" y="822"/>
                  </a:cubicBezTo>
                  <a:cubicBezTo>
                    <a:pt x="392" y="823"/>
                    <a:pt x="402" y="823"/>
                    <a:pt x="412" y="823"/>
                  </a:cubicBezTo>
                  <a:cubicBezTo>
                    <a:pt x="579" y="823"/>
                    <a:pt x="731" y="730"/>
                    <a:pt x="799" y="572"/>
                  </a:cubicBezTo>
                  <a:cubicBezTo>
                    <a:pt x="822" y="536"/>
                    <a:pt x="834" y="489"/>
                    <a:pt x="834" y="453"/>
                  </a:cubicBezTo>
                  <a:cubicBezTo>
                    <a:pt x="858" y="227"/>
                    <a:pt x="703" y="25"/>
                    <a:pt x="46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32" name="Google Shape;4132;p28"/>
          <p:cNvGrpSpPr/>
          <p:nvPr/>
        </p:nvGrpSpPr>
        <p:grpSpPr>
          <a:xfrm flipH="1">
            <a:off x="266" y="51528"/>
            <a:ext cx="1978228" cy="4794296"/>
            <a:chOff x="5728375" y="1492875"/>
            <a:chExt cx="1308525" cy="3171250"/>
          </a:xfrm>
        </p:grpSpPr>
        <p:sp>
          <p:nvSpPr>
            <p:cNvPr id="4133" name="Google Shape;4133;p28"/>
            <p:cNvSpPr/>
            <p:nvPr/>
          </p:nvSpPr>
          <p:spPr>
            <a:xfrm>
              <a:off x="6942225" y="2835900"/>
              <a:ext cx="625" cy="925"/>
            </a:xfrm>
            <a:custGeom>
              <a:avLst/>
              <a:gdLst/>
              <a:ahLst/>
              <a:cxnLst/>
              <a:rect l="l" t="t" r="r" b="b"/>
              <a:pathLst>
                <a:path w="25" h="37" extrusionOk="0">
                  <a:moveTo>
                    <a:pt x="24" y="0"/>
                  </a:moveTo>
                  <a:lnTo>
                    <a:pt x="24" y="0"/>
                  </a:lnTo>
                  <a:cubicBezTo>
                    <a:pt x="12" y="12"/>
                    <a:pt x="12" y="24"/>
                    <a:pt x="0" y="36"/>
                  </a:cubicBezTo>
                  <a:cubicBezTo>
                    <a:pt x="12" y="36"/>
                    <a:pt x="12" y="24"/>
                    <a:pt x="2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28"/>
            <p:cNvSpPr/>
            <p:nvPr/>
          </p:nvSpPr>
          <p:spPr>
            <a:xfrm>
              <a:off x="6942225" y="2836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28"/>
            <p:cNvSpPr/>
            <p:nvPr/>
          </p:nvSpPr>
          <p:spPr>
            <a:xfrm>
              <a:off x="6945500" y="2844825"/>
              <a:ext cx="42300" cy="133375"/>
            </a:xfrm>
            <a:custGeom>
              <a:avLst/>
              <a:gdLst/>
              <a:ahLst/>
              <a:cxnLst/>
              <a:rect l="l" t="t" r="r" b="b"/>
              <a:pathLst>
                <a:path w="1692" h="5335" extrusionOk="0">
                  <a:moveTo>
                    <a:pt x="346" y="0"/>
                  </a:moveTo>
                  <a:lnTo>
                    <a:pt x="203" y="12"/>
                  </a:lnTo>
                  <a:lnTo>
                    <a:pt x="0" y="453"/>
                  </a:lnTo>
                  <a:lnTo>
                    <a:pt x="1215" y="5263"/>
                  </a:lnTo>
                  <a:lnTo>
                    <a:pt x="1691" y="5334"/>
                  </a:lnTo>
                  <a:lnTo>
                    <a:pt x="1691" y="5334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28"/>
            <p:cNvSpPr/>
            <p:nvPr/>
          </p:nvSpPr>
          <p:spPr>
            <a:xfrm>
              <a:off x="6943725" y="2835300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28"/>
            <p:cNvSpPr/>
            <p:nvPr/>
          </p:nvSpPr>
          <p:spPr>
            <a:xfrm>
              <a:off x="6945500" y="2834575"/>
              <a:ext cx="625" cy="150"/>
            </a:xfrm>
            <a:custGeom>
              <a:avLst/>
              <a:gdLst/>
              <a:ahLst/>
              <a:cxnLst/>
              <a:rect l="l" t="t" r="r" b="b"/>
              <a:pathLst>
                <a:path w="25" h="6" extrusionOk="0">
                  <a:moveTo>
                    <a:pt x="15" y="0"/>
                  </a:moveTo>
                  <a:cubicBezTo>
                    <a:pt x="11" y="0"/>
                    <a:pt x="8" y="6"/>
                    <a:pt x="0" y="6"/>
                  </a:cubicBezTo>
                  <a:lnTo>
                    <a:pt x="24" y="6"/>
                  </a:lnTo>
                  <a:cubicBezTo>
                    <a:pt x="20" y="2"/>
                    <a:pt x="18" y="0"/>
                    <a:pt x="1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28"/>
            <p:cNvSpPr/>
            <p:nvPr/>
          </p:nvSpPr>
          <p:spPr>
            <a:xfrm>
              <a:off x="6943125" y="2835625"/>
              <a:ext cx="550" cy="300"/>
            </a:xfrm>
            <a:custGeom>
              <a:avLst/>
              <a:gdLst/>
              <a:ahLst/>
              <a:cxnLst/>
              <a:rect l="l" t="t" r="r" b="b"/>
              <a:pathLst>
                <a:path w="22" h="12" extrusionOk="0">
                  <a:moveTo>
                    <a:pt x="16" y="1"/>
                  </a:moveTo>
                  <a:cubicBezTo>
                    <a:pt x="13" y="1"/>
                    <a:pt x="8" y="3"/>
                    <a:pt x="0" y="11"/>
                  </a:cubicBezTo>
                  <a:cubicBezTo>
                    <a:pt x="16" y="11"/>
                    <a:pt x="21" y="1"/>
                    <a:pt x="16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28"/>
            <p:cNvSpPr/>
            <p:nvPr/>
          </p:nvSpPr>
          <p:spPr>
            <a:xfrm>
              <a:off x="6978825" y="2988300"/>
              <a:ext cx="57175" cy="218500"/>
            </a:xfrm>
            <a:custGeom>
              <a:avLst/>
              <a:gdLst/>
              <a:ahLst/>
              <a:cxnLst/>
              <a:rect l="l" t="t" r="r" b="b"/>
              <a:pathLst>
                <a:path w="2287" h="8740" extrusionOk="0">
                  <a:moveTo>
                    <a:pt x="1" y="0"/>
                  </a:moveTo>
                  <a:lnTo>
                    <a:pt x="2227" y="8739"/>
                  </a:lnTo>
                  <a:cubicBezTo>
                    <a:pt x="2239" y="8728"/>
                    <a:pt x="2251" y="8704"/>
                    <a:pt x="2287" y="8692"/>
                  </a:cubicBezTo>
                  <a:lnTo>
                    <a:pt x="2287" y="7180"/>
                  </a:lnTo>
                  <a:lnTo>
                    <a:pt x="477" y="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28"/>
            <p:cNvSpPr/>
            <p:nvPr/>
          </p:nvSpPr>
          <p:spPr>
            <a:xfrm>
              <a:off x="6796675" y="2972825"/>
              <a:ext cx="91400" cy="176525"/>
            </a:xfrm>
            <a:custGeom>
              <a:avLst/>
              <a:gdLst/>
              <a:ahLst/>
              <a:cxnLst/>
              <a:rect l="l" t="t" r="r" b="b"/>
              <a:pathLst>
                <a:path w="3656" h="7061" extrusionOk="0">
                  <a:moveTo>
                    <a:pt x="3203" y="0"/>
                  </a:moveTo>
                  <a:lnTo>
                    <a:pt x="0" y="6632"/>
                  </a:lnTo>
                  <a:lnTo>
                    <a:pt x="286" y="7061"/>
                  </a:lnTo>
                  <a:lnTo>
                    <a:pt x="3656" y="48"/>
                  </a:lnTo>
                  <a:lnTo>
                    <a:pt x="3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28"/>
            <p:cNvSpPr/>
            <p:nvPr/>
          </p:nvSpPr>
          <p:spPr>
            <a:xfrm>
              <a:off x="6629100" y="3150225"/>
              <a:ext cx="168775" cy="337550"/>
            </a:xfrm>
            <a:custGeom>
              <a:avLst/>
              <a:gdLst/>
              <a:ahLst/>
              <a:cxnLst/>
              <a:rect l="l" t="t" r="r" b="b"/>
              <a:pathLst>
                <a:path w="6751" h="13502" extrusionOk="0">
                  <a:moveTo>
                    <a:pt x="6465" y="0"/>
                  </a:moveTo>
                  <a:lnTo>
                    <a:pt x="0" y="13359"/>
                  </a:lnTo>
                  <a:cubicBezTo>
                    <a:pt x="155" y="13359"/>
                    <a:pt x="274" y="13419"/>
                    <a:pt x="381" y="13502"/>
                  </a:cubicBezTo>
                  <a:lnTo>
                    <a:pt x="464" y="13442"/>
                  </a:lnTo>
                  <a:lnTo>
                    <a:pt x="6751" y="429"/>
                  </a:lnTo>
                  <a:lnTo>
                    <a:pt x="646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28"/>
            <p:cNvSpPr/>
            <p:nvPr/>
          </p:nvSpPr>
          <p:spPr>
            <a:xfrm>
              <a:off x="6945500" y="28347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28"/>
            <p:cNvSpPr/>
            <p:nvPr/>
          </p:nvSpPr>
          <p:spPr>
            <a:xfrm>
              <a:off x="6943725" y="2835300"/>
              <a:ext cx="0" cy="625"/>
            </a:xfrm>
            <a:custGeom>
              <a:avLst/>
              <a:gdLst/>
              <a:ahLst/>
              <a:cxnLst/>
              <a:rect l="l" t="t" r="r" b="b"/>
              <a:pathLst>
                <a:path h="25" extrusionOk="0">
                  <a:moveTo>
                    <a:pt x="0" y="24"/>
                  </a:moveTo>
                  <a:cubicBezTo>
                    <a:pt x="0" y="24"/>
                    <a:pt x="0" y="0"/>
                    <a:pt x="0" y="24"/>
                  </a:cubicBezTo>
                  <a:cubicBezTo>
                    <a:pt x="0" y="0"/>
                    <a:pt x="0" y="0"/>
                    <a:pt x="0" y="24"/>
                  </a:cubicBezTo>
                  <a:cubicBezTo>
                    <a:pt x="0" y="0"/>
                    <a:pt x="0" y="0"/>
                    <a:pt x="0" y="24"/>
                  </a:cubicBezTo>
                  <a:cubicBezTo>
                    <a:pt x="0" y="0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28"/>
            <p:cNvSpPr/>
            <p:nvPr/>
          </p:nvSpPr>
          <p:spPr>
            <a:xfrm>
              <a:off x="6942225" y="2836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28"/>
            <p:cNvSpPr/>
            <p:nvPr/>
          </p:nvSpPr>
          <p:spPr>
            <a:xfrm>
              <a:off x="6881800" y="2836500"/>
              <a:ext cx="68775" cy="126825"/>
            </a:xfrm>
            <a:custGeom>
              <a:avLst/>
              <a:gdLst/>
              <a:ahLst/>
              <a:cxnLst/>
              <a:rect l="l" t="t" r="r" b="b"/>
              <a:pathLst>
                <a:path w="2751" h="5073" extrusionOk="0">
                  <a:moveTo>
                    <a:pt x="2429" y="0"/>
                  </a:moveTo>
                  <a:cubicBezTo>
                    <a:pt x="2417" y="0"/>
                    <a:pt x="2417" y="12"/>
                    <a:pt x="2417" y="12"/>
                  </a:cubicBezTo>
                  <a:lnTo>
                    <a:pt x="1" y="5001"/>
                  </a:lnTo>
                  <a:lnTo>
                    <a:pt x="465" y="5072"/>
                  </a:lnTo>
                  <a:lnTo>
                    <a:pt x="2548" y="774"/>
                  </a:lnTo>
                  <a:lnTo>
                    <a:pt x="2751" y="345"/>
                  </a:lnTo>
                  <a:lnTo>
                    <a:pt x="2632" y="357"/>
                  </a:lnTo>
                  <a:cubicBezTo>
                    <a:pt x="2624" y="358"/>
                    <a:pt x="2615" y="358"/>
                    <a:pt x="2607" y="358"/>
                  </a:cubicBezTo>
                  <a:cubicBezTo>
                    <a:pt x="2488" y="358"/>
                    <a:pt x="2394" y="276"/>
                    <a:pt x="2394" y="131"/>
                  </a:cubicBezTo>
                  <a:cubicBezTo>
                    <a:pt x="2394" y="95"/>
                    <a:pt x="2394" y="48"/>
                    <a:pt x="2429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28"/>
            <p:cNvSpPr/>
            <p:nvPr/>
          </p:nvSpPr>
          <p:spPr>
            <a:xfrm>
              <a:off x="6902350" y="1492875"/>
              <a:ext cx="133950" cy="92000"/>
            </a:xfrm>
            <a:custGeom>
              <a:avLst/>
              <a:gdLst/>
              <a:ahLst/>
              <a:cxnLst/>
              <a:rect l="l" t="t" r="r" b="b"/>
              <a:pathLst>
                <a:path w="5358" h="3680" extrusionOk="0">
                  <a:moveTo>
                    <a:pt x="5358" y="0"/>
                  </a:moveTo>
                  <a:lnTo>
                    <a:pt x="0" y="3275"/>
                  </a:lnTo>
                  <a:lnTo>
                    <a:pt x="202" y="3679"/>
                  </a:lnTo>
                  <a:lnTo>
                    <a:pt x="5358" y="524"/>
                  </a:lnTo>
                  <a:lnTo>
                    <a:pt x="535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28"/>
            <p:cNvSpPr/>
            <p:nvPr/>
          </p:nvSpPr>
          <p:spPr>
            <a:xfrm>
              <a:off x="6839525" y="1837250"/>
              <a:ext cx="325" cy="925"/>
            </a:xfrm>
            <a:custGeom>
              <a:avLst/>
              <a:gdLst/>
              <a:ahLst/>
              <a:cxnLst/>
              <a:rect l="l" t="t" r="r" b="b"/>
              <a:pathLst>
                <a:path w="13" h="37" extrusionOk="0">
                  <a:moveTo>
                    <a:pt x="13" y="1"/>
                  </a:moveTo>
                  <a:cubicBezTo>
                    <a:pt x="1" y="1"/>
                    <a:pt x="1" y="25"/>
                    <a:pt x="1" y="37"/>
                  </a:cubicBezTo>
                  <a:cubicBezTo>
                    <a:pt x="1" y="25"/>
                    <a:pt x="1" y="13"/>
                    <a:pt x="1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28"/>
            <p:cNvSpPr/>
            <p:nvPr/>
          </p:nvSpPr>
          <p:spPr>
            <a:xfrm>
              <a:off x="6839525" y="1689025"/>
              <a:ext cx="97375" cy="151525"/>
            </a:xfrm>
            <a:custGeom>
              <a:avLst/>
              <a:gdLst/>
              <a:ahLst/>
              <a:cxnLst/>
              <a:rect l="l" t="t" r="r" b="b"/>
              <a:pathLst>
                <a:path w="3895" h="6061" extrusionOk="0">
                  <a:moveTo>
                    <a:pt x="20" y="5898"/>
                  </a:moveTo>
                  <a:cubicBezTo>
                    <a:pt x="13" y="5908"/>
                    <a:pt x="6" y="5919"/>
                    <a:pt x="1" y="5930"/>
                  </a:cubicBezTo>
                  <a:lnTo>
                    <a:pt x="20" y="5898"/>
                  </a:lnTo>
                  <a:close/>
                  <a:moveTo>
                    <a:pt x="3513" y="1"/>
                  </a:moveTo>
                  <a:lnTo>
                    <a:pt x="20" y="5898"/>
                  </a:lnTo>
                  <a:lnTo>
                    <a:pt x="20" y="5898"/>
                  </a:lnTo>
                  <a:cubicBezTo>
                    <a:pt x="42" y="5867"/>
                    <a:pt x="69" y="5844"/>
                    <a:pt x="96" y="5835"/>
                  </a:cubicBezTo>
                  <a:cubicBezTo>
                    <a:pt x="130" y="5818"/>
                    <a:pt x="166" y="5809"/>
                    <a:pt x="201" y="5809"/>
                  </a:cubicBezTo>
                  <a:cubicBezTo>
                    <a:pt x="288" y="5809"/>
                    <a:pt x="368" y="5860"/>
                    <a:pt x="394" y="5954"/>
                  </a:cubicBezTo>
                  <a:lnTo>
                    <a:pt x="441" y="6061"/>
                  </a:lnTo>
                  <a:lnTo>
                    <a:pt x="3894" y="239"/>
                  </a:lnTo>
                  <a:cubicBezTo>
                    <a:pt x="3727" y="191"/>
                    <a:pt x="3597" y="120"/>
                    <a:pt x="3513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28"/>
            <p:cNvSpPr/>
            <p:nvPr/>
          </p:nvSpPr>
          <p:spPr>
            <a:xfrm>
              <a:off x="6838950" y="1834425"/>
              <a:ext cx="124725" cy="258250"/>
            </a:xfrm>
            <a:custGeom>
              <a:avLst/>
              <a:gdLst/>
              <a:ahLst/>
              <a:cxnLst/>
              <a:rect l="l" t="t" r="r" b="b"/>
              <a:pathLst>
                <a:path w="4989" h="10330" extrusionOk="0">
                  <a:moveTo>
                    <a:pt x="212" y="0"/>
                  </a:moveTo>
                  <a:cubicBezTo>
                    <a:pt x="182" y="0"/>
                    <a:pt x="150" y="6"/>
                    <a:pt x="119" y="19"/>
                  </a:cubicBezTo>
                  <a:cubicBezTo>
                    <a:pt x="83" y="31"/>
                    <a:pt x="48" y="66"/>
                    <a:pt x="24" y="102"/>
                  </a:cubicBezTo>
                  <a:cubicBezTo>
                    <a:pt x="24" y="126"/>
                    <a:pt x="0" y="138"/>
                    <a:pt x="0" y="150"/>
                  </a:cubicBezTo>
                  <a:lnTo>
                    <a:pt x="0" y="162"/>
                  </a:lnTo>
                  <a:lnTo>
                    <a:pt x="0" y="197"/>
                  </a:lnTo>
                  <a:lnTo>
                    <a:pt x="0" y="209"/>
                  </a:lnTo>
                  <a:lnTo>
                    <a:pt x="0" y="245"/>
                  </a:lnTo>
                  <a:lnTo>
                    <a:pt x="0" y="257"/>
                  </a:lnTo>
                  <a:cubicBezTo>
                    <a:pt x="0" y="269"/>
                    <a:pt x="24" y="281"/>
                    <a:pt x="24" y="304"/>
                  </a:cubicBezTo>
                  <a:lnTo>
                    <a:pt x="4560" y="10329"/>
                  </a:lnTo>
                  <a:cubicBezTo>
                    <a:pt x="4624" y="10255"/>
                    <a:pt x="4736" y="10209"/>
                    <a:pt x="4845" y="10209"/>
                  </a:cubicBezTo>
                  <a:cubicBezTo>
                    <a:pt x="4857" y="10209"/>
                    <a:pt x="4869" y="10209"/>
                    <a:pt x="4882" y="10210"/>
                  </a:cubicBezTo>
                  <a:cubicBezTo>
                    <a:pt x="4917" y="10210"/>
                    <a:pt x="4965" y="10222"/>
                    <a:pt x="4989" y="10246"/>
                  </a:cubicBezTo>
                  <a:lnTo>
                    <a:pt x="464" y="221"/>
                  </a:lnTo>
                  <a:lnTo>
                    <a:pt x="417" y="126"/>
                  </a:lnTo>
                  <a:cubicBezTo>
                    <a:pt x="373" y="47"/>
                    <a:pt x="297" y="0"/>
                    <a:pt x="21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28"/>
            <p:cNvSpPr/>
            <p:nvPr/>
          </p:nvSpPr>
          <p:spPr>
            <a:xfrm>
              <a:off x="6945800" y="1529475"/>
              <a:ext cx="90500" cy="135175"/>
            </a:xfrm>
            <a:custGeom>
              <a:avLst/>
              <a:gdLst/>
              <a:ahLst/>
              <a:cxnLst/>
              <a:rect l="l" t="t" r="r" b="b"/>
              <a:pathLst>
                <a:path w="3620" h="5407" extrusionOk="0">
                  <a:moveTo>
                    <a:pt x="3620" y="1"/>
                  </a:moveTo>
                  <a:lnTo>
                    <a:pt x="0" y="5073"/>
                  </a:lnTo>
                  <a:lnTo>
                    <a:pt x="108" y="5263"/>
                  </a:lnTo>
                  <a:cubicBezTo>
                    <a:pt x="179" y="5299"/>
                    <a:pt x="250" y="5335"/>
                    <a:pt x="310" y="5406"/>
                  </a:cubicBezTo>
                  <a:lnTo>
                    <a:pt x="3620" y="775"/>
                  </a:lnTo>
                  <a:lnTo>
                    <a:pt x="362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28"/>
            <p:cNvSpPr/>
            <p:nvPr/>
          </p:nvSpPr>
          <p:spPr>
            <a:xfrm>
              <a:off x="6951750" y="1681000"/>
              <a:ext cx="84550" cy="169075"/>
            </a:xfrm>
            <a:custGeom>
              <a:avLst/>
              <a:gdLst/>
              <a:ahLst/>
              <a:cxnLst/>
              <a:rect l="l" t="t" r="r" b="b"/>
              <a:pathLst>
                <a:path w="3382" h="6763" extrusionOk="0">
                  <a:moveTo>
                    <a:pt x="286" y="0"/>
                  </a:moveTo>
                  <a:cubicBezTo>
                    <a:pt x="239" y="179"/>
                    <a:pt x="155" y="334"/>
                    <a:pt x="0" y="429"/>
                  </a:cubicBezTo>
                  <a:lnTo>
                    <a:pt x="3382" y="6763"/>
                  </a:lnTo>
                  <a:lnTo>
                    <a:pt x="3382" y="5810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28"/>
            <p:cNvSpPr/>
            <p:nvPr/>
          </p:nvSpPr>
          <p:spPr>
            <a:xfrm>
              <a:off x="6891325" y="1570800"/>
              <a:ext cx="56875" cy="90275"/>
            </a:xfrm>
            <a:custGeom>
              <a:avLst/>
              <a:gdLst/>
              <a:ahLst/>
              <a:cxnLst/>
              <a:rect l="l" t="t" r="r" b="b"/>
              <a:pathLst>
                <a:path w="2275" h="3611" extrusionOk="0">
                  <a:moveTo>
                    <a:pt x="219" y="1"/>
                  </a:moveTo>
                  <a:cubicBezTo>
                    <a:pt x="185" y="1"/>
                    <a:pt x="151" y="9"/>
                    <a:pt x="120" y="27"/>
                  </a:cubicBezTo>
                  <a:cubicBezTo>
                    <a:pt x="84" y="62"/>
                    <a:pt x="48" y="86"/>
                    <a:pt x="36" y="122"/>
                  </a:cubicBezTo>
                  <a:cubicBezTo>
                    <a:pt x="24" y="146"/>
                    <a:pt x="1" y="193"/>
                    <a:pt x="1" y="241"/>
                  </a:cubicBezTo>
                  <a:cubicBezTo>
                    <a:pt x="72" y="205"/>
                    <a:pt x="143" y="193"/>
                    <a:pt x="215" y="193"/>
                  </a:cubicBezTo>
                  <a:cubicBezTo>
                    <a:pt x="405" y="205"/>
                    <a:pt x="572" y="384"/>
                    <a:pt x="548" y="574"/>
                  </a:cubicBezTo>
                  <a:cubicBezTo>
                    <a:pt x="524" y="717"/>
                    <a:pt x="441" y="836"/>
                    <a:pt x="322" y="872"/>
                  </a:cubicBezTo>
                  <a:lnTo>
                    <a:pt x="1763" y="3587"/>
                  </a:lnTo>
                  <a:cubicBezTo>
                    <a:pt x="1834" y="3560"/>
                    <a:pt x="1906" y="3546"/>
                    <a:pt x="1982" y="3546"/>
                  </a:cubicBezTo>
                  <a:cubicBezTo>
                    <a:pt x="2007" y="3546"/>
                    <a:pt x="2034" y="3548"/>
                    <a:pt x="2060" y="3551"/>
                  </a:cubicBezTo>
                  <a:cubicBezTo>
                    <a:pt x="2132" y="3575"/>
                    <a:pt x="2215" y="3587"/>
                    <a:pt x="2275" y="3610"/>
                  </a:cubicBezTo>
                  <a:lnTo>
                    <a:pt x="2167" y="3420"/>
                  </a:lnTo>
                  <a:lnTo>
                    <a:pt x="643" y="551"/>
                  </a:lnTo>
                  <a:lnTo>
                    <a:pt x="441" y="146"/>
                  </a:lnTo>
                  <a:lnTo>
                    <a:pt x="417" y="122"/>
                  </a:lnTo>
                  <a:cubicBezTo>
                    <a:pt x="375" y="47"/>
                    <a:pt x="298" y="1"/>
                    <a:pt x="21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28"/>
            <p:cNvSpPr/>
            <p:nvPr/>
          </p:nvSpPr>
          <p:spPr>
            <a:xfrm>
              <a:off x="6967825" y="2063475"/>
              <a:ext cx="68475" cy="40500"/>
            </a:xfrm>
            <a:custGeom>
              <a:avLst/>
              <a:gdLst/>
              <a:ahLst/>
              <a:cxnLst/>
              <a:rect l="l" t="t" r="r" b="b"/>
              <a:pathLst>
                <a:path w="2739" h="1620" extrusionOk="0">
                  <a:moveTo>
                    <a:pt x="2739" y="1"/>
                  </a:moveTo>
                  <a:lnTo>
                    <a:pt x="0" y="1167"/>
                  </a:lnTo>
                  <a:cubicBezTo>
                    <a:pt x="72" y="1263"/>
                    <a:pt x="131" y="1370"/>
                    <a:pt x="119" y="1501"/>
                  </a:cubicBezTo>
                  <a:cubicBezTo>
                    <a:pt x="119" y="1548"/>
                    <a:pt x="108" y="1572"/>
                    <a:pt x="84" y="1620"/>
                  </a:cubicBezTo>
                  <a:lnTo>
                    <a:pt x="2739" y="489"/>
                  </a:lnTo>
                  <a:lnTo>
                    <a:pt x="273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28"/>
            <p:cNvSpPr/>
            <p:nvPr/>
          </p:nvSpPr>
          <p:spPr>
            <a:xfrm>
              <a:off x="6558850" y="2100100"/>
              <a:ext cx="396200" cy="178025"/>
            </a:xfrm>
            <a:custGeom>
              <a:avLst/>
              <a:gdLst/>
              <a:ahLst/>
              <a:cxnLst/>
              <a:rect l="l" t="t" r="r" b="b"/>
              <a:pathLst>
                <a:path w="15848" h="7121" extrusionOk="0">
                  <a:moveTo>
                    <a:pt x="15657" y="0"/>
                  </a:moveTo>
                  <a:lnTo>
                    <a:pt x="0" y="6703"/>
                  </a:lnTo>
                  <a:cubicBezTo>
                    <a:pt x="95" y="6822"/>
                    <a:pt x="155" y="6965"/>
                    <a:pt x="167" y="7120"/>
                  </a:cubicBezTo>
                  <a:lnTo>
                    <a:pt x="15824" y="417"/>
                  </a:lnTo>
                  <a:cubicBezTo>
                    <a:pt x="15836" y="393"/>
                    <a:pt x="15836" y="357"/>
                    <a:pt x="15847" y="345"/>
                  </a:cubicBezTo>
                  <a:cubicBezTo>
                    <a:pt x="15728" y="274"/>
                    <a:pt x="15657" y="155"/>
                    <a:pt x="1565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28"/>
            <p:cNvSpPr/>
            <p:nvPr/>
          </p:nvSpPr>
          <p:spPr>
            <a:xfrm>
              <a:off x="6954425" y="2108725"/>
              <a:ext cx="81875" cy="207200"/>
            </a:xfrm>
            <a:custGeom>
              <a:avLst/>
              <a:gdLst/>
              <a:ahLst/>
              <a:cxnLst/>
              <a:rect l="l" t="t" r="r" b="b"/>
              <a:pathLst>
                <a:path w="3275" h="8288" extrusionOk="0">
                  <a:moveTo>
                    <a:pt x="24" y="0"/>
                  </a:moveTo>
                  <a:cubicBezTo>
                    <a:pt x="13" y="36"/>
                    <a:pt x="1" y="48"/>
                    <a:pt x="1" y="60"/>
                  </a:cubicBezTo>
                  <a:cubicBezTo>
                    <a:pt x="1" y="108"/>
                    <a:pt x="1" y="155"/>
                    <a:pt x="13" y="191"/>
                  </a:cubicBezTo>
                  <a:lnTo>
                    <a:pt x="3275" y="8287"/>
                  </a:lnTo>
                  <a:lnTo>
                    <a:pt x="3275" y="7097"/>
                  </a:lnTo>
                  <a:lnTo>
                    <a:pt x="429" y="36"/>
                  </a:lnTo>
                  <a:cubicBezTo>
                    <a:pt x="417" y="36"/>
                    <a:pt x="417" y="12"/>
                    <a:pt x="417" y="12"/>
                  </a:cubicBezTo>
                  <a:cubicBezTo>
                    <a:pt x="358" y="48"/>
                    <a:pt x="286" y="60"/>
                    <a:pt x="203" y="60"/>
                  </a:cubicBezTo>
                  <a:cubicBezTo>
                    <a:pt x="132" y="48"/>
                    <a:pt x="72" y="36"/>
                    <a:pt x="2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28"/>
            <p:cNvSpPr/>
            <p:nvPr/>
          </p:nvSpPr>
          <p:spPr>
            <a:xfrm>
              <a:off x="6559150" y="2280175"/>
              <a:ext cx="477150" cy="150350"/>
            </a:xfrm>
            <a:custGeom>
              <a:avLst/>
              <a:gdLst/>
              <a:ahLst/>
              <a:cxnLst/>
              <a:rect l="l" t="t" r="r" b="b"/>
              <a:pathLst>
                <a:path w="19086" h="6014" extrusionOk="0">
                  <a:moveTo>
                    <a:pt x="167" y="0"/>
                  </a:moveTo>
                  <a:cubicBezTo>
                    <a:pt x="155" y="167"/>
                    <a:pt x="95" y="298"/>
                    <a:pt x="0" y="405"/>
                  </a:cubicBezTo>
                  <a:lnTo>
                    <a:pt x="19086" y="6013"/>
                  </a:lnTo>
                  <a:lnTo>
                    <a:pt x="19086" y="5561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28"/>
            <p:cNvSpPr/>
            <p:nvPr/>
          </p:nvSpPr>
          <p:spPr>
            <a:xfrm>
              <a:off x="6941625" y="2825775"/>
              <a:ext cx="95275" cy="19700"/>
            </a:xfrm>
            <a:custGeom>
              <a:avLst/>
              <a:gdLst/>
              <a:ahLst/>
              <a:cxnLst/>
              <a:rect l="l" t="t" r="r" b="b"/>
              <a:pathLst>
                <a:path w="3811" h="788" extrusionOk="0">
                  <a:moveTo>
                    <a:pt x="3811" y="0"/>
                  </a:moveTo>
                  <a:lnTo>
                    <a:pt x="227" y="334"/>
                  </a:lnTo>
                  <a:lnTo>
                    <a:pt x="155" y="334"/>
                  </a:lnTo>
                  <a:cubicBezTo>
                    <a:pt x="132" y="334"/>
                    <a:pt x="132" y="358"/>
                    <a:pt x="120" y="358"/>
                  </a:cubicBezTo>
                  <a:cubicBezTo>
                    <a:pt x="120" y="370"/>
                    <a:pt x="108" y="370"/>
                    <a:pt x="108" y="370"/>
                  </a:cubicBezTo>
                  <a:cubicBezTo>
                    <a:pt x="108" y="381"/>
                    <a:pt x="96" y="381"/>
                    <a:pt x="96" y="381"/>
                  </a:cubicBezTo>
                  <a:lnTo>
                    <a:pt x="84" y="405"/>
                  </a:lnTo>
                  <a:lnTo>
                    <a:pt x="60" y="417"/>
                  </a:lnTo>
                  <a:cubicBezTo>
                    <a:pt x="48" y="417"/>
                    <a:pt x="48" y="429"/>
                    <a:pt x="36" y="441"/>
                  </a:cubicBezTo>
                  <a:cubicBezTo>
                    <a:pt x="1" y="489"/>
                    <a:pt x="1" y="536"/>
                    <a:pt x="1" y="584"/>
                  </a:cubicBezTo>
                  <a:cubicBezTo>
                    <a:pt x="1" y="707"/>
                    <a:pt x="105" y="787"/>
                    <a:pt x="216" y="787"/>
                  </a:cubicBezTo>
                  <a:cubicBezTo>
                    <a:pt x="224" y="787"/>
                    <a:pt x="231" y="787"/>
                    <a:pt x="239" y="786"/>
                  </a:cubicBezTo>
                  <a:lnTo>
                    <a:pt x="358" y="774"/>
                  </a:lnTo>
                  <a:lnTo>
                    <a:pt x="501" y="762"/>
                  </a:lnTo>
                  <a:lnTo>
                    <a:pt x="3811" y="441"/>
                  </a:lnTo>
                  <a:lnTo>
                    <a:pt x="381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28"/>
            <p:cNvSpPr/>
            <p:nvPr/>
          </p:nvSpPr>
          <p:spPr>
            <a:xfrm>
              <a:off x="6649325" y="2926075"/>
              <a:ext cx="386100" cy="71175"/>
            </a:xfrm>
            <a:custGeom>
              <a:avLst/>
              <a:gdLst/>
              <a:ahLst/>
              <a:cxnLst/>
              <a:rect l="l" t="t" r="r" b="b"/>
              <a:pathLst>
                <a:path w="15444" h="2847" extrusionOk="0">
                  <a:moveTo>
                    <a:pt x="1" y="1"/>
                  </a:moveTo>
                  <a:lnTo>
                    <a:pt x="1" y="25"/>
                  </a:lnTo>
                  <a:cubicBezTo>
                    <a:pt x="18" y="20"/>
                    <a:pt x="36" y="17"/>
                    <a:pt x="52" y="17"/>
                  </a:cubicBezTo>
                  <a:cubicBezTo>
                    <a:pt x="117" y="17"/>
                    <a:pt x="175" y="52"/>
                    <a:pt x="203" y="108"/>
                  </a:cubicBezTo>
                  <a:lnTo>
                    <a:pt x="489" y="525"/>
                  </a:lnTo>
                  <a:lnTo>
                    <a:pt x="9097" y="1846"/>
                  </a:lnTo>
                  <a:lnTo>
                    <a:pt x="9550" y="1918"/>
                  </a:lnTo>
                  <a:lnTo>
                    <a:pt x="13169" y="2489"/>
                  </a:lnTo>
                  <a:lnTo>
                    <a:pt x="13645" y="2561"/>
                  </a:lnTo>
                  <a:lnTo>
                    <a:pt x="15443" y="2846"/>
                  </a:lnTo>
                  <a:lnTo>
                    <a:pt x="15443" y="2406"/>
                  </a:lnTo>
                  <a:lnTo>
                    <a:pt x="13526" y="2108"/>
                  </a:lnTo>
                  <a:lnTo>
                    <a:pt x="13050" y="2025"/>
                  </a:lnTo>
                  <a:lnTo>
                    <a:pt x="9752" y="1525"/>
                  </a:lnTo>
                  <a:lnTo>
                    <a:pt x="9288" y="145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28"/>
            <p:cNvSpPr/>
            <p:nvPr/>
          </p:nvSpPr>
          <p:spPr>
            <a:xfrm>
              <a:off x="6909175" y="3226725"/>
              <a:ext cx="125350" cy="88725"/>
            </a:xfrm>
            <a:custGeom>
              <a:avLst/>
              <a:gdLst/>
              <a:ahLst/>
              <a:cxnLst/>
              <a:rect l="l" t="t" r="r" b="b"/>
              <a:pathLst>
                <a:path w="5014" h="3549" extrusionOk="0">
                  <a:moveTo>
                    <a:pt x="4740" y="0"/>
                  </a:moveTo>
                  <a:lnTo>
                    <a:pt x="1" y="3179"/>
                  </a:lnTo>
                  <a:lnTo>
                    <a:pt x="263" y="3548"/>
                  </a:lnTo>
                  <a:lnTo>
                    <a:pt x="5013" y="357"/>
                  </a:lnTo>
                  <a:cubicBezTo>
                    <a:pt x="4871" y="274"/>
                    <a:pt x="4787" y="155"/>
                    <a:pt x="474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28"/>
            <p:cNvSpPr/>
            <p:nvPr/>
          </p:nvSpPr>
          <p:spPr>
            <a:xfrm>
              <a:off x="6638625" y="3316900"/>
              <a:ext cx="267900" cy="180400"/>
            </a:xfrm>
            <a:custGeom>
              <a:avLst/>
              <a:gdLst/>
              <a:ahLst/>
              <a:cxnLst/>
              <a:rect l="l" t="t" r="r" b="b"/>
              <a:pathLst>
                <a:path w="10716" h="7216" extrusionOk="0">
                  <a:moveTo>
                    <a:pt x="10573" y="1"/>
                  </a:moveTo>
                  <a:cubicBezTo>
                    <a:pt x="10550" y="196"/>
                    <a:pt x="10372" y="347"/>
                    <a:pt x="10157" y="347"/>
                  </a:cubicBezTo>
                  <a:cubicBezTo>
                    <a:pt x="10149" y="347"/>
                    <a:pt x="10141" y="346"/>
                    <a:pt x="10132" y="346"/>
                  </a:cubicBezTo>
                  <a:cubicBezTo>
                    <a:pt x="10025" y="322"/>
                    <a:pt x="9918" y="287"/>
                    <a:pt x="9858" y="203"/>
                  </a:cubicBezTo>
                  <a:lnTo>
                    <a:pt x="83" y="6775"/>
                  </a:lnTo>
                  <a:lnTo>
                    <a:pt x="0" y="6835"/>
                  </a:lnTo>
                  <a:cubicBezTo>
                    <a:pt x="119" y="6930"/>
                    <a:pt x="203" y="7049"/>
                    <a:pt x="250" y="7216"/>
                  </a:cubicBezTo>
                  <a:lnTo>
                    <a:pt x="10716" y="191"/>
                  </a:lnTo>
                  <a:lnTo>
                    <a:pt x="1057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28"/>
            <p:cNvSpPr/>
            <p:nvPr/>
          </p:nvSpPr>
          <p:spPr>
            <a:xfrm>
              <a:off x="6965450" y="3661000"/>
              <a:ext cx="70850" cy="74725"/>
            </a:xfrm>
            <a:custGeom>
              <a:avLst/>
              <a:gdLst/>
              <a:ahLst/>
              <a:cxnLst/>
              <a:rect l="l" t="t" r="r" b="b"/>
              <a:pathLst>
                <a:path w="2834" h="2989" extrusionOk="0">
                  <a:moveTo>
                    <a:pt x="2834" y="0"/>
                  </a:moveTo>
                  <a:lnTo>
                    <a:pt x="0" y="2739"/>
                  </a:lnTo>
                  <a:lnTo>
                    <a:pt x="393" y="2989"/>
                  </a:lnTo>
                  <a:lnTo>
                    <a:pt x="2834" y="631"/>
                  </a:lnTo>
                  <a:lnTo>
                    <a:pt x="2834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28"/>
            <p:cNvSpPr/>
            <p:nvPr/>
          </p:nvSpPr>
          <p:spPr>
            <a:xfrm>
              <a:off x="6647850" y="3864600"/>
              <a:ext cx="184850" cy="181875"/>
            </a:xfrm>
            <a:custGeom>
              <a:avLst/>
              <a:gdLst/>
              <a:ahLst/>
              <a:cxnLst/>
              <a:rect l="l" t="t" r="r" b="b"/>
              <a:pathLst>
                <a:path w="7394" h="7275" extrusionOk="0">
                  <a:moveTo>
                    <a:pt x="7156" y="0"/>
                  </a:moveTo>
                  <a:lnTo>
                    <a:pt x="0" y="6953"/>
                  </a:lnTo>
                  <a:cubicBezTo>
                    <a:pt x="119" y="7025"/>
                    <a:pt x="226" y="7144"/>
                    <a:pt x="310" y="7275"/>
                  </a:cubicBezTo>
                  <a:lnTo>
                    <a:pt x="7394" y="405"/>
                  </a:lnTo>
                  <a:lnTo>
                    <a:pt x="7346" y="322"/>
                  </a:lnTo>
                  <a:cubicBezTo>
                    <a:pt x="7311" y="286"/>
                    <a:pt x="7275" y="238"/>
                    <a:pt x="7263" y="179"/>
                  </a:cubicBezTo>
                  <a:lnTo>
                    <a:pt x="715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28"/>
            <p:cNvSpPr/>
            <p:nvPr/>
          </p:nvSpPr>
          <p:spPr>
            <a:xfrm>
              <a:off x="6835375" y="3737800"/>
              <a:ext cx="131575" cy="122050"/>
            </a:xfrm>
            <a:custGeom>
              <a:avLst/>
              <a:gdLst/>
              <a:ahLst/>
              <a:cxnLst/>
              <a:rect l="l" t="t" r="r" b="b"/>
              <a:pathLst>
                <a:path w="5263" h="4882" extrusionOk="0">
                  <a:moveTo>
                    <a:pt x="4882" y="0"/>
                  </a:moveTo>
                  <a:lnTo>
                    <a:pt x="0" y="4727"/>
                  </a:lnTo>
                  <a:cubicBezTo>
                    <a:pt x="60" y="4703"/>
                    <a:pt x="119" y="4703"/>
                    <a:pt x="191" y="4703"/>
                  </a:cubicBezTo>
                  <a:cubicBezTo>
                    <a:pt x="310" y="4715"/>
                    <a:pt x="429" y="4775"/>
                    <a:pt x="488" y="4882"/>
                  </a:cubicBezTo>
                  <a:lnTo>
                    <a:pt x="5263" y="250"/>
                  </a:lnTo>
                  <a:lnTo>
                    <a:pt x="488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28"/>
            <p:cNvSpPr/>
            <p:nvPr/>
          </p:nvSpPr>
          <p:spPr>
            <a:xfrm>
              <a:off x="6647550" y="2926675"/>
              <a:ext cx="388750" cy="587000"/>
            </a:xfrm>
            <a:custGeom>
              <a:avLst/>
              <a:gdLst/>
              <a:ahLst/>
              <a:cxnLst/>
              <a:rect l="l" t="t" r="r" b="b"/>
              <a:pathLst>
                <a:path w="15550" h="23480" extrusionOk="0">
                  <a:moveTo>
                    <a:pt x="96" y="1"/>
                  </a:moveTo>
                  <a:lnTo>
                    <a:pt x="96" y="132"/>
                  </a:lnTo>
                  <a:cubicBezTo>
                    <a:pt x="84" y="251"/>
                    <a:pt x="60" y="358"/>
                    <a:pt x="0" y="441"/>
                  </a:cubicBezTo>
                  <a:lnTo>
                    <a:pt x="5739" y="8954"/>
                  </a:lnTo>
                  <a:lnTo>
                    <a:pt x="6025" y="9383"/>
                  </a:lnTo>
                  <a:lnTo>
                    <a:pt x="6561" y="10181"/>
                  </a:lnTo>
                  <a:lnTo>
                    <a:pt x="6608" y="10181"/>
                  </a:lnTo>
                  <a:cubicBezTo>
                    <a:pt x="6823" y="10192"/>
                    <a:pt x="7001" y="10395"/>
                    <a:pt x="6977" y="10621"/>
                  </a:cubicBezTo>
                  <a:cubicBezTo>
                    <a:pt x="6977" y="10669"/>
                    <a:pt x="6965" y="10692"/>
                    <a:pt x="6942" y="10740"/>
                  </a:cubicBezTo>
                  <a:lnTo>
                    <a:pt x="9918" y="15145"/>
                  </a:lnTo>
                  <a:cubicBezTo>
                    <a:pt x="10121" y="15193"/>
                    <a:pt x="10263" y="15372"/>
                    <a:pt x="10240" y="15574"/>
                  </a:cubicBezTo>
                  <a:lnTo>
                    <a:pt x="10240" y="15610"/>
                  </a:lnTo>
                  <a:lnTo>
                    <a:pt x="10371" y="15800"/>
                  </a:lnTo>
                  <a:lnTo>
                    <a:pt x="15550" y="23480"/>
                  </a:lnTo>
                  <a:lnTo>
                    <a:pt x="15550" y="22682"/>
                  </a:lnTo>
                  <a:lnTo>
                    <a:pt x="10728" y="15550"/>
                  </a:lnTo>
                  <a:lnTo>
                    <a:pt x="10478" y="15181"/>
                  </a:lnTo>
                  <a:lnTo>
                    <a:pt x="6263" y="8907"/>
                  </a:lnTo>
                  <a:lnTo>
                    <a:pt x="5977" y="8478"/>
                  </a:lnTo>
                  <a:lnTo>
                    <a:pt x="596" y="501"/>
                  </a:lnTo>
                  <a:lnTo>
                    <a:pt x="310" y="84"/>
                  </a:lnTo>
                  <a:cubicBezTo>
                    <a:pt x="262" y="25"/>
                    <a:pt x="179" y="1"/>
                    <a:pt x="96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28"/>
            <p:cNvSpPr/>
            <p:nvPr/>
          </p:nvSpPr>
          <p:spPr>
            <a:xfrm>
              <a:off x="6603800" y="3495625"/>
              <a:ext cx="7450" cy="13000"/>
            </a:xfrm>
            <a:custGeom>
              <a:avLst/>
              <a:gdLst/>
              <a:ahLst/>
              <a:cxnLst/>
              <a:rect l="l" t="t" r="r" b="b"/>
              <a:pathLst>
                <a:path w="298" h="520" extrusionOk="0">
                  <a:moveTo>
                    <a:pt x="237" y="0"/>
                  </a:moveTo>
                  <a:cubicBezTo>
                    <a:pt x="172" y="0"/>
                    <a:pt x="97" y="34"/>
                    <a:pt x="60" y="91"/>
                  </a:cubicBezTo>
                  <a:lnTo>
                    <a:pt x="60" y="115"/>
                  </a:lnTo>
                  <a:cubicBezTo>
                    <a:pt x="0" y="222"/>
                    <a:pt x="36" y="353"/>
                    <a:pt x="143" y="412"/>
                  </a:cubicBezTo>
                  <a:lnTo>
                    <a:pt x="298" y="519"/>
                  </a:lnTo>
                  <a:cubicBezTo>
                    <a:pt x="262" y="412"/>
                    <a:pt x="238" y="305"/>
                    <a:pt x="238" y="198"/>
                  </a:cubicBezTo>
                  <a:cubicBezTo>
                    <a:pt x="238" y="138"/>
                    <a:pt x="262" y="67"/>
                    <a:pt x="286" y="7"/>
                  </a:cubicBezTo>
                  <a:cubicBezTo>
                    <a:pt x="271" y="2"/>
                    <a:pt x="254" y="0"/>
                    <a:pt x="237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28"/>
            <p:cNvSpPr/>
            <p:nvPr/>
          </p:nvSpPr>
          <p:spPr>
            <a:xfrm>
              <a:off x="6640400" y="3514550"/>
              <a:ext cx="395900" cy="275350"/>
            </a:xfrm>
            <a:custGeom>
              <a:avLst/>
              <a:gdLst/>
              <a:ahLst/>
              <a:cxnLst/>
              <a:rect l="l" t="t" r="r" b="b"/>
              <a:pathLst>
                <a:path w="15836" h="11014" extrusionOk="0">
                  <a:moveTo>
                    <a:pt x="12" y="0"/>
                  </a:moveTo>
                  <a:lnTo>
                    <a:pt x="1" y="12"/>
                  </a:lnTo>
                  <a:lnTo>
                    <a:pt x="477" y="846"/>
                  </a:lnTo>
                  <a:lnTo>
                    <a:pt x="12681" y="8930"/>
                  </a:lnTo>
                  <a:lnTo>
                    <a:pt x="13062" y="9180"/>
                  </a:lnTo>
                  <a:lnTo>
                    <a:pt x="15836" y="11014"/>
                  </a:lnTo>
                  <a:lnTo>
                    <a:pt x="15836" y="10478"/>
                  </a:lnTo>
                  <a:lnTo>
                    <a:pt x="13395" y="8847"/>
                  </a:lnTo>
                  <a:lnTo>
                    <a:pt x="13002" y="859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28"/>
            <p:cNvSpPr/>
            <p:nvPr/>
          </p:nvSpPr>
          <p:spPr>
            <a:xfrm>
              <a:off x="6841925" y="4224750"/>
              <a:ext cx="194375" cy="153025"/>
            </a:xfrm>
            <a:custGeom>
              <a:avLst/>
              <a:gdLst/>
              <a:ahLst/>
              <a:cxnLst/>
              <a:rect l="l" t="t" r="r" b="b"/>
              <a:pathLst>
                <a:path w="7775" h="6121" extrusionOk="0">
                  <a:moveTo>
                    <a:pt x="560" y="1"/>
                  </a:moveTo>
                  <a:lnTo>
                    <a:pt x="0" y="120"/>
                  </a:lnTo>
                  <a:lnTo>
                    <a:pt x="7775" y="6121"/>
                  </a:lnTo>
                  <a:lnTo>
                    <a:pt x="7775" y="5549"/>
                  </a:lnTo>
                  <a:lnTo>
                    <a:pt x="56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28"/>
            <p:cNvSpPr/>
            <p:nvPr/>
          </p:nvSpPr>
          <p:spPr>
            <a:xfrm>
              <a:off x="6649325" y="4070575"/>
              <a:ext cx="195300" cy="148550"/>
            </a:xfrm>
            <a:custGeom>
              <a:avLst/>
              <a:gdLst/>
              <a:ahLst/>
              <a:cxnLst/>
              <a:rect l="l" t="t" r="r" b="b"/>
              <a:pathLst>
                <a:path w="7812" h="5942" extrusionOk="0">
                  <a:moveTo>
                    <a:pt x="263" y="0"/>
                  </a:moveTo>
                  <a:cubicBezTo>
                    <a:pt x="203" y="119"/>
                    <a:pt x="120" y="227"/>
                    <a:pt x="1" y="334"/>
                  </a:cubicBezTo>
                  <a:lnTo>
                    <a:pt x="48" y="405"/>
                  </a:lnTo>
                  <a:lnTo>
                    <a:pt x="7252" y="5942"/>
                  </a:lnTo>
                  <a:lnTo>
                    <a:pt x="7811" y="5811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28"/>
            <p:cNvSpPr/>
            <p:nvPr/>
          </p:nvSpPr>
          <p:spPr>
            <a:xfrm>
              <a:off x="6831200" y="3872325"/>
              <a:ext cx="180400" cy="298875"/>
            </a:xfrm>
            <a:custGeom>
              <a:avLst/>
              <a:gdLst/>
              <a:ahLst/>
              <a:cxnLst/>
              <a:rect l="l" t="t" r="r" b="b"/>
              <a:pathLst>
                <a:path w="7216" h="11955" extrusionOk="0">
                  <a:moveTo>
                    <a:pt x="0" y="1"/>
                  </a:moveTo>
                  <a:lnTo>
                    <a:pt x="48" y="72"/>
                  </a:lnTo>
                  <a:lnTo>
                    <a:pt x="6823" y="11955"/>
                  </a:lnTo>
                  <a:cubicBezTo>
                    <a:pt x="6918" y="11847"/>
                    <a:pt x="7073" y="11776"/>
                    <a:pt x="7216" y="11764"/>
                  </a:cubicBezTo>
                  <a:lnTo>
                    <a:pt x="4525" y="7025"/>
                  </a:lnTo>
                  <a:cubicBezTo>
                    <a:pt x="4465" y="7061"/>
                    <a:pt x="4394" y="7061"/>
                    <a:pt x="4334" y="7061"/>
                  </a:cubicBezTo>
                  <a:cubicBezTo>
                    <a:pt x="4108" y="7037"/>
                    <a:pt x="3941" y="6847"/>
                    <a:pt x="3965" y="6609"/>
                  </a:cubicBezTo>
                  <a:cubicBezTo>
                    <a:pt x="3977" y="6490"/>
                    <a:pt x="4037" y="6383"/>
                    <a:pt x="4120" y="6323"/>
                  </a:cubicBezTo>
                  <a:lnTo>
                    <a:pt x="548" y="60"/>
                  </a:lnTo>
                  <a:cubicBezTo>
                    <a:pt x="483" y="107"/>
                    <a:pt x="410" y="139"/>
                    <a:pt x="335" y="139"/>
                  </a:cubicBezTo>
                  <a:cubicBezTo>
                    <a:pt x="315" y="139"/>
                    <a:pt x="295" y="137"/>
                    <a:pt x="274" y="132"/>
                  </a:cubicBezTo>
                  <a:cubicBezTo>
                    <a:pt x="167" y="120"/>
                    <a:pt x="60" y="72"/>
                    <a:pt x="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28"/>
            <p:cNvSpPr/>
            <p:nvPr/>
          </p:nvSpPr>
          <p:spPr>
            <a:xfrm>
              <a:off x="6632950" y="3514850"/>
              <a:ext cx="202450" cy="354225"/>
            </a:xfrm>
            <a:custGeom>
              <a:avLst/>
              <a:gdLst/>
              <a:ahLst/>
              <a:cxnLst/>
              <a:rect l="l" t="t" r="r" b="b"/>
              <a:pathLst>
                <a:path w="8098" h="14169" extrusionOk="0">
                  <a:moveTo>
                    <a:pt x="310" y="0"/>
                  </a:moveTo>
                  <a:cubicBezTo>
                    <a:pt x="227" y="84"/>
                    <a:pt x="120" y="143"/>
                    <a:pt x="1" y="179"/>
                  </a:cubicBezTo>
                  <a:lnTo>
                    <a:pt x="1" y="358"/>
                  </a:lnTo>
                  <a:lnTo>
                    <a:pt x="7764" y="13990"/>
                  </a:lnTo>
                  <a:lnTo>
                    <a:pt x="7871" y="14169"/>
                  </a:lnTo>
                  <a:cubicBezTo>
                    <a:pt x="7859" y="14121"/>
                    <a:pt x="7859" y="14062"/>
                    <a:pt x="7859" y="14002"/>
                  </a:cubicBezTo>
                  <a:cubicBezTo>
                    <a:pt x="7859" y="13835"/>
                    <a:pt x="7954" y="13716"/>
                    <a:pt x="8097" y="13657"/>
                  </a:cubicBezTo>
                  <a:lnTo>
                    <a:pt x="787" y="834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28"/>
            <p:cNvSpPr/>
            <p:nvPr/>
          </p:nvSpPr>
          <p:spPr>
            <a:xfrm>
              <a:off x="6621650" y="3519025"/>
              <a:ext cx="17000" cy="515550"/>
            </a:xfrm>
            <a:custGeom>
              <a:avLst/>
              <a:gdLst/>
              <a:ahLst/>
              <a:cxnLst/>
              <a:rect l="l" t="t" r="r" b="b"/>
              <a:pathLst>
                <a:path w="680" h="20622" extrusionOk="0">
                  <a:moveTo>
                    <a:pt x="0" y="0"/>
                  </a:moveTo>
                  <a:lnTo>
                    <a:pt x="227" y="20622"/>
                  </a:lnTo>
                  <a:cubicBezTo>
                    <a:pt x="311" y="20605"/>
                    <a:pt x="389" y="20588"/>
                    <a:pt x="470" y="20588"/>
                  </a:cubicBezTo>
                  <a:cubicBezTo>
                    <a:pt x="503" y="20588"/>
                    <a:pt x="537" y="20591"/>
                    <a:pt x="572" y="20598"/>
                  </a:cubicBezTo>
                  <a:cubicBezTo>
                    <a:pt x="596" y="20598"/>
                    <a:pt x="643" y="20610"/>
                    <a:pt x="679" y="20610"/>
                  </a:cubicBezTo>
                  <a:lnTo>
                    <a:pt x="453" y="202"/>
                  </a:lnTo>
                  <a:lnTo>
                    <a:pt x="453" y="24"/>
                  </a:lnTo>
                  <a:cubicBezTo>
                    <a:pt x="387" y="32"/>
                    <a:pt x="333" y="46"/>
                    <a:pt x="278" y="46"/>
                  </a:cubicBezTo>
                  <a:cubicBezTo>
                    <a:pt x="253" y="46"/>
                    <a:pt x="229" y="43"/>
                    <a:pt x="203" y="36"/>
                  </a:cubicBezTo>
                  <a:cubicBezTo>
                    <a:pt x="143" y="36"/>
                    <a:pt x="60" y="24"/>
                    <a:pt x="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28"/>
            <p:cNvSpPr/>
            <p:nvPr/>
          </p:nvSpPr>
          <p:spPr>
            <a:xfrm>
              <a:off x="5767375" y="3510375"/>
              <a:ext cx="852500" cy="922475"/>
            </a:xfrm>
            <a:custGeom>
              <a:avLst/>
              <a:gdLst/>
              <a:ahLst/>
              <a:cxnLst/>
              <a:rect l="l" t="t" r="r" b="b"/>
              <a:pathLst>
                <a:path w="34100" h="36899" extrusionOk="0">
                  <a:moveTo>
                    <a:pt x="33779" y="1"/>
                  </a:moveTo>
                  <a:lnTo>
                    <a:pt x="1" y="36577"/>
                  </a:lnTo>
                  <a:cubicBezTo>
                    <a:pt x="143" y="36672"/>
                    <a:pt x="239" y="36779"/>
                    <a:pt x="334" y="36898"/>
                  </a:cubicBezTo>
                  <a:lnTo>
                    <a:pt x="34100" y="310"/>
                  </a:lnTo>
                  <a:cubicBezTo>
                    <a:pt x="33969" y="239"/>
                    <a:pt x="33862" y="132"/>
                    <a:pt x="33779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28"/>
            <p:cNvSpPr/>
            <p:nvPr/>
          </p:nvSpPr>
          <p:spPr>
            <a:xfrm>
              <a:off x="6299575" y="4069975"/>
              <a:ext cx="318525" cy="244400"/>
            </a:xfrm>
            <a:custGeom>
              <a:avLst/>
              <a:gdLst/>
              <a:ahLst/>
              <a:cxnLst/>
              <a:rect l="l" t="t" r="r" b="b"/>
              <a:pathLst>
                <a:path w="12741" h="9776" extrusionOk="0">
                  <a:moveTo>
                    <a:pt x="12455" y="1"/>
                  </a:moveTo>
                  <a:lnTo>
                    <a:pt x="1" y="9418"/>
                  </a:lnTo>
                  <a:cubicBezTo>
                    <a:pt x="108" y="9525"/>
                    <a:pt x="191" y="9645"/>
                    <a:pt x="263" y="9776"/>
                  </a:cubicBezTo>
                  <a:lnTo>
                    <a:pt x="12741" y="358"/>
                  </a:lnTo>
                  <a:cubicBezTo>
                    <a:pt x="12622" y="251"/>
                    <a:pt x="12514" y="131"/>
                    <a:pt x="1245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28"/>
            <p:cNvSpPr/>
            <p:nvPr/>
          </p:nvSpPr>
          <p:spPr>
            <a:xfrm>
              <a:off x="6312675" y="4246175"/>
              <a:ext cx="406325" cy="101975"/>
            </a:xfrm>
            <a:custGeom>
              <a:avLst/>
              <a:gdLst/>
              <a:ahLst/>
              <a:cxnLst/>
              <a:rect l="l" t="t" r="r" b="b"/>
              <a:pathLst>
                <a:path w="16253" h="4079" extrusionOk="0">
                  <a:moveTo>
                    <a:pt x="15931" y="1"/>
                  </a:moveTo>
                  <a:lnTo>
                    <a:pt x="13" y="3620"/>
                  </a:lnTo>
                  <a:cubicBezTo>
                    <a:pt x="25" y="3716"/>
                    <a:pt x="25" y="3799"/>
                    <a:pt x="13" y="3918"/>
                  </a:cubicBezTo>
                  <a:cubicBezTo>
                    <a:pt x="13" y="3966"/>
                    <a:pt x="13" y="4025"/>
                    <a:pt x="1" y="4073"/>
                  </a:cubicBezTo>
                  <a:cubicBezTo>
                    <a:pt x="17" y="4073"/>
                    <a:pt x="38" y="4078"/>
                    <a:pt x="61" y="4078"/>
                  </a:cubicBezTo>
                  <a:cubicBezTo>
                    <a:pt x="72" y="4078"/>
                    <a:pt x="84" y="4077"/>
                    <a:pt x="96" y="4073"/>
                  </a:cubicBezTo>
                  <a:lnTo>
                    <a:pt x="16253" y="394"/>
                  </a:lnTo>
                  <a:cubicBezTo>
                    <a:pt x="16074" y="346"/>
                    <a:pt x="15931" y="203"/>
                    <a:pt x="1593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28"/>
            <p:cNvSpPr/>
            <p:nvPr/>
          </p:nvSpPr>
          <p:spPr>
            <a:xfrm>
              <a:off x="6728200" y="4251550"/>
              <a:ext cx="2725" cy="2100"/>
            </a:xfrm>
            <a:custGeom>
              <a:avLst/>
              <a:gdLst/>
              <a:ahLst/>
              <a:cxnLst/>
              <a:rect l="l" t="t" r="r" b="b"/>
              <a:pathLst>
                <a:path w="109" h="84" extrusionOk="0">
                  <a:moveTo>
                    <a:pt x="72" y="0"/>
                  </a:moveTo>
                  <a:cubicBezTo>
                    <a:pt x="60" y="24"/>
                    <a:pt x="25" y="60"/>
                    <a:pt x="1" y="84"/>
                  </a:cubicBezTo>
                  <a:lnTo>
                    <a:pt x="108" y="60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28"/>
            <p:cNvSpPr/>
            <p:nvPr/>
          </p:nvSpPr>
          <p:spPr>
            <a:xfrm>
              <a:off x="6736250" y="4181300"/>
              <a:ext cx="261950" cy="69375"/>
            </a:xfrm>
            <a:custGeom>
              <a:avLst/>
              <a:gdLst/>
              <a:ahLst/>
              <a:cxnLst/>
              <a:rect l="l" t="t" r="r" b="b"/>
              <a:pathLst>
                <a:path w="10478" h="2775" extrusionOk="0">
                  <a:moveTo>
                    <a:pt x="10442" y="0"/>
                  </a:moveTo>
                  <a:lnTo>
                    <a:pt x="4334" y="1382"/>
                  </a:lnTo>
                  <a:lnTo>
                    <a:pt x="3775" y="1513"/>
                  </a:lnTo>
                  <a:lnTo>
                    <a:pt x="0" y="2382"/>
                  </a:lnTo>
                  <a:lnTo>
                    <a:pt x="227" y="2775"/>
                  </a:lnTo>
                  <a:lnTo>
                    <a:pt x="4215" y="1870"/>
                  </a:lnTo>
                  <a:lnTo>
                    <a:pt x="4787" y="1739"/>
                  </a:lnTo>
                  <a:lnTo>
                    <a:pt x="10478" y="441"/>
                  </a:lnTo>
                  <a:cubicBezTo>
                    <a:pt x="10442" y="322"/>
                    <a:pt x="10406" y="203"/>
                    <a:pt x="10418" y="72"/>
                  </a:cubicBezTo>
                  <a:cubicBezTo>
                    <a:pt x="10418" y="36"/>
                    <a:pt x="10442" y="24"/>
                    <a:pt x="10442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28"/>
            <p:cNvSpPr/>
            <p:nvPr/>
          </p:nvSpPr>
          <p:spPr>
            <a:xfrm>
              <a:off x="6640400" y="4078600"/>
              <a:ext cx="213150" cy="382525"/>
            </a:xfrm>
            <a:custGeom>
              <a:avLst/>
              <a:gdLst/>
              <a:ahLst/>
              <a:cxnLst/>
              <a:rect l="l" t="t" r="r" b="b"/>
              <a:pathLst>
                <a:path w="8526" h="15301" extrusionOk="0">
                  <a:moveTo>
                    <a:pt x="405" y="1"/>
                  </a:moveTo>
                  <a:cubicBezTo>
                    <a:pt x="286" y="84"/>
                    <a:pt x="143" y="156"/>
                    <a:pt x="1" y="191"/>
                  </a:cubicBezTo>
                  <a:lnTo>
                    <a:pt x="3275" y="6275"/>
                  </a:lnTo>
                  <a:lnTo>
                    <a:pt x="3322" y="6275"/>
                  </a:lnTo>
                  <a:cubicBezTo>
                    <a:pt x="3537" y="6311"/>
                    <a:pt x="3703" y="6502"/>
                    <a:pt x="3691" y="6728"/>
                  </a:cubicBezTo>
                  <a:cubicBezTo>
                    <a:pt x="3680" y="6799"/>
                    <a:pt x="3644" y="6859"/>
                    <a:pt x="3620" y="6918"/>
                  </a:cubicBezTo>
                  <a:lnTo>
                    <a:pt x="3644" y="6978"/>
                  </a:lnTo>
                  <a:lnTo>
                    <a:pt x="8121" y="15300"/>
                  </a:lnTo>
                  <a:lnTo>
                    <a:pt x="8180" y="15193"/>
                  </a:lnTo>
                  <a:cubicBezTo>
                    <a:pt x="8204" y="15193"/>
                    <a:pt x="8204" y="15181"/>
                    <a:pt x="8216" y="15157"/>
                  </a:cubicBezTo>
                  <a:lnTo>
                    <a:pt x="8228" y="15146"/>
                  </a:lnTo>
                  <a:lnTo>
                    <a:pt x="8240" y="15134"/>
                  </a:lnTo>
                  <a:cubicBezTo>
                    <a:pt x="8240" y="15122"/>
                    <a:pt x="8263" y="15122"/>
                    <a:pt x="8263" y="15122"/>
                  </a:cubicBezTo>
                  <a:cubicBezTo>
                    <a:pt x="8263" y="15122"/>
                    <a:pt x="8263" y="15098"/>
                    <a:pt x="8275" y="15098"/>
                  </a:cubicBezTo>
                  <a:lnTo>
                    <a:pt x="8287" y="15098"/>
                  </a:lnTo>
                  <a:cubicBezTo>
                    <a:pt x="8287" y="15086"/>
                    <a:pt x="8299" y="15086"/>
                    <a:pt x="8299" y="15086"/>
                  </a:cubicBezTo>
                  <a:lnTo>
                    <a:pt x="8525" y="15026"/>
                  </a:lnTo>
                  <a:lnTo>
                    <a:pt x="4120" y="6871"/>
                  </a:lnTo>
                  <a:lnTo>
                    <a:pt x="3894" y="6466"/>
                  </a:lnTo>
                  <a:lnTo>
                    <a:pt x="441" y="72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28"/>
            <p:cNvSpPr/>
            <p:nvPr/>
          </p:nvSpPr>
          <p:spPr>
            <a:xfrm>
              <a:off x="6851450" y="4463175"/>
              <a:ext cx="184850" cy="115525"/>
            </a:xfrm>
            <a:custGeom>
              <a:avLst/>
              <a:gdLst/>
              <a:ahLst/>
              <a:cxnLst/>
              <a:rect l="l" t="t" r="r" b="b"/>
              <a:pathLst>
                <a:path w="7394" h="4621" extrusionOk="0">
                  <a:moveTo>
                    <a:pt x="488" y="1"/>
                  </a:moveTo>
                  <a:lnTo>
                    <a:pt x="60" y="108"/>
                  </a:lnTo>
                  <a:lnTo>
                    <a:pt x="0" y="227"/>
                  </a:lnTo>
                  <a:lnTo>
                    <a:pt x="7394" y="4620"/>
                  </a:lnTo>
                  <a:lnTo>
                    <a:pt x="7394" y="4096"/>
                  </a:lnTo>
                  <a:lnTo>
                    <a:pt x="48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28"/>
            <p:cNvSpPr/>
            <p:nvPr/>
          </p:nvSpPr>
          <p:spPr>
            <a:xfrm>
              <a:off x="6847575" y="4406025"/>
              <a:ext cx="188425" cy="60450"/>
            </a:xfrm>
            <a:custGeom>
              <a:avLst/>
              <a:gdLst/>
              <a:ahLst/>
              <a:cxnLst/>
              <a:rect l="l" t="t" r="r" b="b"/>
              <a:pathLst>
                <a:path w="7537" h="2418" extrusionOk="0">
                  <a:moveTo>
                    <a:pt x="17" y="1997"/>
                  </a:moveTo>
                  <a:cubicBezTo>
                    <a:pt x="11" y="1998"/>
                    <a:pt x="6" y="2000"/>
                    <a:pt x="0" y="2001"/>
                  </a:cubicBezTo>
                  <a:lnTo>
                    <a:pt x="17" y="1997"/>
                  </a:lnTo>
                  <a:close/>
                  <a:moveTo>
                    <a:pt x="7537" y="1"/>
                  </a:moveTo>
                  <a:lnTo>
                    <a:pt x="167" y="1965"/>
                  </a:lnTo>
                  <a:lnTo>
                    <a:pt x="17" y="1997"/>
                  </a:lnTo>
                  <a:lnTo>
                    <a:pt x="17" y="1997"/>
                  </a:lnTo>
                  <a:cubicBezTo>
                    <a:pt x="29" y="1995"/>
                    <a:pt x="43" y="1994"/>
                    <a:pt x="57" y="1994"/>
                  </a:cubicBezTo>
                  <a:cubicBezTo>
                    <a:pt x="92" y="1994"/>
                    <a:pt x="129" y="2002"/>
                    <a:pt x="167" y="2025"/>
                  </a:cubicBezTo>
                  <a:cubicBezTo>
                    <a:pt x="286" y="2084"/>
                    <a:pt x="310" y="2215"/>
                    <a:pt x="250" y="2322"/>
                  </a:cubicBezTo>
                  <a:lnTo>
                    <a:pt x="215" y="2418"/>
                  </a:lnTo>
                  <a:lnTo>
                    <a:pt x="631" y="2299"/>
                  </a:lnTo>
                  <a:lnTo>
                    <a:pt x="7537" y="453"/>
                  </a:lnTo>
                  <a:lnTo>
                    <a:pt x="7537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28"/>
            <p:cNvSpPr/>
            <p:nvPr/>
          </p:nvSpPr>
          <p:spPr>
            <a:xfrm>
              <a:off x="6725825" y="4654575"/>
              <a:ext cx="17300" cy="9550"/>
            </a:xfrm>
            <a:custGeom>
              <a:avLst/>
              <a:gdLst/>
              <a:ahLst/>
              <a:cxnLst/>
              <a:rect l="l" t="t" r="r" b="b"/>
              <a:pathLst>
                <a:path w="692" h="382" extrusionOk="0">
                  <a:moveTo>
                    <a:pt x="227" y="0"/>
                  </a:moveTo>
                  <a:lnTo>
                    <a:pt x="1" y="381"/>
                  </a:lnTo>
                  <a:lnTo>
                    <a:pt x="525" y="381"/>
                  </a:lnTo>
                  <a:lnTo>
                    <a:pt x="691" y="84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28"/>
            <p:cNvSpPr/>
            <p:nvPr/>
          </p:nvSpPr>
          <p:spPr>
            <a:xfrm>
              <a:off x="6737150" y="4455550"/>
              <a:ext cx="117875" cy="190425"/>
            </a:xfrm>
            <a:custGeom>
              <a:avLst/>
              <a:gdLst/>
              <a:ahLst/>
              <a:cxnLst/>
              <a:rect l="l" t="t" r="r" b="b"/>
              <a:pathLst>
                <a:path w="4715" h="7617" extrusionOk="0">
                  <a:moveTo>
                    <a:pt x="4478" y="0"/>
                  </a:moveTo>
                  <a:cubicBezTo>
                    <a:pt x="4455" y="0"/>
                    <a:pt x="4430" y="3"/>
                    <a:pt x="4405" y="8"/>
                  </a:cubicBezTo>
                  <a:cubicBezTo>
                    <a:pt x="4405" y="20"/>
                    <a:pt x="4382" y="20"/>
                    <a:pt x="4382" y="20"/>
                  </a:cubicBezTo>
                  <a:lnTo>
                    <a:pt x="4370" y="20"/>
                  </a:lnTo>
                  <a:lnTo>
                    <a:pt x="4358" y="32"/>
                  </a:lnTo>
                  <a:cubicBezTo>
                    <a:pt x="4358" y="56"/>
                    <a:pt x="4346" y="56"/>
                    <a:pt x="4346" y="56"/>
                  </a:cubicBezTo>
                  <a:lnTo>
                    <a:pt x="4334" y="68"/>
                  </a:lnTo>
                  <a:lnTo>
                    <a:pt x="4310" y="79"/>
                  </a:lnTo>
                  <a:cubicBezTo>
                    <a:pt x="4298" y="79"/>
                    <a:pt x="4298" y="91"/>
                    <a:pt x="4286" y="115"/>
                  </a:cubicBezTo>
                  <a:lnTo>
                    <a:pt x="4227" y="222"/>
                  </a:lnTo>
                  <a:lnTo>
                    <a:pt x="0" y="7521"/>
                  </a:lnTo>
                  <a:lnTo>
                    <a:pt x="453" y="7616"/>
                  </a:lnTo>
                  <a:lnTo>
                    <a:pt x="4548" y="508"/>
                  </a:lnTo>
                  <a:lnTo>
                    <a:pt x="4608" y="389"/>
                  </a:lnTo>
                  <a:lnTo>
                    <a:pt x="4655" y="318"/>
                  </a:lnTo>
                  <a:cubicBezTo>
                    <a:pt x="4715" y="210"/>
                    <a:pt x="4667" y="79"/>
                    <a:pt x="4560" y="20"/>
                  </a:cubicBezTo>
                  <a:cubicBezTo>
                    <a:pt x="4539" y="6"/>
                    <a:pt x="4510" y="0"/>
                    <a:pt x="4478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28"/>
            <p:cNvSpPr/>
            <p:nvPr/>
          </p:nvSpPr>
          <p:spPr>
            <a:xfrm>
              <a:off x="6337975" y="4576300"/>
              <a:ext cx="3900" cy="5375"/>
            </a:xfrm>
            <a:custGeom>
              <a:avLst/>
              <a:gdLst/>
              <a:ahLst/>
              <a:cxnLst/>
              <a:rect l="l" t="t" r="r" b="b"/>
              <a:pathLst>
                <a:path w="156" h="215" extrusionOk="0">
                  <a:moveTo>
                    <a:pt x="1" y="0"/>
                  </a:moveTo>
                  <a:lnTo>
                    <a:pt x="1" y="0"/>
                  </a:lnTo>
                  <a:cubicBezTo>
                    <a:pt x="13" y="95"/>
                    <a:pt x="72" y="179"/>
                    <a:pt x="156" y="214"/>
                  </a:cubicBezTo>
                  <a:lnTo>
                    <a:pt x="156" y="4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28"/>
            <p:cNvSpPr/>
            <p:nvPr/>
          </p:nvSpPr>
          <p:spPr>
            <a:xfrm>
              <a:off x="6410025" y="4583425"/>
              <a:ext cx="434000" cy="80700"/>
            </a:xfrm>
            <a:custGeom>
              <a:avLst/>
              <a:gdLst/>
              <a:ahLst/>
              <a:cxnLst/>
              <a:rect l="l" t="t" r="r" b="b"/>
              <a:pathLst>
                <a:path w="17360" h="3228" extrusionOk="0">
                  <a:moveTo>
                    <a:pt x="107" y="1"/>
                  </a:moveTo>
                  <a:cubicBezTo>
                    <a:pt x="95" y="144"/>
                    <a:pt x="60" y="298"/>
                    <a:pt x="0" y="429"/>
                  </a:cubicBezTo>
                  <a:lnTo>
                    <a:pt x="12859" y="2846"/>
                  </a:lnTo>
                  <a:lnTo>
                    <a:pt x="13323" y="2930"/>
                  </a:lnTo>
                  <a:lnTo>
                    <a:pt x="14931" y="3227"/>
                  </a:lnTo>
                  <a:lnTo>
                    <a:pt x="17359" y="3227"/>
                  </a:lnTo>
                  <a:lnTo>
                    <a:pt x="13561" y="2513"/>
                  </a:lnTo>
                  <a:lnTo>
                    <a:pt x="13097" y="241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28"/>
            <p:cNvSpPr/>
            <p:nvPr/>
          </p:nvSpPr>
          <p:spPr>
            <a:xfrm>
              <a:off x="5778675" y="4344125"/>
              <a:ext cx="436700" cy="105675"/>
            </a:xfrm>
            <a:custGeom>
              <a:avLst/>
              <a:gdLst/>
              <a:ahLst/>
              <a:cxnLst/>
              <a:rect l="l" t="t" r="r" b="b"/>
              <a:pathLst>
                <a:path w="17468" h="4227" extrusionOk="0">
                  <a:moveTo>
                    <a:pt x="17384" y="0"/>
                  </a:moveTo>
                  <a:lnTo>
                    <a:pt x="1" y="3786"/>
                  </a:lnTo>
                  <a:cubicBezTo>
                    <a:pt x="25" y="3905"/>
                    <a:pt x="60" y="4048"/>
                    <a:pt x="49" y="4179"/>
                  </a:cubicBezTo>
                  <a:lnTo>
                    <a:pt x="49" y="4227"/>
                  </a:lnTo>
                  <a:lnTo>
                    <a:pt x="17467" y="429"/>
                  </a:lnTo>
                  <a:cubicBezTo>
                    <a:pt x="17432" y="286"/>
                    <a:pt x="17396" y="155"/>
                    <a:pt x="1738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28"/>
            <p:cNvSpPr/>
            <p:nvPr/>
          </p:nvSpPr>
          <p:spPr>
            <a:xfrm>
              <a:off x="5778975" y="4449775"/>
              <a:ext cx="566475" cy="127425"/>
            </a:xfrm>
            <a:custGeom>
              <a:avLst/>
              <a:gdLst/>
              <a:ahLst/>
              <a:cxnLst/>
              <a:rect l="l" t="t" r="r" b="b"/>
              <a:pathLst>
                <a:path w="22659" h="5097" extrusionOk="0">
                  <a:moveTo>
                    <a:pt x="48" y="1"/>
                  </a:moveTo>
                  <a:cubicBezTo>
                    <a:pt x="37" y="72"/>
                    <a:pt x="13" y="132"/>
                    <a:pt x="1" y="191"/>
                  </a:cubicBezTo>
                  <a:lnTo>
                    <a:pt x="691" y="596"/>
                  </a:lnTo>
                  <a:lnTo>
                    <a:pt x="22373" y="5061"/>
                  </a:lnTo>
                  <a:lnTo>
                    <a:pt x="22539" y="5097"/>
                  </a:lnTo>
                  <a:cubicBezTo>
                    <a:pt x="22551" y="4942"/>
                    <a:pt x="22575" y="4799"/>
                    <a:pt x="22658" y="4656"/>
                  </a:cubicBezTo>
                  <a:lnTo>
                    <a:pt x="4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28"/>
            <p:cNvSpPr/>
            <p:nvPr/>
          </p:nvSpPr>
          <p:spPr>
            <a:xfrm>
              <a:off x="6395425" y="4603375"/>
              <a:ext cx="42600" cy="60750"/>
            </a:xfrm>
            <a:custGeom>
              <a:avLst/>
              <a:gdLst/>
              <a:ahLst/>
              <a:cxnLst/>
              <a:rect l="l" t="t" r="r" b="b"/>
              <a:pathLst>
                <a:path w="1704" h="2430" extrusionOk="0">
                  <a:moveTo>
                    <a:pt x="346" y="0"/>
                  </a:moveTo>
                  <a:cubicBezTo>
                    <a:pt x="239" y="120"/>
                    <a:pt x="144" y="215"/>
                    <a:pt x="1" y="286"/>
                  </a:cubicBezTo>
                  <a:lnTo>
                    <a:pt x="1191" y="2429"/>
                  </a:lnTo>
                  <a:lnTo>
                    <a:pt x="1703" y="242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28"/>
            <p:cNvSpPr/>
            <p:nvPr/>
          </p:nvSpPr>
          <p:spPr>
            <a:xfrm>
              <a:off x="6271300" y="4385800"/>
              <a:ext cx="100350" cy="163725"/>
            </a:xfrm>
            <a:custGeom>
              <a:avLst/>
              <a:gdLst/>
              <a:ahLst/>
              <a:cxnLst/>
              <a:rect l="l" t="t" r="r" b="b"/>
              <a:pathLst>
                <a:path w="4014" h="6549" extrusionOk="0">
                  <a:moveTo>
                    <a:pt x="429" y="0"/>
                  </a:moveTo>
                  <a:cubicBezTo>
                    <a:pt x="298" y="60"/>
                    <a:pt x="144" y="107"/>
                    <a:pt x="1" y="131"/>
                  </a:cubicBezTo>
                  <a:lnTo>
                    <a:pt x="3585" y="6548"/>
                  </a:lnTo>
                  <a:cubicBezTo>
                    <a:pt x="3716" y="6477"/>
                    <a:pt x="3870" y="6429"/>
                    <a:pt x="4013" y="6406"/>
                  </a:cubicBezTo>
                  <a:lnTo>
                    <a:pt x="42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28"/>
            <p:cNvSpPr/>
            <p:nvPr/>
          </p:nvSpPr>
          <p:spPr>
            <a:xfrm>
              <a:off x="5772725" y="4454250"/>
              <a:ext cx="364950" cy="209875"/>
            </a:xfrm>
            <a:custGeom>
              <a:avLst/>
              <a:gdLst/>
              <a:ahLst/>
              <a:cxnLst/>
              <a:rect l="l" t="t" r="r" b="b"/>
              <a:pathLst>
                <a:path w="14598" h="8395" extrusionOk="0">
                  <a:moveTo>
                    <a:pt x="239" y="0"/>
                  </a:moveTo>
                  <a:cubicBezTo>
                    <a:pt x="179" y="155"/>
                    <a:pt x="108" y="286"/>
                    <a:pt x="1" y="393"/>
                  </a:cubicBezTo>
                  <a:lnTo>
                    <a:pt x="13705" y="8394"/>
                  </a:lnTo>
                  <a:lnTo>
                    <a:pt x="14598" y="8394"/>
                  </a:lnTo>
                  <a:lnTo>
                    <a:pt x="918" y="417"/>
                  </a:lnTo>
                  <a:lnTo>
                    <a:pt x="239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28"/>
            <p:cNvSpPr/>
            <p:nvPr/>
          </p:nvSpPr>
          <p:spPr>
            <a:xfrm>
              <a:off x="6341850" y="4544475"/>
              <a:ext cx="72350" cy="71050"/>
            </a:xfrm>
            <a:custGeom>
              <a:avLst/>
              <a:gdLst/>
              <a:ahLst/>
              <a:cxnLst/>
              <a:rect l="l" t="t" r="r" b="b"/>
              <a:pathLst>
                <a:path w="2894" h="2842" extrusionOk="0">
                  <a:moveTo>
                    <a:pt x="1417" y="1"/>
                  </a:moveTo>
                  <a:cubicBezTo>
                    <a:pt x="1338" y="1"/>
                    <a:pt x="1261" y="15"/>
                    <a:pt x="1179" y="23"/>
                  </a:cubicBezTo>
                  <a:cubicBezTo>
                    <a:pt x="1036" y="59"/>
                    <a:pt x="882" y="94"/>
                    <a:pt x="751" y="166"/>
                  </a:cubicBezTo>
                  <a:cubicBezTo>
                    <a:pt x="465" y="321"/>
                    <a:pt x="239" y="559"/>
                    <a:pt x="108" y="856"/>
                  </a:cubicBezTo>
                  <a:cubicBezTo>
                    <a:pt x="60" y="987"/>
                    <a:pt x="24" y="1142"/>
                    <a:pt x="1" y="1285"/>
                  </a:cubicBezTo>
                  <a:lnTo>
                    <a:pt x="1" y="1297"/>
                  </a:lnTo>
                  <a:lnTo>
                    <a:pt x="1" y="1464"/>
                  </a:lnTo>
                  <a:cubicBezTo>
                    <a:pt x="36" y="2178"/>
                    <a:pt x="584" y="2773"/>
                    <a:pt x="1298" y="2833"/>
                  </a:cubicBezTo>
                  <a:cubicBezTo>
                    <a:pt x="1351" y="2839"/>
                    <a:pt x="1403" y="2842"/>
                    <a:pt x="1455" y="2842"/>
                  </a:cubicBezTo>
                  <a:cubicBezTo>
                    <a:pt x="1707" y="2842"/>
                    <a:pt x="1946" y="2771"/>
                    <a:pt x="2144" y="2642"/>
                  </a:cubicBezTo>
                  <a:cubicBezTo>
                    <a:pt x="2287" y="2571"/>
                    <a:pt x="2382" y="2476"/>
                    <a:pt x="2489" y="2345"/>
                  </a:cubicBezTo>
                  <a:cubicBezTo>
                    <a:pt x="2584" y="2225"/>
                    <a:pt x="2656" y="2106"/>
                    <a:pt x="2715" y="1975"/>
                  </a:cubicBezTo>
                  <a:cubicBezTo>
                    <a:pt x="2775" y="1833"/>
                    <a:pt x="2799" y="1690"/>
                    <a:pt x="2822" y="1535"/>
                  </a:cubicBezTo>
                  <a:cubicBezTo>
                    <a:pt x="2894" y="761"/>
                    <a:pt x="2310" y="82"/>
                    <a:pt x="1525" y="11"/>
                  </a:cubicBezTo>
                  <a:cubicBezTo>
                    <a:pt x="1488" y="4"/>
                    <a:pt x="1452" y="1"/>
                    <a:pt x="141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28"/>
            <p:cNvSpPr/>
            <p:nvPr/>
          </p:nvSpPr>
          <p:spPr>
            <a:xfrm>
              <a:off x="6212375" y="4289200"/>
              <a:ext cx="100625" cy="100600"/>
            </a:xfrm>
            <a:custGeom>
              <a:avLst/>
              <a:gdLst/>
              <a:ahLst/>
              <a:cxnLst/>
              <a:rect l="l" t="t" r="r" b="b"/>
              <a:pathLst>
                <a:path w="4025" h="4024" extrusionOk="0">
                  <a:moveTo>
                    <a:pt x="2038" y="1"/>
                  </a:moveTo>
                  <a:cubicBezTo>
                    <a:pt x="1006" y="1"/>
                    <a:pt x="115" y="796"/>
                    <a:pt x="24" y="1840"/>
                  </a:cubicBezTo>
                  <a:cubicBezTo>
                    <a:pt x="0" y="1959"/>
                    <a:pt x="0" y="2078"/>
                    <a:pt x="24" y="2197"/>
                  </a:cubicBezTo>
                  <a:cubicBezTo>
                    <a:pt x="36" y="2352"/>
                    <a:pt x="60" y="2495"/>
                    <a:pt x="108" y="2626"/>
                  </a:cubicBezTo>
                  <a:cubicBezTo>
                    <a:pt x="358" y="3376"/>
                    <a:pt x="1036" y="3935"/>
                    <a:pt x="1846" y="4019"/>
                  </a:cubicBezTo>
                  <a:cubicBezTo>
                    <a:pt x="1890" y="4022"/>
                    <a:pt x="1934" y="4023"/>
                    <a:pt x="1978" y="4023"/>
                  </a:cubicBezTo>
                  <a:cubicBezTo>
                    <a:pt x="2107" y="4023"/>
                    <a:pt x="2230" y="4010"/>
                    <a:pt x="2346" y="3983"/>
                  </a:cubicBezTo>
                  <a:cubicBezTo>
                    <a:pt x="2501" y="3971"/>
                    <a:pt x="2655" y="3924"/>
                    <a:pt x="2786" y="3864"/>
                  </a:cubicBezTo>
                  <a:cubicBezTo>
                    <a:pt x="3417" y="3602"/>
                    <a:pt x="3894" y="3031"/>
                    <a:pt x="4013" y="2328"/>
                  </a:cubicBezTo>
                  <a:cubicBezTo>
                    <a:pt x="4013" y="2292"/>
                    <a:pt x="4025" y="2233"/>
                    <a:pt x="4025" y="2185"/>
                  </a:cubicBezTo>
                  <a:lnTo>
                    <a:pt x="4025" y="1899"/>
                  </a:lnTo>
                  <a:cubicBezTo>
                    <a:pt x="3989" y="1578"/>
                    <a:pt x="3906" y="1257"/>
                    <a:pt x="3739" y="995"/>
                  </a:cubicBezTo>
                  <a:cubicBezTo>
                    <a:pt x="3667" y="864"/>
                    <a:pt x="3572" y="745"/>
                    <a:pt x="3465" y="637"/>
                  </a:cubicBezTo>
                  <a:cubicBezTo>
                    <a:pt x="3144" y="292"/>
                    <a:pt x="2703" y="54"/>
                    <a:pt x="2191" y="6"/>
                  </a:cubicBezTo>
                  <a:cubicBezTo>
                    <a:pt x="2140" y="2"/>
                    <a:pt x="2089" y="1"/>
                    <a:pt x="2038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28"/>
            <p:cNvSpPr/>
            <p:nvPr/>
          </p:nvSpPr>
          <p:spPr>
            <a:xfrm>
              <a:off x="6886575" y="1575550"/>
              <a:ext cx="19050" cy="17950"/>
            </a:xfrm>
            <a:custGeom>
              <a:avLst/>
              <a:gdLst/>
              <a:ahLst/>
              <a:cxnLst/>
              <a:rect l="l" t="t" r="r" b="b"/>
              <a:pathLst>
                <a:path w="762" h="718" extrusionOk="0">
                  <a:moveTo>
                    <a:pt x="367" y="0"/>
                  </a:moveTo>
                  <a:cubicBezTo>
                    <a:pt x="308" y="0"/>
                    <a:pt x="251" y="22"/>
                    <a:pt x="202" y="51"/>
                  </a:cubicBezTo>
                  <a:cubicBezTo>
                    <a:pt x="95" y="111"/>
                    <a:pt x="36" y="206"/>
                    <a:pt x="24" y="325"/>
                  </a:cubicBezTo>
                  <a:cubicBezTo>
                    <a:pt x="0" y="539"/>
                    <a:pt x="155" y="706"/>
                    <a:pt x="345" y="718"/>
                  </a:cubicBezTo>
                  <a:cubicBezTo>
                    <a:pt x="405" y="718"/>
                    <a:pt x="464" y="706"/>
                    <a:pt x="512" y="682"/>
                  </a:cubicBezTo>
                  <a:cubicBezTo>
                    <a:pt x="631" y="646"/>
                    <a:pt x="714" y="539"/>
                    <a:pt x="738" y="384"/>
                  </a:cubicBezTo>
                  <a:cubicBezTo>
                    <a:pt x="762" y="194"/>
                    <a:pt x="595" y="15"/>
                    <a:pt x="405" y="3"/>
                  </a:cubicBezTo>
                  <a:cubicBezTo>
                    <a:pt x="392" y="1"/>
                    <a:pt x="380" y="0"/>
                    <a:pt x="36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28"/>
            <p:cNvSpPr/>
            <p:nvPr/>
          </p:nvSpPr>
          <p:spPr>
            <a:xfrm>
              <a:off x="6612725" y="2909675"/>
              <a:ext cx="36925" cy="36225"/>
            </a:xfrm>
            <a:custGeom>
              <a:avLst/>
              <a:gdLst/>
              <a:ahLst/>
              <a:cxnLst/>
              <a:rect l="l" t="t" r="r" b="b"/>
              <a:pathLst>
                <a:path w="1477" h="1449" extrusionOk="0">
                  <a:moveTo>
                    <a:pt x="765" y="1"/>
                  </a:moveTo>
                  <a:cubicBezTo>
                    <a:pt x="380" y="1"/>
                    <a:pt x="59" y="291"/>
                    <a:pt x="36" y="669"/>
                  </a:cubicBezTo>
                  <a:cubicBezTo>
                    <a:pt x="0" y="1074"/>
                    <a:pt x="298" y="1419"/>
                    <a:pt x="703" y="1443"/>
                  </a:cubicBezTo>
                  <a:cubicBezTo>
                    <a:pt x="732" y="1446"/>
                    <a:pt x="761" y="1448"/>
                    <a:pt x="790" y="1448"/>
                  </a:cubicBezTo>
                  <a:cubicBezTo>
                    <a:pt x="1039" y="1448"/>
                    <a:pt x="1252" y="1312"/>
                    <a:pt x="1369" y="1109"/>
                  </a:cubicBezTo>
                  <a:cubicBezTo>
                    <a:pt x="1429" y="1014"/>
                    <a:pt x="1465" y="907"/>
                    <a:pt x="1477" y="788"/>
                  </a:cubicBezTo>
                  <a:cubicBezTo>
                    <a:pt x="1477" y="752"/>
                    <a:pt x="1477" y="705"/>
                    <a:pt x="1465" y="657"/>
                  </a:cubicBezTo>
                  <a:lnTo>
                    <a:pt x="1465" y="645"/>
                  </a:lnTo>
                  <a:cubicBezTo>
                    <a:pt x="1417" y="312"/>
                    <a:pt x="1167" y="38"/>
                    <a:pt x="810" y="2"/>
                  </a:cubicBezTo>
                  <a:cubicBezTo>
                    <a:pt x="795" y="1"/>
                    <a:pt x="780" y="1"/>
                    <a:pt x="76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28"/>
            <p:cNvSpPr/>
            <p:nvPr/>
          </p:nvSpPr>
          <p:spPr>
            <a:xfrm>
              <a:off x="6607950" y="4033250"/>
              <a:ext cx="50925" cy="50550"/>
            </a:xfrm>
            <a:custGeom>
              <a:avLst/>
              <a:gdLst/>
              <a:ahLst/>
              <a:cxnLst/>
              <a:rect l="l" t="t" r="r" b="b"/>
              <a:pathLst>
                <a:path w="2037" h="2022" extrusionOk="0">
                  <a:moveTo>
                    <a:pt x="1019" y="1"/>
                  </a:moveTo>
                  <a:cubicBezTo>
                    <a:pt x="930" y="1"/>
                    <a:pt x="843" y="14"/>
                    <a:pt x="763" y="41"/>
                  </a:cubicBezTo>
                  <a:cubicBezTo>
                    <a:pt x="358" y="148"/>
                    <a:pt x="48" y="505"/>
                    <a:pt x="13" y="934"/>
                  </a:cubicBezTo>
                  <a:cubicBezTo>
                    <a:pt x="1" y="1124"/>
                    <a:pt x="25" y="1291"/>
                    <a:pt x="108" y="1458"/>
                  </a:cubicBezTo>
                  <a:cubicBezTo>
                    <a:pt x="179" y="1600"/>
                    <a:pt x="275" y="1720"/>
                    <a:pt x="394" y="1815"/>
                  </a:cubicBezTo>
                  <a:cubicBezTo>
                    <a:pt x="537" y="1934"/>
                    <a:pt x="727" y="2005"/>
                    <a:pt x="941" y="2017"/>
                  </a:cubicBezTo>
                  <a:cubicBezTo>
                    <a:pt x="969" y="2020"/>
                    <a:pt x="997" y="2021"/>
                    <a:pt x="1024" y="2021"/>
                  </a:cubicBezTo>
                  <a:cubicBezTo>
                    <a:pt x="1110" y="2021"/>
                    <a:pt x="1187" y="2006"/>
                    <a:pt x="1251" y="1970"/>
                  </a:cubicBezTo>
                  <a:cubicBezTo>
                    <a:pt x="1406" y="1946"/>
                    <a:pt x="1537" y="1874"/>
                    <a:pt x="1656" y="1779"/>
                  </a:cubicBezTo>
                  <a:cubicBezTo>
                    <a:pt x="1775" y="1696"/>
                    <a:pt x="1858" y="1589"/>
                    <a:pt x="1918" y="1470"/>
                  </a:cubicBezTo>
                  <a:cubicBezTo>
                    <a:pt x="1977" y="1350"/>
                    <a:pt x="2013" y="1219"/>
                    <a:pt x="2025" y="1077"/>
                  </a:cubicBezTo>
                  <a:cubicBezTo>
                    <a:pt x="2037" y="874"/>
                    <a:pt x="2001" y="660"/>
                    <a:pt x="1894" y="505"/>
                  </a:cubicBezTo>
                  <a:cubicBezTo>
                    <a:pt x="1799" y="362"/>
                    <a:pt x="1703" y="267"/>
                    <a:pt x="1584" y="172"/>
                  </a:cubicBezTo>
                  <a:cubicBezTo>
                    <a:pt x="1465" y="100"/>
                    <a:pt x="1346" y="53"/>
                    <a:pt x="1203" y="29"/>
                  </a:cubicBezTo>
                  <a:cubicBezTo>
                    <a:pt x="1179" y="29"/>
                    <a:pt x="1132" y="5"/>
                    <a:pt x="1108" y="5"/>
                  </a:cubicBezTo>
                  <a:cubicBezTo>
                    <a:pt x="1078" y="2"/>
                    <a:pt x="1049" y="1"/>
                    <a:pt x="1019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28"/>
            <p:cNvSpPr/>
            <p:nvPr/>
          </p:nvSpPr>
          <p:spPr>
            <a:xfrm>
              <a:off x="6996400" y="4166875"/>
              <a:ext cx="36325" cy="36000"/>
            </a:xfrm>
            <a:custGeom>
              <a:avLst/>
              <a:gdLst/>
              <a:ahLst/>
              <a:cxnLst/>
              <a:rect l="l" t="t" r="r" b="b"/>
              <a:pathLst>
                <a:path w="1453" h="1440" extrusionOk="0">
                  <a:moveTo>
                    <a:pt x="733" y="1"/>
                  </a:moveTo>
                  <a:cubicBezTo>
                    <a:pt x="700" y="1"/>
                    <a:pt x="671" y="6"/>
                    <a:pt x="631" y="6"/>
                  </a:cubicBezTo>
                  <a:cubicBezTo>
                    <a:pt x="465" y="18"/>
                    <a:pt x="334" y="101"/>
                    <a:pt x="227" y="196"/>
                  </a:cubicBezTo>
                  <a:cubicBezTo>
                    <a:pt x="119" y="304"/>
                    <a:pt x="60" y="423"/>
                    <a:pt x="36" y="577"/>
                  </a:cubicBezTo>
                  <a:cubicBezTo>
                    <a:pt x="36" y="601"/>
                    <a:pt x="12" y="613"/>
                    <a:pt x="12" y="649"/>
                  </a:cubicBezTo>
                  <a:cubicBezTo>
                    <a:pt x="0" y="780"/>
                    <a:pt x="36" y="899"/>
                    <a:pt x="84" y="1030"/>
                  </a:cubicBezTo>
                  <a:cubicBezTo>
                    <a:pt x="191" y="1256"/>
                    <a:pt x="405" y="1423"/>
                    <a:pt x="667" y="1435"/>
                  </a:cubicBezTo>
                  <a:cubicBezTo>
                    <a:pt x="696" y="1438"/>
                    <a:pt x="724" y="1440"/>
                    <a:pt x="752" y="1440"/>
                  </a:cubicBezTo>
                  <a:cubicBezTo>
                    <a:pt x="1119" y="1440"/>
                    <a:pt x="1419" y="1156"/>
                    <a:pt x="1441" y="780"/>
                  </a:cubicBezTo>
                  <a:cubicBezTo>
                    <a:pt x="1453" y="399"/>
                    <a:pt x="1155" y="42"/>
                    <a:pt x="786" y="6"/>
                  </a:cubicBezTo>
                  <a:cubicBezTo>
                    <a:pt x="766" y="2"/>
                    <a:pt x="749" y="1"/>
                    <a:pt x="73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28"/>
            <p:cNvSpPr/>
            <p:nvPr/>
          </p:nvSpPr>
          <p:spPr>
            <a:xfrm>
              <a:off x="6710350" y="4394000"/>
              <a:ext cx="37225" cy="35950"/>
            </a:xfrm>
            <a:custGeom>
              <a:avLst/>
              <a:gdLst/>
              <a:ahLst/>
              <a:cxnLst/>
              <a:rect l="l" t="t" r="r" b="b"/>
              <a:pathLst>
                <a:path w="1489" h="1438" extrusionOk="0">
                  <a:moveTo>
                    <a:pt x="737" y="0"/>
                  </a:moveTo>
                  <a:cubicBezTo>
                    <a:pt x="370" y="0"/>
                    <a:pt x="70" y="284"/>
                    <a:pt x="48" y="660"/>
                  </a:cubicBezTo>
                  <a:cubicBezTo>
                    <a:pt x="1" y="1053"/>
                    <a:pt x="298" y="1398"/>
                    <a:pt x="703" y="1434"/>
                  </a:cubicBezTo>
                  <a:cubicBezTo>
                    <a:pt x="724" y="1436"/>
                    <a:pt x="746" y="1437"/>
                    <a:pt x="767" y="1437"/>
                  </a:cubicBezTo>
                  <a:cubicBezTo>
                    <a:pt x="1133" y="1437"/>
                    <a:pt x="1443" y="1151"/>
                    <a:pt x="1477" y="779"/>
                  </a:cubicBezTo>
                  <a:cubicBezTo>
                    <a:pt x="1489" y="386"/>
                    <a:pt x="1203" y="41"/>
                    <a:pt x="822" y="5"/>
                  </a:cubicBezTo>
                  <a:cubicBezTo>
                    <a:pt x="793" y="2"/>
                    <a:pt x="765" y="0"/>
                    <a:pt x="73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28"/>
            <p:cNvSpPr/>
            <p:nvPr/>
          </p:nvSpPr>
          <p:spPr>
            <a:xfrm>
              <a:off x="6609750" y="3484075"/>
              <a:ext cx="35725" cy="35675"/>
            </a:xfrm>
            <a:custGeom>
              <a:avLst/>
              <a:gdLst/>
              <a:ahLst/>
              <a:cxnLst/>
              <a:rect l="l" t="t" r="r" b="b"/>
              <a:pathLst>
                <a:path w="1429" h="1427" extrusionOk="0">
                  <a:moveTo>
                    <a:pt x="700" y="1"/>
                  </a:moveTo>
                  <a:cubicBezTo>
                    <a:pt x="418" y="1"/>
                    <a:pt x="158" y="184"/>
                    <a:pt x="60" y="458"/>
                  </a:cubicBezTo>
                  <a:cubicBezTo>
                    <a:pt x="48" y="517"/>
                    <a:pt x="24" y="577"/>
                    <a:pt x="24" y="648"/>
                  </a:cubicBezTo>
                  <a:cubicBezTo>
                    <a:pt x="0" y="755"/>
                    <a:pt x="36" y="850"/>
                    <a:pt x="60" y="958"/>
                  </a:cubicBezTo>
                  <a:cubicBezTo>
                    <a:pt x="84" y="993"/>
                    <a:pt x="84" y="1005"/>
                    <a:pt x="95" y="1041"/>
                  </a:cubicBezTo>
                  <a:cubicBezTo>
                    <a:pt x="155" y="1172"/>
                    <a:pt x="274" y="1279"/>
                    <a:pt x="405" y="1350"/>
                  </a:cubicBezTo>
                  <a:cubicBezTo>
                    <a:pt x="417" y="1362"/>
                    <a:pt x="453" y="1362"/>
                    <a:pt x="465" y="1374"/>
                  </a:cubicBezTo>
                  <a:cubicBezTo>
                    <a:pt x="524" y="1398"/>
                    <a:pt x="584" y="1422"/>
                    <a:pt x="655" y="1422"/>
                  </a:cubicBezTo>
                  <a:cubicBezTo>
                    <a:pt x="683" y="1425"/>
                    <a:pt x="710" y="1427"/>
                    <a:pt x="736" y="1427"/>
                  </a:cubicBezTo>
                  <a:cubicBezTo>
                    <a:pt x="799" y="1427"/>
                    <a:pt x="858" y="1418"/>
                    <a:pt x="917" y="1410"/>
                  </a:cubicBezTo>
                  <a:cubicBezTo>
                    <a:pt x="1036" y="1374"/>
                    <a:pt x="1155" y="1315"/>
                    <a:pt x="1227" y="1243"/>
                  </a:cubicBezTo>
                  <a:lnTo>
                    <a:pt x="1238" y="1231"/>
                  </a:lnTo>
                  <a:cubicBezTo>
                    <a:pt x="1346" y="1112"/>
                    <a:pt x="1417" y="958"/>
                    <a:pt x="1429" y="779"/>
                  </a:cubicBezTo>
                  <a:cubicBezTo>
                    <a:pt x="1429" y="684"/>
                    <a:pt x="1429" y="600"/>
                    <a:pt x="1405" y="517"/>
                  </a:cubicBezTo>
                  <a:cubicBezTo>
                    <a:pt x="1358" y="362"/>
                    <a:pt x="1262" y="231"/>
                    <a:pt x="1143" y="148"/>
                  </a:cubicBezTo>
                  <a:cubicBezTo>
                    <a:pt x="1048" y="65"/>
                    <a:pt x="917" y="29"/>
                    <a:pt x="774" y="5"/>
                  </a:cubicBezTo>
                  <a:cubicBezTo>
                    <a:pt x="749" y="2"/>
                    <a:pt x="724" y="1"/>
                    <a:pt x="70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28"/>
            <p:cNvSpPr/>
            <p:nvPr/>
          </p:nvSpPr>
          <p:spPr>
            <a:xfrm>
              <a:off x="7027050" y="3205875"/>
              <a:ext cx="8950" cy="31275"/>
            </a:xfrm>
            <a:custGeom>
              <a:avLst/>
              <a:gdLst/>
              <a:ahLst/>
              <a:cxnLst/>
              <a:rect l="l" t="t" r="r" b="b"/>
              <a:pathLst>
                <a:path w="358" h="1251" extrusionOk="0">
                  <a:moveTo>
                    <a:pt x="358" y="1"/>
                  </a:moveTo>
                  <a:cubicBezTo>
                    <a:pt x="334" y="25"/>
                    <a:pt x="310" y="36"/>
                    <a:pt x="298" y="48"/>
                  </a:cubicBezTo>
                  <a:cubicBezTo>
                    <a:pt x="132" y="167"/>
                    <a:pt x="13" y="346"/>
                    <a:pt x="1" y="572"/>
                  </a:cubicBezTo>
                  <a:cubicBezTo>
                    <a:pt x="1" y="656"/>
                    <a:pt x="1" y="751"/>
                    <a:pt x="25" y="834"/>
                  </a:cubicBezTo>
                  <a:cubicBezTo>
                    <a:pt x="72" y="989"/>
                    <a:pt x="179" y="1108"/>
                    <a:pt x="275" y="1215"/>
                  </a:cubicBezTo>
                  <a:cubicBezTo>
                    <a:pt x="310" y="1227"/>
                    <a:pt x="322" y="1239"/>
                    <a:pt x="358" y="1251"/>
                  </a:cubicBezTo>
                  <a:lnTo>
                    <a:pt x="358" y="1"/>
                  </a:ln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28"/>
            <p:cNvSpPr/>
            <p:nvPr/>
          </p:nvSpPr>
          <p:spPr>
            <a:xfrm>
              <a:off x="6923175" y="1659900"/>
              <a:ext cx="35750" cy="35150"/>
            </a:xfrm>
            <a:custGeom>
              <a:avLst/>
              <a:gdLst/>
              <a:ahLst/>
              <a:cxnLst/>
              <a:rect l="l" t="t" r="r" b="b"/>
              <a:pathLst>
                <a:path w="1430" h="1406" extrusionOk="0">
                  <a:moveTo>
                    <a:pt x="681" y="1"/>
                  </a:moveTo>
                  <a:cubicBezTo>
                    <a:pt x="607" y="1"/>
                    <a:pt x="536" y="18"/>
                    <a:pt x="477" y="35"/>
                  </a:cubicBezTo>
                  <a:cubicBezTo>
                    <a:pt x="227" y="130"/>
                    <a:pt x="24" y="344"/>
                    <a:pt x="12" y="642"/>
                  </a:cubicBezTo>
                  <a:cubicBezTo>
                    <a:pt x="0" y="844"/>
                    <a:pt x="60" y="1035"/>
                    <a:pt x="179" y="1166"/>
                  </a:cubicBezTo>
                  <a:cubicBezTo>
                    <a:pt x="262" y="1285"/>
                    <a:pt x="405" y="1356"/>
                    <a:pt x="548" y="1392"/>
                  </a:cubicBezTo>
                  <a:cubicBezTo>
                    <a:pt x="584" y="1392"/>
                    <a:pt x="608" y="1404"/>
                    <a:pt x="655" y="1404"/>
                  </a:cubicBezTo>
                  <a:cubicBezTo>
                    <a:pt x="677" y="1405"/>
                    <a:pt x="698" y="1406"/>
                    <a:pt x="720" y="1406"/>
                  </a:cubicBezTo>
                  <a:cubicBezTo>
                    <a:pt x="874" y="1406"/>
                    <a:pt x="1016" y="1367"/>
                    <a:pt x="1132" y="1273"/>
                  </a:cubicBezTo>
                  <a:cubicBezTo>
                    <a:pt x="1263" y="1178"/>
                    <a:pt x="1370" y="1023"/>
                    <a:pt x="1394" y="844"/>
                  </a:cubicBezTo>
                  <a:cubicBezTo>
                    <a:pt x="1394" y="820"/>
                    <a:pt x="1417" y="797"/>
                    <a:pt x="1417" y="761"/>
                  </a:cubicBezTo>
                  <a:cubicBezTo>
                    <a:pt x="1429" y="546"/>
                    <a:pt x="1334" y="332"/>
                    <a:pt x="1191" y="189"/>
                  </a:cubicBezTo>
                  <a:cubicBezTo>
                    <a:pt x="1132" y="130"/>
                    <a:pt x="1060" y="82"/>
                    <a:pt x="977" y="46"/>
                  </a:cubicBezTo>
                  <a:cubicBezTo>
                    <a:pt x="917" y="35"/>
                    <a:pt x="846" y="11"/>
                    <a:pt x="774" y="11"/>
                  </a:cubicBezTo>
                  <a:cubicBezTo>
                    <a:pt x="743" y="4"/>
                    <a:pt x="712" y="1"/>
                    <a:pt x="681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28"/>
            <p:cNvSpPr/>
            <p:nvPr/>
          </p:nvSpPr>
          <p:spPr>
            <a:xfrm>
              <a:off x="6526400" y="2260750"/>
              <a:ext cx="36625" cy="35900"/>
            </a:xfrm>
            <a:custGeom>
              <a:avLst/>
              <a:gdLst/>
              <a:ahLst/>
              <a:cxnLst/>
              <a:rect l="l" t="t" r="r" b="b"/>
              <a:pathLst>
                <a:path w="1465" h="1436" extrusionOk="0">
                  <a:moveTo>
                    <a:pt x="756" y="1"/>
                  </a:moveTo>
                  <a:cubicBezTo>
                    <a:pt x="382" y="1"/>
                    <a:pt x="82" y="287"/>
                    <a:pt x="48" y="658"/>
                  </a:cubicBezTo>
                  <a:cubicBezTo>
                    <a:pt x="0" y="1063"/>
                    <a:pt x="298" y="1408"/>
                    <a:pt x="703" y="1432"/>
                  </a:cubicBezTo>
                  <a:cubicBezTo>
                    <a:pt x="727" y="1435"/>
                    <a:pt x="751" y="1436"/>
                    <a:pt x="775" y="1436"/>
                  </a:cubicBezTo>
                  <a:cubicBezTo>
                    <a:pt x="986" y="1436"/>
                    <a:pt x="1182" y="1343"/>
                    <a:pt x="1310" y="1182"/>
                  </a:cubicBezTo>
                  <a:cubicBezTo>
                    <a:pt x="1405" y="1075"/>
                    <a:pt x="1465" y="944"/>
                    <a:pt x="1465" y="765"/>
                  </a:cubicBezTo>
                  <a:lnTo>
                    <a:pt x="1465" y="754"/>
                  </a:lnTo>
                  <a:lnTo>
                    <a:pt x="1465" y="682"/>
                  </a:lnTo>
                  <a:cubicBezTo>
                    <a:pt x="1453" y="515"/>
                    <a:pt x="1393" y="384"/>
                    <a:pt x="1298" y="265"/>
                  </a:cubicBezTo>
                  <a:cubicBezTo>
                    <a:pt x="1179" y="123"/>
                    <a:pt x="1012" y="27"/>
                    <a:pt x="822" y="3"/>
                  </a:cubicBezTo>
                  <a:cubicBezTo>
                    <a:pt x="800" y="2"/>
                    <a:pt x="778" y="1"/>
                    <a:pt x="75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28"/>
            <p:cNvSpPr/>
            <p:nvPr/>
          </p:nvSpPr>
          <p:spPr>
            <a:xfrm>
              <a:off x="5728375" y="4421425"/>
              <a:ext cx="51825" cy="50475"/>
            </a:xfrm>
            <a:custGeom>
              <a:avLst/>
              <a:gdLst/>
              <a:ahLst/>
              <a:cxnLst/>
              <a:rect l="l" t="t" r="r" b="b"/>
              <a:pathLst>
                <a:path w="2073" h="2019" extrusionOk="0">
                  <a:moveTo>
                    <a:pt x="1045" y="0"/>
                  </a:moveTo>
                  <a:cubicBezTo>
                    <a:pt x="521" y="0"/>
                    <a:pt x="71" y="402"/>
                    <a:pt x="48" y="932"/>
                  </a:cubicBezTo>
                  <a:cubicBezTo>
                    <a:pt x="1" y="1492"/>
                    <a:pt x="418" y="1980"/>
                    <a:pt x="965" y="2016"/>
                  </a:cubicBezTo>
                  <a:cubicBezTo>
                    <a:pt x="992" y="2018"/>
                    <a:pt x="1019" y="2019"/>
                    <a:pt x="1046" y="2019"/>
                  </a:cubicBezTo>
                  <a:cubicBezTo>
                    <a:pt x="1333" y="2019"/>
                    <a:pt x="1579" y="1903"/>
                    <a:pt x="1775" y="1718"/>
                  </a:cubicBezTo>
                  <a:cubicBezTo>
                    <a:pt x="1870" y="1611"/>
                    <a:pt x="1965" y="1480"/>
                    <a:pt x="2013" y="1325"/>
                  </a:cubicBezTo>
                  <a:cubicBezTo>
                    <a:pt x="2037" y="1266"/>
                    <a:pt x="2037" y="1194"/>
                    <a:pt x="2061" y="1135"/>
                  </a:cubicBezTo>
                  <a:lnTo>
                    <a:pt x="2061" y="1123"/>
                  </a:lnTo>
                  <a:lnTo>
                    <a:pt x="2061" y="1075"/>
                  </a:lnTo>
                  <a:cubicBezTo>
                    <a:pt x="2072" y="944"/>
                    <a:pt x="2061" y="813"/>
                    <a:pt x="2013" y="671"/>
                  </a:cubicBezTo>
                  <a:cubicBezTo>
                    <a:pt x="1977" y="599"/>
                    <a:pt x="1942" y="528"/>
                    <a:pt x="1894" y="456"/>
                  </a:cubicBezTo>
                  <a:cubicBezTo>
                    <a:pt x="1822" y="337"/>
                    <a:pt x="1703" y="218"/>
                    <a:pt x="1561" y="135"/>
                  </a:cubicBezTo>
                  <a:cubicBezTo>
                    <a:pt x="1430" y="63"/>
                    <a:pt x="1275" y="16"/>
                    <a:pt x="1132" y="4"/>
                  </a:cubicBezTo>
                  <a:cubicBezTo>
                    <a:pt x="1103" y="1"/>
                    <a:pt x="1074" y="0"/>
                    <a:pt x="1045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28"/>
            <p:cNvSpPr/>
            <p:nvPr/>
          </p:nvSpPr>
          <p:spPr>
            <a:xfrm>
              <a:off x="6710950" y="4235475"/>
              <a:ext cx="20850" cy="20600"/>
            </a:xfrm>
            <a:custGeom>
              <a:avLst/>
              <a:gdLst/>
              <a:ahLst/>
              <a:cxnLst/>
              <a:rect l="l" t="t" r="r" b="b"/>
              <a:pathLst>
                <a:path w="834" h="824" extrusionOk="0">
                  <a:moveTo>
                    <a:pt x="405" y="0"/>
                  </a:moveTo>
                  <a:cubicBezTo>
                    <a:pt x="203" y="0"/>
                    <a:pt x="24" y="155"/>
                    <a:pt x="0" y="369"/>
                  </a:cubicBezTo>
                  <a:lnTo>
                    <a:pt x="0" y="417"/>
                  </a:lnTo>
                  <a:cubicBezTo>
                    <a:pt x="24" y="608"/>
                    <a:pt x="143" y="762"/>
                    <a:pt x="322" y="810"/>
                  </a:cubicBezTo>
                  <a:cubicBezTo>
                    <a:pt x="334" y="822"/>
                    <a:pt x="358" y="822"/>
                    <a:pt x="381" y="822"/>
                  </a:cubicBezTo>
                  <a:cubicBezTo>
                    <a:pt x="394" y="823"/>
                    <a:pt x="406" y="824"/>
                    <a:pt x="418" y="824"/>
                  </a:cubicBezTo>
                  <a:cubicBezTo>
                    <a:pt x="520" y="824"/>
                    <a:pt x="604" y="780"/>
                    <a:pt x="679" y="727"/>
                  </a:cubicBezTo>
                  <a:cubicBezTo>
                    <a:pt x="703" y="703"/>
                    <a:pt x="739" y="667"/>
                    <a:pt x="750" y="643"/>
                  </a:cubicBezTo>
                  <a:cubicBezTo>
                    <a:pt x="798" y="584"/>
                    <a:pt x="822" y="524"/>
                    <a:pt x="822" y="453"/>
                  </a:cubicBezTo>
                  <a:cubicBezTo>
                    <a:pt x="834" y="227"/>
                    <a:pt x="679" y="36"/>
                    <a:pt x="453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28"/>
            <p:cNvSpPr/>
            <p:nvPr/>
          </p:nvSpPr>
          <p:spPr>
            <a:xfrm>
              <a:off x="6828225" y="3855375"/>
              <a:ext cx="21150" cy="20450"/>
            </a:xfrm>
            <a:custGeom>
              <a:avLst/>
              <a:gdLst/>
              <a:ahLst/>
              <a:cxnLst/>
              <a:rect l="l" t="t" r="r" b="b"/>
              <a:pathLst>
                <a:path w="846" h="818" extrusionOk="0">
                  <a:moveTo>
                    <a:pt x="465" y="0"/>
                  </a:moveTo>
                  <a:cubicBezTo>
                    <a:pt x="393" y="0"/>
                    <a:pt x="334" y="12"/>
                    <a:pt x="274" y="24"/>
                  </a:cubicBezTo>
                  <a:lnTo>
                    <a:pt x="250" y="24"/>
                  </a:lnTo>
                  <a:cubicBezTo>
                    <a:pt x="119" y="83"/>
                    <a:pt x="36" y="203"/>
                    <a:pt x="12" y="369"/>
                  </a:cubicBezTo>
                  <a:cubicBezTo>
                    <a:pt x="0" y="429"/>
                    <a:pt x="12" y="488"/>
                    <a:pt x="36" y="536"/>
                  </a:cubicBezTo>
                  <a:cubicBezTo>
                    <a:pt x="60" y="595"/>
                    <a:pt x="96" y="631"/>
                    <a:pt x="119" y="679"/>
                  </a:cubicBezTo>
                  <a:cubicBezTo>
                    <a:pt x="191" y="774"/>
                    <a:pt x="286" y="810"/>
                    <a:pt x="369" y="810"/>
                  </a:cubicBezTo>
                  <a:cubicBezTo>
                    <a:pt x="392" y="815"/>
                    <a:pt x="415" y="817"/>
                    <a:pt x="438" y="817"/>
                  </a:cubicBezTo>
                  <a:cubicBezTo>
                    <a:pt x="521" y="817"/>
                    <a:pt x="599" y="785"/>
                    <a:pt x="655" y="738"/>
                  </a:cubicBezTo>
                  <a:cubicBezTo>
                    <a:pt x="762" y="679"/>
                    <a:pt x="822" y="572"/>
                    <a:pt x="834" y="441"/>
                  </a:cubicBezTo>
                  <a:cubicBezTo>
                    <a:pt x="846" y="357"/>
                    <a:pt x="822" y="250"/>
                    <a:pt x="762" y="179"/>
                  </a:cubicBezTo>
                  <a:cubicBezTo>
                    <a:pt x="703" y="72"/>
                    <a:pt x="596" y="12"/>
                    <a:pt x="465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28"/>
            <p:cNvSpPr/>
            <p:nvPr/>
          </p:nvSpPr>
          <p:spPr>
            <a:xfrm>
              <a:off x="6930325" y="4028600"/>
              <a:ext cx="21450" cy="20575"/>
            </a:xfrm>
            <a:custGeom>
              <a:avLst/>
              <a:gdLst/>
              <a:ahLst/>
              <a:cxnLst/>
              <a:rect l="l" t="t" r="r" b="b"/>
              <a:pathLst>
                <a:path w="858" h="823" extrusionOk="0">
                  <a:moveTo>
                    <a:pt x="476" y="1"/>
                  </a:moveTo>
                  <a:cubicBezTo>
                    <a:pt x="357" y="1"/>
                    <a:pt x="250" y="36"/>
                    <a:pt x="179" y="96"/>
                  </a:cubicBezTo>
                  <a:cubicBezTo>
                    <a:pt x="84" y="155"/>
                    <a:pt x="24" y="251"/>
                    <a:pt x="12" y="370"/>
                  </a:cubicBezTo>
                  <a:cubicBezTo>
                    <a:pt x="0" y="608"/>
                    <a:pt x="143" y="810"/>
                    <a:pt x="381" y="822"/>
                  </a:cubicBezTo>
                  <a:cubicBezTo>
                    <a:pt x="453" y="822"/>
                    <a:pt x="512" y="810"/>
                    <a:pt x="572" y="786"/>
                  </a:cubicBezTo>
                  <a:cubicBezTo>
                    <a:pt x="727" y="751"/>
                    <a:pt x="834" y="608"/>
                    <a:pt x="846" y="453"/>
                  </a:cubicBezTo>
                  <a:cubicBezTo>
                    <a:pt x="857" y="215"/>
                    <a:pt x="679" y="12"/>
                    <a:pt x="476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28"/>
            <p:cNvSpPr/>
            <p:nvPr/>
          </p:nvSpPr>
          <p:spPr>
            <a:xfrm>
              <a:off x="6984800" y="3178775"/>
              <a:ext cx="21450" cy="20600"/>
            </a:xfrm>
            <a:custGeom>
              <a:avLst/>
              <a:gdLst/>
              <a:ahLst/>
              <a:cxnLst/>
              <a:rect l="l" t="t" r="r" b="b"/>
              <a:pathLst>
                <a:path w="858" h="824" extrusionOk="0">
                  <a:moveTo>
                    <a:pt x="440" y="1"/>
                  </a:moveTo>
                  <a:cubicBezTo>
                    <a:pt x="225" y="1"/>
                    <a:pt x="47" y="152"/>
                    <a:pt x="24" y="370"/>
                  </a:cubicBezTo>
                  <a:cubicBezTo>
                    <a:pt x="0" y="608"/>
                    <a:pt x="155" y="799"/>
                    <a:pt x="393" y="823"/>
                  </a:cubicBezTo>
                  <a:cubicBezTo>
                    <a:pt x="402" y="823"/>
                    <a:pt x="411" y="823"/>
                    <a:pt x="420" y="823"/>
                  </a:cubicBezTo>
                  <a:cubicBezTo>
                    <a:pt x="646" y="823"/>
                    <a:pt x="822" y="682"/>
                    <a:pt x="834" y="442"/>
                  </a:cubicBezTo>
                  <a:cubicBezTo>
                    <a:pt x="857" y="204"/>
                    <a:pt x="703" y="13"/>
                    <a:pt x="464" y="1"/>
                  </a:cubicBezTo>
                  <a:cubicBezTo>
                    <a:pt x="456" y="1"/>
                    <a:pt x="448" y="1"/>
                    <a:pt x="44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28"/>
            <p:cNvSpPr/>
            <p:nvPr/>
          </p:nvSpPr>
          <p:spPr>
            <a:xfrm>
              <a:off x="6950250" y="2089625"/>
              <a:ext cx="20875" cy="20600"/>
            </a:xfrm>
            <a:custGeom>
              <a:avLst/>
              <a:gdLst/>
              <a:ahLst/>
              <a:cxnLst/>
              <a:rect l="l" t="t" r="r" b="b"/>
              <a:pathLst>
                <a:path w="835" h="824" extrusionOk="0">
                  <a:moveTo>
                    <a:pt x="410" y="1"/>
                  </a:moveTo>
                  <a:cubicBezTo>
                    <a:pt x="287" y="1"/>
                    <a:pt x="183" y="47"/>
                    <a:pt x="108" y="121"/>
                  </a:cubicBezTo>
                  <a:cubicBezTo>
                    <a:pt x="49" y="205"/>
                    <a:pt x="1" y="276"/>
                    <a:pt x="1" y="383"/>
                  </a:cubicBezTo>
                  <a:lnTo>
                    <a:pt x="1" y="419"/>
                  </a:lnTo>
                  <a:cubicBezTo>
                    <a:pt x="1" y="574"/>
                    <a:pt x="72" y="693"/>
                    <a:pt x="191" y="764"/>
                  </a:cubicBezTo>
                  <a:cubicBezTo>
                    <a:pt x="239" y="800"/>
                    <a:pt x="299" y="824"/>
                    <a:pt x="370" y="824"/>
                  </a:cubicBezTo>
                  <a:cubicBezTo>
                    <a:pt x="441" y="824"/>
                    <a:pt x="525" y="812"/>
                    <a:pt x="584" y="776"/>
                  </a:cubicBezTo>
                  <a:cubicBezTo>
                    <a:pt x="692" y="741"/>
                    <a:pt x="751" y="657"/>
                    <a:pt x="787" y="574"/>
                  </a:cubicBezTo>
                  <a:cubicBezTo>
                    <a:pt x="811" y="538"/>
                    <a:pt x="822" y="502"/>
                    <a:pt x="822" y="455"/>
                  </a:cubicBezTo>
                  <a:cubicBezTo>
                    <a:pt x="834" y="324"/>
                    <a:pt x="787" y="217"/>
                    <a:pt x="703" y="121"/>
                  </a:cubicBezTo>
                  <a:cubicBezTo>
                    <a:pt x="656" y="98"/>
                    <a:pt x="608" y="50"/>
                    <a:pt x="549" y="38"/>
                  </a:cubicBezTo>
                  <a:cubicBezTo>
                    <a:pt x="525" y="26"/>
                    <a:pt x="489" y="2"/>
                    <a:pt x="453" y="2"/>
                  </a:cubicBezTo>
                  <a:cubicBezTo>
                    <a:pt x="439" y="1"/>
                    <a:pt x="424" y="1"/>
                    <a:pt x="410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28"/>
            <p:cNvSpPr/>
            <p:nvPr/>
          </p:nvSpPr>
          <p:spPr>
            <a:xfrm>
              <a:off x="6882700" y="3304975"/>
              <a:ext cx="21450" cy="20600"/>
            </a:xfrm>
            <a:custGeom>
              <a:avLst/>
              <a:gdLst/>
              <a:ahLst/>
              <a:cxnLst/>
              <a:rect l="l" t="t" r="r" b="b"/>
              <a:pathLst>
                <a:path w="858" h="824" extrusionOk="0">
                  <a:moveTo>
                    <a:pt x="425" y="1"/>
                  </a:moveTo>
                  <a:cubicBezTo>
                    <a:pt x="200" y="1"/>
                    <a:pt x="24" y="142"/>
                    <a:pt x="12" y="371"/>
                  </a:cubicBezTo>
                  <a:cubicBezTo>
                    <a:pt x="0" y="490"/>
                    <a:pt x="36" y="597"/>
                    <a:pt x="119" y="680"/>
                  </a:cubicBezTo>
                  <a:cubicBezTo>
                    <a:pt x="179" y="764"/>
                    <a:pt x="274" y="799"/>
                    <a:pt x="381" y="823"/>
                  </a:cubicBezTo>
                  <a:cubicBezTo>
                    <a:pt x="391" y="824"/>
                    <a:pt x="400" y="824"/>
                    <a:pt x="410" y="824"/>
                  </a:cubicBezTo>
                  <a:cubicBezTo>
                    <a:pt x="623" y="824"/>
                    <a:pt x="799" y="694"/>
                    <a:pt x="834" y="478"/>
                  </a:cubicBezTo>
                  <a:lnTo>
                    <a:pt x="834" y="442"/>
                  </a:lnTo>
                  <a:cubicBezTo>
                    <a:pt x="857" y="252"/>
                    <a:pt x="727" y="61"/>
                    <a:pt x="512" y="13"/>
                  </a:cubicBezTo>
                  <a:cubicBezTo>
                    <a:pt x="500" y="2"/>
                    <a:pt x="476" y="2"/>
                    <a:pt x="453" y="2"/>
                  </a:cubicBezTo>
                  <a:cubicBezTo>
                    <a:pt x="443" y="1"/>
                    <a:pt x="434" y="1"/>
                    <a:pt x="42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28"/>
            <p:cNvSpPr/>
            <p:nvPr/>
          </p:nvSpPr>
          <p:spPr>
            <a:xfrm>
              <a:off x="6801125" y="3180575"/>
              <a:ext cx="21475" cy="20600"/>
            </a:xfrm>
            <a:custGeom>
              <a:avLst/>
              <a:gdLst/>
              <a:ahLst/>
              <a:cxnLst/>
              <a:rect l="l" t="t" r="r" b="b"/>
              <a:pathLst>
                <a:path w="859" h="824" extrusionOk="0">
                  <a:moveTo>
                    <a:pt x="418" y="1"/>
                  </a:moveTo>
                  <a:cubicBezTo>
                    <a:pt x="203" y="1"/>
                    <a:pt x="25" y="155"/>
                    <a:pt x="13" y="370"/>
                  </a:cubicBezTo>
                  <a:cubicBezTo>
                    <a:pt x="1" y="620"/>
                    <a:pt x="144" y="810"/>
                    <a:pt x="382" y="822"/>
                  </a:cubicBezTo>
                  <a:cubicBezTo>
                    <a:pt x="392" y="823"/>
                    <a:pt x="402" y="823"/>
                    <a:pt x="412" y="823"/>
                  </a:cubicBezTo>
                  <a:cubicBezTo>
                    <a:pt x="579" y="823"/>
                    <a:pt x="731" y="730"/>
                    <a:pt x="799" y="572"/>
                  </a:cubicBezTo>
                  <a:cubicBezTo>
                    <a:pt x="822" y="536"/>
                    <a:pt x="834" y="489"/>
                    <a:pt x="834" y="453"/>
                  </a:cubicBezTo>
                  <a:cubicBezTo>
                    <a:pt x="858" y="227"/>
                    <a:pt x="703" y="25"/>
                    <a:pt x="46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08" name="Google Shape;4208;p28"/>
          <p:cNvSpPr/>
          <p:nvPr/>
        </p:nvSpPr>
        <p:spPr>
          <a:xfrm>
            <a:off x="0" y="4845825"/>
            <a:ext cx="9144000" cy="29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10" name="Google Shape;4210;p29"/>
          <p:cNvGrpSpPr/>
          <p:nvPr/>
        </p:nvGrpSpPr>
        <p:grpSpPr>
          <a:xfrm>
            <a:off x="-4" y="-2"/>
            <a:ext cx="1262493" cy="697985"/>
            <a:chOff x="3729625" y="3808325"/>
            <a:chExt cx="470325" cy="260025"/>
          </a:xfrm>
        </p:grpSpPr>
        <p:sp>
          <p:nvSpPr>
            <p:cNvPr id="4211" name="Google Shape;4211;p29"/>
            <p:cNvSpPr/>
            <p:nvPr/>
          </p:nvSpPr>
          <p:spPr>
            <a:xfrm>
              <a:off x="4184725" y="3808325"/>
              <a:ext cx="15225" cy="20575"/>
            </a:xfrm>
            <a:custGeom>
              <a:avLst/>
              <a:gdLst/>
              <a:ahLst/>
              <a:cxnLst/>
              <a:rect l="l" t="t" r="r" b="b"/>
              <a:pathLst>
                <a:path w="609" h="823" extrusionOk="0">
                  <a:moveTo>
                    <a:pt x="346" y="1"/>
                  </a:moveTo>
                  <a:lnTo>
                    <a:pt x="1" y="727"/>
                  </a:lnTo>
                  <a:lnTo>
                    <a:pt x="227" y="822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29"/>
            <p:cNvSpPr/>
            <p:nvPr/>
          </p:nvSpPr>
          <p:spPr>
            <a:xfrm>
              <a:off x="4053475" y="38779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29"/>
            <p:cNvSpPr/>
            <p:nvPr/>
          </p:nvSpPr>
          <p:spPr>
            <a:xfrm>
              <a:off x="4054075" y="38779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29"/>
            <p:cNvSpPr/>
            <p:nvPr/>
          </p:nvSpPr>
          <p:spPr>
            <a:xfrm>
              <a:off x="4052575" y="38779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29"/>
            <p:cNvSpPr/>
            <p:nvPr/>
          </p:nvSpPr>
          <p:spPr>
            <a:xfrm>
              <a:off x="4052575" y="38779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29"/>
            <p:cNvSpPr/>
            <p:nvPr/>
          </p:nvSpPr>
          <p:spPr>
            <a:xfrm>
              <a:off x="4052875" y="3817575"/>
              <a:ext cx="75325" cy="60150"/>
            </a:xfrm>
            <a:custGeom>
              <a:avLst/>
              <a:gdLst/>
              <a:ahLst/>
              <a:cxnLst/>
              <a:rect l="l" t="t" r="r" b="b"/>
              <a:pathLst>
                <a:path w="3013" h="2406" extrusionOk="0">
                  <a:moveTo>
                    <a:pt x="2870" y="0"/>
                  </a:moveTo>
                  <a:lnTo>
                    <a:pt x="1" y="2179"/>
                  </a:lnTo>
                  <a:lnTo>
                    <a:pt x="60" y="2191"/>
                  </a:lnTo>
                  <a:cubicBezTo>
                    <a:pt x="120" y="2203"/>
                    <a:pt x="155" y="2286"/>
                    <a:pt x="143" y="2346"/>
                  </a:cubicBezTo>
                  <a:cubicBezTo>
                    <a:pt x="120" y="2369"/>
                    <a:pt x="108" y="2381"/>
                    <a:pt x="96" y="2405"/>
                  </a:cubicBezTo>
                  <a:lnTo>
                    <a:pt x="3013" y="202"/>
                  </a:lnTo>
                  <a:cubicBezTo>
                    <a:pt x="2953" y="143"/>
                    <a:pt x="2906" y="83"/>
                    <a:pt x="287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29"/>
            <p:cNvSpPr/>
            <p:nvPr/>
          </p:nvSpPr>
          <p:spPr>
            <a:xfrm>
              <a:off x="4054375" y="3877700"/>
              <a:ext cx="900" cy="300"/>
            </a:xfrm>
            <a:custGeom>
              <a:avLst/>
              <a:gdLst/>
              <a:ahLst/>
              <a:cxnLst/>
              <a:rect l="l" t="t" r="r" b="b"/>
              <a:pathLst>
                <a:path w="36" h="12" extrusionOk="0">
                  <a:moveTo>
                    <a:pt x="36" y="0"/>
                  </a:moveTo>
                  <a:cubicBezTo>
                    <a:pt x="36" y="0"/>
                    <a:pt x="24" y="0"/>
                    <a:pt x="0" y="12"/>
                  </a:cubicBezTo>
                  <a:cubicBezTo>
                    <a:pt x="24" y="12"/>
                    <a:pt x="36" y="0"/>
                    <a:pt x="3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29"/>
            <p:cNvSpPr/>
            <p:nvPr/>
          </p:nvSpPr>
          <p:spPr>
            <a:xfrm>
              <a:off x="3913575" y="3827100"/>
              <a:ext cx="143200" cy="50900"/>
            </a:xfrm>
            <a:custGeom>
              <a:avLst/>
              <a:gdLst/>
              <a:ahLst/>
              <a:cxnLst/>
              <a:rect l="l" t="t" r="r" b="b"/>
              <a:pathLst>
                <a:path w="5728" h="2036" extrusionOk="0">
                  <a:moveTo>
                    <a:pt x="12" y="0"/>
                  </a:moveTo>
                  <a:lnTo>
                    <a:pt x="12" y="0"/>
                  </a:lnTo>
                  <a:cubicBezTo>
                    <a:pt x="24" y="12"/>
                    <a:pt x="24" y="24"/>
                    <a:pt x="36" y="60"/>
                  </a:cubicBezTo>
                  <a:cubicBezTo>
                    <a:pt x="60" y="131"/>
                    <a:pt x="36" y="191"/>
                    <a:pt x="0" y="238"/>
                  </a:cubicBezTo>
                  <a:lnTo>
                    <a:pt x="5561" y="2036"/>
                  </a:lnTo>
                  <a:lnTo>
                    <a:pt x="5644" y="2036"/>
                  </a:lnTo>
                  <a:cubicBezTo>
                    <a:pt x="5668" y="2036"/>
                    <a:pt x="5668" y="2024"/>
                    <a:pt x="5680" y="2024"/>
                  </a:cubicBezTo>
                  <a:cubicBezTo>
                    <a:pt x="5692" y="2000"/>
                    <a:pt x="5703" y="1988"/>
                    <a:pt x="5727" y="1965"/>
                  </a:cubicBezTo>
                  <a:cubicBezTo>
                    <a:pt x="5727" y="1905"/>
                    <a:pt x="5692" y="1822"/>
                    <a:pt x="5632" y="1810"/>
                  </a:cubicBezTo>
                  <a:lnTo>
                    <a:pt x="5573" y="1798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29"/>
            <p:cNvSpPr/>
            <p:nvPr/>
          </p:nvSpPr>
          <p:spPr>
            <a:xfrm>
              <a:off x="4141275" y="3808325"/>
              <a:ext cx="5975" cy="2725"/>
            </a:xfrm>
            <a:custGeom>
              <a:avLst/>
              <a:gdLst/>
              <a:ahLst/>
              <a:cxnLst/>
              <a:rect l="l" t="t" r="r" b="b"/>
              <a:pathLst>
                <a:path w="239" h="109" extrusionOk="0">
                  <a:moveTo>
                    <a:pt x="1" y="1"/>
                  </a:moveTo>
                  <a:lnTo>
                    <a:pt x="1" y="13"/>
                  </a:lnTo>
                  <a:lnTo>
                    <a:pt x="10" y="13"/>
                  </a:lnTo>
                  <a:cubicBezTo>
                    <a:pt x="7" y="8"/>
                    <a:pt x="4" y="4"/>
                    <a:pt x="1" y="1"/>
                  </a:cubicBezTo>
                  <a:close/>
                  <a:moveTo>
                    <a:pt x="10" y="13"/>
                  </a:moveTo>
                  <a:lnTo>
                    <a:pt x="10" y="13"/>
                  </a:lnTo>
                  <a:cubicBezTo>
                    <a:pt x="18" y="26"/>
                    <a:pt x="24" y="43"/>
                    <a:pt x="24" y="60"/>
                  </a:cubicBezTo>
                  <a:lnTo>
                    <a:pt x="132" y="108"/>
                  </a:lnTo>
                  <a:lnTo>
                    <a:pt x="239" y="13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29"/>
            <p:cNvSpPr/>
            <p:nvPr/>
          </p:nvSpPr>
          <p:spPr>
            <a:xfrm>
              <a:off x="4141875" y="3809525"/>
              <a:ext cx="51525" cy="25325"/>
            </a:xfrm>
            <a:custGeom>
              <a:avLst/>
              <a:gdLst/>
              <a:ahLst/>
              <a:cxnLst/>
              <a:rect l="l" t="t" r="r" b="b"/>
              <a:pathLst>
                <a:path w="2061" h="1013" extrusionOk="0">
                  <a:moveTo>
                    <a:pt x="0" y="1"/>
                  </a:moveTo>
                  <a:lnTo>
                    <a:pt x="0" y="1"/>
                  </a:lnTo>
                  <a:cubicBezTo>
                    <a:pt x="12" y="24"/>
                    <a:pt x="36" y="72"/>
                    <a:pt x="48" y="108"/>
                  </a:cubicBezTo>
                  <a:cubicBezTo>
                    <a:pt x="60" y="167"/>
                    <a:pt x="60" y="203"/>
                    <a:pt x="48" y="263"/>
                  </a:cubicBezTo>
                  <a:lnTo>
                    <a:pt x="1560" y="882"/>
                  </a:lnTo>
                  <a:cubicBezTo>
                    <a:pt x="1584" y="798"/>
                    <a:pt x="1644" y="763"/>
                    <a:pt x="1715" y="739"/>
                  </a:cubicBezTo>
                  <a:cubicBezTo>
                    <a:pt x="1729" y="736"/>
                    <a:pt x="1743" y="734"/>
                    <a:pt x="1756" y="734"/>
                  </a:cubicBezTo>
                  <a:cubicBezTo>
                    <a:pt x="1846" y="734"/>
                    <a:pt x="1920" y="800"/>
                    <a:pt x="1941" y="894"/>
                  </a:cubicBezTo>
                  <a:cubicBezTo>
                    <a:pt x="1953" y="941"/>
                    <a:pt x="1941" y="965"/>
                    <a:pt x="1917" y="1013"/>
                  </a:cubicBezTo>
                  <a:cubicBezTo>
                    <a:pt x="1953" y="1013"/>
                    <a:pt x="1965" y="1001"/>
                    <a:pt x="1977" y="977"/>
                  </a:cubicBezTo>
                  <a:lnTo>
                    <a:pt x="2025" y="941"/>
                  </a:lnTo>
                  <a:cubicBezTo>
                    <a:pt x="2060" y="882"/>
                    <a:pt x="2025" y="798"/>
                    <a:pt x="1965" y="786"/>
                  </a:cubicBezTo>
                  <a:lnTo>
                    <a:pt x="1953" y="786"/>
                  </a:lnTo>
                  <a:lnTo>
                    <a:pt x="1727" y="703"/>
                  </a:lnTo>
                  <a:lnTo>
                    <a:pt x="108" y="4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29"/>
            <p:cNvSpPr/>
            <p:nvPr/>
          </p:nvSpPr>
          <p:spPr>
            <a:xfrm>
              <a:off x="4122525" y="3808325"/>
              <a:ext cx="3900" cy="1225"/>
            </a:xfrm>
            <a:custGeom>
              <a:avLst/>
              <a:gdLst/>
              <a:ahLst/>
              <a:cxnLst/>
              <a:rect l="l" t="t" r="r" b="b"/>
              <a:pathLst>
                <a:path w="156" h="49" extrusionOk="0">
                  <a:moveTo>
                    <a:pt x="1" y="1"/>
                  </a:moveTo>
                  <a:lnTo>
                    <a:pt x="120" y="49"/>
                  </a:lnTo>
                  <a:cubicBezTo>
                    <a:pt x="132" y="37"/>
                    <a:pt x="132" y="13"/>
                    <a:pt x="15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29"/>
            <p:cNvSpPr/>
            <p:nvPr/>
          </p:nvSpPr>
          <p:spPr>
            <a:xfrm>
              <a:off x="3906425" y="3808325"/>
              <a:ext cx="10750" cy="16400"/>
            </a:xfrm>
            <a:custGeom>
              <a:avLst/>
              <a:gdLst/>
              <a:ahLst/>
              <a:cxnLst/>
              <a:rect l="l" t="t" r="r" b="b"/>
              <a:pathLst>
                <a:path w="430" h="656" extrusionOk="0">
                  <a:moveTo>
                    <a:pt x="191" y="1"/>
                  </a:moveTo>
                  <a:lnTo>
                    <a:pt x="1" y="644"/>
                  </a:lnTo>
                  <a:cubicBezTo>
                    <a:pt x="13" y="632"/>
                    <a:pt x="48" y="632"/>
                    <a:pt x="60" y="608"/>
                  </a:cubicBezTo>
                  <a:cubicBezTo>
                    <a:pt x="74" y="605"/>
                    <a:pt x="89" y="604"/>
                    <a:pt x="104" y="604"/>
                  </a:cubicBezTo>
                  <a:cubicBezTo>
                    <a:pt x="152" y="604"/>
                    <a:pt x="202" y="619"/>
                    <a:pt x="239" y="656"/>
                  </a:cubicBezTo>
                  <a:lnTo>
                    <a:pt x="42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29"/>
            <p:cNvSpPr/>
            <p:nvPr/>
          </p:nvSpPr>
          <p:spPr>
            <a:xfrm>
              <a:off x="3838275" y="3832450"/>
              <a:ext cx="71150" cy="218800"/>
            </a:xfrm>
            <a:custGeom>
              <a:avLst/>
              <a:gdLst/>
              <a:ahLst/>
              <a:cxnLst/>
              <a:rect l="l" t="t" r="r" b="b"/>
              <a:pathLst>
                <a:path w="2846" h="8752" extrusionOk="0">
                  <a:moveTo>
                    <a:pt x="2655" y="0"/>
                  </a:moveTo>
                  <a:cubicBezTo>
                    <a:pt x="2631" y="24"/>
                    <a:pt x="2619" y="24"/>
                    <a:pt x="2619" y="24"/>
                  </a:cubicBezTo>
                  <a:lnTo>
                    <a:pt x="0" y="8692"/>
                  </a:lnTo>
                  <a:cubicBezTo>
                    <a:pt x="95" y="8692"/>
                    <a:pt x="167" y="8716"/>
                    <a:pt x="226" y="8751"/>
                  </a:cubicBezTo>
                  <a:lnTo>
                    <a:pt x="2846" y="84"/>
                  </a:lnTo>
                  <a:lnTo>
                    <a:pt x="2846" y="84"/>
                  </a:lnTo>
                  <a:cubicBezTo>
                    <a:pt x="2836" y="85"/>
                    <a:pt x="2827" y="86"/>
                    <a:pt x="2818" y="86"/>
                  </a:cubicBezTo>
                  <a:cubicBezTo>
                    <a:pt x="2754" y="86"/>
                    <a:pt x="2686" y="52"/>
                    <a:pt x="265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29"/>
            <p:cNvSpPr/>
            <p:nvPr/>
          </p:nvSpPr>
          <p:spPr>
            <a:xfrm>
              <a:off x="3813250" y="3808325"/>
              <a:ext cx="91425" cy="24750"/>
            </a:xfrm>
            <a:custGeom>
              <a:avLst/>
              <a:gdLst/>
              <a:ahLst/>
              <a:cxnLst/>
              <a:rect l="l" t="t" r="r" b="b"/>
              <a:pathLst>
                <a:path w="3657" h="990" extrusionOk="0">
                  <a:moveTo>
                    <a:pt x="1" y="1"/>
                  </a:moveTo>
                  <a:lnTo>
                    <a:pt x="3549" y="989"/>
                  </a:lnTo>
                  <a:lnTo>
                    <a:pt x="3620" y="989"/>
                  </a:lnTo>
                  <a:cubicBezTo>
                    <a:pt x="3632" y="989"/>
                    <a:pt x="3656" y="965"/>
                    <a:pt x="3656" y="965"/>
                  </a:cubicBezTo>
                  <a:lnTo>
                    <a:pt x="3609" y="882"/>
                  </a:lnTo>
                  <a:cubicBezTo>
                    <a:pt x="3597" y="834"/>
                    <a:pt x="3609" y="811"/>
                    <a:pt x="3620" y="763"/>
                  </a:cubicBezTo>
                  <a:lnTo>
                    <a:pt x="3609" y="763"/>
                  </a:lnTo>
                  <a:lnTo>
                    <a:pt x="89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29"/>
            <p:cNvSpPr/>
            <p:nvPr/>
          </p:nvSpPr>
          <p:spPr>
            <a:xfrm>
              <a:off x="3729625" y="3808325"/>
              <a:ext cx="107475" cy="244125"/>
            </a:xfrm>
            <a:custGeom>
              <a:avLst/>
              <a:gdLst/>
              <a:ahLst/>
              <a:cxnLst/>
              <a:rect l="l" t="t" r="r" b="b"/>
              <a:pathLst>
                <a:path w="4299" h="9765" extrusionOk="0">
                  <a:moveTo>
                    <a:pt x="0" y="1"/>
                  </a:moveTo>
                  <a:lnTo>
                    <a:pt x="4108" y="9764"/>
                  </a:lnTo>
                  <a:cubicBezTo>
                    <a:pt x="4156" y="9716"/>
                    <a:pt x="4215" y="9681"/>
                    <a:pt x="4298" y="9657"/>
                  </a:cubicBezTo>
                  <a:lnTo>
                    <a:pt x="25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29"/>
            <p:cNvSpPr/>
            <p:nvPr/>
          </p:nvSpPr>
          <p:spPr>
            <a:xfrm>
              <a:off x="4180275" y="3827875"/>
              <a:ext cx="10150" cy="9700"/>
            </a:xfrm>
            <a:custGeom>
              <a:avLst/>
              <a:gdLst/>
              <a:ahLst/>
              <a:cxnLst/>
              <a:rect l="l" t="t" r="r" b="b"/>
              <a:pathLst>
                <a:path w="406" h="388" extrusionOk="0">
                  <a:moveTo>
                    <a:pt x="197" y="0"/>
                  </a:moveTo>
                  <a:cubicBezTo>
                    <a:pt x="183" y="0"/>
                    <a:pt x="169" y="2"/>
                    <a:pt x="155" y="5"/>
                  </a:cubicBezTo>
                  <a:cubicBezTo>
                    <a:pt x="84" y="29"/>
                    <a:pt x="24" y="88"/>
                    <a:pt x="12" y="148"/>
                  </a:cubicBezTo>
                  <a:cubicBezTo>
                    <a:pt x="12" y="171"/>
                    <a:pt x="0" y="195"/>
                    <a:pt x="12" y="231"/>
                  </a:cubicBezTo>
                  <a:cubicBezTo>
                    <a:pt x="23" y="329"/>
                    <a:pt x="114" y="387"/>
                    <a:pt x="211" y="387"/>
                  </a:cubicBezTo>
                  <a:cubicBezTo>
                    <a:pt x="220" y="387"/>
                    <a:pt x="229" y="387"/>
                    <a:pt x="239" y="386"/>
                  </a:cubicBezTo>
                  <a:cubicBezTo>
                    <a:pt x="298" y="362"/>
                    <a:pt x="358" y="326"/>
                    <a:pt x="369" y="279"/>
                  </a:cubicBezTo>
                  <a:cubicBezTo>
                    <a:pt x="405" y="243"/>
                    <a:pt x="405" y="207"/>
                    <a:pt x="381" y="160"/>
                  </a:cubicBezTo>
                  <a:cubicBezTo>
                    <a:pt x="371" y="66"/>
                    <a:pt x="289" y="0"/>
                    <a:pt x="19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29"/>
            <p:cNvSpPr/>
            <p:nvPr/>
          </p:nvSpPr>
          <p:spPr>
            <a:xfrm>
              <a:off x="4124025" y="3808325"/>
              <a:ext cx="19075" cy="15750"/>
            </a:xfrm>
            <a:custGeom>
              <a:avLst/>
              <a:gdLst/>
              <a:ahLst/>
              <a:cxnLst/>
              <a:rect l="l" t="t" r="r" b="b"/>
              <a:pathLst>
                <a:path w="763" h="630" extrusionOk="0">
                  <a:moveTo>
                    <a:pt x="95" y="1"/>
                  </a:moveTo>
                  <a:cubicBezTo>
                    <a:pt x="72" y="13"/>
                    <a:pt x="60" y="37"/>
                    <a:pt x="60" y="49"/>
                  </a:cubicBezTo>
                  <a:cubicBezTo>
                    <a:pt x="12" y="120"/>
                    <a:pt x="0" y="215"/>
                    <a:pt x="12" y="311"/>
                  </a:cubicBezTo>
                  <a:cubicBezTo>
                    <a:pt x="12" y="334"/>
                    <a:pt x="24" y="358"/>
                    <a:pt x="24" y="370"/>
                  </a:cubicBezTo>
                  <a:cubicBezTo>
                    <a:pt x="60" y="441"/>
                    <a:pt x="107" y="525"/>
                    <a:pt x="179" y="561"/>
                  </a:cubicBezTo>
                  <a:cubicBezTo>
                    <a:pt x="232" y="605"/>
                    <a:pt x="304" y="629"/>
                    <a:pt x="382" y="629"/>
                  </a:cubicBezTo>
                  <a:cubicBezTo>
                    <a:pt x="409" y="629"/>
                    <a:pt x="437" y="626"/>
                    <a:pt x="464" y="620"/>
                  </a:cubicBezTo>
                  <a:cubicBezTo>
                    <a:pt x="607" y="596"/>
                    <a:pt x="726" y="477"/>
                    <a:pt x="762" y="346"/>
                  </a:cubicBezTo>
                  <a:lnTo>
                    <a:pt x="762" y="168"/>
                  </a:lnTo>
                  <a:cubicBezTo>
                    <a:pt x="762" y="120"/>
                    <a:pt x="750" y="96"/>
                    <a:pt x="714" y="60"/>
                  </a:cubicBezTo>
                  <a:cubicBezTo>
                    <a:pt x="703" y="49"/>
                    <a:pt x="691" y="37"/>
                    <a:pt x="691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29"/>
            <p:cNvSpPr/>
            <p:nvPr/>
          </p:nvSpPr>
          <p:spPr>
            <a:xfrm>
              <a:off x="3828750" y="4049725"/>
              <a:ext cx="20250" cy="18625"/>
            </a:xfrm>
            <a:custGeom>
              <a:avLst/>
              <a:gdLst/>
              <a:ahLst/>
              <a:cxnLst/>
              <a:rect l="l" t="t" r="r" b="b"/>
              <a:pathLst>
                <a:path w="810" h="745" extrusionOk="0">
                  <a:moveTo>
                    <a:pt x="322" y="1"/>
                  </a:moveTo>
                  <a:cubicBezTo>
                    <a:pt x="250" y="25"/>
                    <a:pt x="179" y="60"/>
                    <a:pt x="119" y="108"/>
                  </a:cubicBezTo>
                  <a:cubicBezTo>
                    <a:pt x="24" y="203"/>
                    <a:pt x="0" y="322"/>
                    <a:pt x="24" y="441"/>
                  </a:cubicBezTo>
                  <a:cubicBezTo>
                    <a:pt x="66" y="621"/>
                    <a:pt x="222" y="745"/>
                    <a:pt x="406" y="745"/>
                  </a:cubicBezTo>
                  <a:cubicBezTo>
                    <a:pt x="429" y="745"/>
                    <a:pt x="453" y="743"/>
                    <a:pt x="476" y="739"/>
                  </a:cubicBezTo>
                  <a:cubicBezTo>
                    <a:pt x="679" y="691"/>
                    <a:pt x="810" y="501"/>
                    <a:pt x="774" y="287"/>
                  </a:cubicBezTo>
                  <a:cubicBezTo>
                    <a:pt x="750" y="179"/>
                    <a:pt x="679" y="108"/>
                    <a:pt x="607" y="49"/>
                  </a:cubicBezTo>
                  <a:cubicBezTo>
                    <a:pt x="548" y="25"/>
                    <a:pt x="476" y="1"/>
                    <a:pt x="381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29"/>
            <p:cNvSpPr/>
            <p:nvPr/>
          </p:nvSpPr>
          <p:spPr>
            <a:xfrm>
              <a:off x="3903450" y="3823400"/>
              <a:ext cx="11625" cy="11450"/>
            </a:xfrm>
            <a:custGeom>
              <a:avLst/>
              <a:gdLst/>
              <a:ahLst/>
              <a:cxnLst/>
              <a:rect l="l" t="t" r="r" b="b"/>
              <a:pathLst>
                <a:path w="465" h="458" extrusionOk="0">
                  <a:moveTo>
                    <a:pt x="223" y="1"/>
                  </a:moveTo>
                  <a:cubicBezTo>
                    <a:pt x="208" y="1"/>
                    <a:pt x="193" y="2"/>
                    <a:pt x="179" y="5"/>
                  </a:cubicBezTo>
                  <a:cubicBezTo>
                    <a:pt x="143" y="5"/>
                    <a:pt x="132" y="29"/>
                    <a:pt x="120" y="41"/>
                  </a:cubicBezTo>
                  <a:cubicBezTo>
                    <a:pt x="72" y="65"/>
                    <a:pt x="24" y="112"/>
                    <a:pt x="12" y="160"/>
                  </a:cubicBezTo>
                  <a:cubicBezTo>
                    <a:pt x="1" y="184"/>
                    <a:pt x="1" y="231"/>
                    <a:pt x="1" y="279"/>
                  </a:cubicBezTo>
                  <a:cubicBezTo>
                    <a:pt x="1" y="303"/>
                    <a:pt x="12" y="339"/>
                    <a:pt x="36" y="362"/>
                  </a:cubicBezTo>
                  <a:cubicBezTo>
                    <a:pt x="84" y="422"/>
                    <a:pt x="155" y="458"/>
                    <a:pt x="239" y="458"/>
                  </a:cubicBezTo>
                  <a:lnTo>
                    <a:pt x="263" y="458"/>
                  </a:lnTo>
                  <a:cubicBezTo>
                    <a:pt x="310" y="446"/>
                    <a:pt x="358" y="422"/>
                    <a:pt x="382" y="386"/>
                  </a:cubicBezTo>
                  <a:cubicBezTo>
                    <a:pt x="429" y="327"/>
                    <a:pt x="465" y="267"/>
                    <a:pt x="441" y="184"/>
                  </a:cubicBezTo>
                  <a:cubicBezTo>
                    <a:pt x="441" y="172"/>
                    <a:pt x="429" y="148"/>
                    <a:pt x="417" y="124"/>
                  </a:cubicBezTo>
                  <a:cubicBezTo>
                    <a:pt x="405" y="100"/>
                    <a:pt x="382" y="89"/>
                    <a:pt x="358" y="53"/>
                  </a:cubicBezTo>
                  <a:cubicBezTo>
                    <a:pt x="321" y="16"/>
                    <a:pt x="271" y="1"/>
                    <a:pt x="22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30" name="Google Shape;4230;p29"/>
          <p:cNvGrpSpPr/>
          <p:nvPr/>
        </p:nvGrpSpPr>
        <p:grpSpPr>
          <a:xfrm flipH="1">
            <a:off x="7881496" y="-2"/>
            <a:ext cx="1262493" cy="697985"/>
            <a:chOff x="3729625" y="3808325"/>
            <a:chExt cx="470325" cy="260025"/>
          </a:xfrm>
        </p:grpSpPr>
        <p:sp>
          <p:nvSpPr>
            <p:cNvPr id="4231" name="Google Shape;4231;p29"/>
            <p:cNvSpPr/>
            <p:nvPr/>
          </p:nvSpPr>
          <p:spPr>
            <a:xfrm>
              <a:off x="4184725" y="3808325"/>
              <a:ext cx="15225" cy="20575"/>
            </a:xfrm>
            <a:custGeom>
              <a:avLst/>
              <a:gdLst/>
              <a:ahLst/>
              <a:cxnLst/>
              <a:rect l="l" t="t" r="r" b="b"/>
              <a:pathLst>
                <a:path w="609" h="823" extrusionOk="0">
                  <a:moveTo>
                    <a:pt x="346" y="1"/>
                  </a:moveTo>
                  <a:lnTo>
                    <a:pt x="1" y="727"/>
                  </a:lnTo>
                  <a:lnTo>
                    <a:pt x="227" y="822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29"/>
            <p:cNvSpPr/>
            <p:nvPr/>
          </p:nvSpPr>
          <p:spPr>
            <a:xfrm>
              <a:off x="4053475" y="38779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29"/>
            <p:cNvSpPr/>
            <p:nvPr/>
          </p:nvSpPr>
          <p:spPr>
            <a:xfrm>
              <a:off x="4054075" y="3877975"/>
              <a:ext cx="325" cy="2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2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29"/>
            <p:cNvSpPr/>
            <p:nvPr/>
          </p:nvSpPr>
          <p:spPr>
            <a:xfrm>
              <a:off x="4052575" y="38779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29"/>
            <p:cNvSpPr/>
            <p:nvPr/>
          </p:nvSpPr>
          <p:spPr>
            <a:xfrm>
              <a:off x="4052575" y="3877975"/>
              <a:ext cx="925" cy="2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6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29"/>
            <p:cNvSpPr/>
            <p:nvPr/>
          </p:nvSpPr>
          <p:spPr>
            <a:xfrm>
              <a:off x="4052875" y="3817575"/>
              <a:ext cx="75325" cy="60150"/>
            </a:xfrm>
            <a:custGeom>
              <a:avLst/>
              <a:gdLst/>
              <a:ahLst/>
              <a:cxnLst/>
              <a:rect l="l" t="t" r="r" b="b"/>
              <a:pathLst>
                <a:path w="3013" h="2406" extrusionOk="0">
                  <a:moveTo>
                    <a:pt x="2870" y="0"/>
                  </a:moveTo>
                  <a:lnTo>
                    <a:pt x="1" y="2179"/>
                  </a:lnTo>
                  <a:lnTo>
                    <a:pt x="60" y="2191"/>
                  </a:lnTo>
                  <a:cubicBezTo>
                    <a:pt x="120" y="2203"/>
                    <a:pt x="155" y="2286"/>
                    <a:pt x="143" y="2346"/>
                  </a:cubicBezTo>
                  <a:cubicBezTo>
                    <a:pt x="120" y="2369"/>
                    <a:pt x="108" y="2381"/>
                    <a:pt x="96" y="2405"/>
                  </a:cubicBezTo>
                  <a:lnTo>
                    <a:pt x="3013" y="202"/>
                  </a:lnTo>
                  <a:cubicBezTo>
                    <a:pt x="2953" y="143"/>
                    <a:pt x="2906" y="83"/>
                    <a:pt x="2870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29"/>
            <p:cNvSpPr/>
            <p:nvPr/>
          </p:nvSpPr>
          <p:spPr>
            <a:xfrm>
              <a:off x="4054375" y="3877700"/>
              <a:ext cx="900" cy="300"/>
            </a:xfrm>
            <a:custGeom>
              <a:avLst/>
              <a:gdLst/>
              <a:ahLst/>
              <a:cxnLst/>
              <a:rect l="l" t="t" r="r" b="b"/>
              <a:pathLst>
                <a:path w="36" h="12" extrusionOk="0">
                  <a:moveTo>
                    <a:pt x="36" y="0"/>
                  </a:moveTo>
                  <a:cubicBezTo>
                    <a:pt x="36" y="0"/>
                    <a:pt x="24" y="0"/>
                    <a:pt x="0" y="12"/>
                  </a:cubicBezTo>
                  <a:cubicBezTo>
                    <a:pt x="24" y="12"/>
                    <a:pt x="36" y="0"/>
                    <a:pt x="36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29"/>
            <p:cNvSpPr/>
            <p:nvPr/>
          </p:nvSpPr>
          <p:spPr>
            <a:xfrm>
              <a:off x="3913575" y="3827100"/>
              <a:ext cx="143200" cy="50900"/>
            </a:xfrm>
            <a:custGeom>
              <a:avLst/>
              <a:gdLst/>
              <a:ahLst/>
              <a:cxnLst/>
              <a:rect l="l" t="t" r="r" b="b"/>
              <a:pathLst>
                <a:path w="5728" h="2036" extrusionOk="0">
                  <a:moveTo>
                    <a:pt x="12" y="0"/>
                  </a:moveTo>
                  <a:lnTo>
                    <a:pt x="12" y="0"/>
                  </a:lnTo>
                  <a:cubicBezTo>
                    <a:pt x="24" y="12"/>
                    <a:pt x="24" y="24"/>
                    <a:pt x="36" y="60"/>
                  </a:cubicBezTo>
                  <a:cubicBezTo>
                    <a:pt x="60" y="131"/>
                    <a:pt x="36" y="191"/>
                    <a:pt x="0" y="238"/>
                  </a:cubicBezTo>
                  <a:lnTo>
                    <a:pt x="5561" y="2036"/>
                  </a:lnTo>
                  <a:lnTo>
                    <a:pt x="5644" y="2036"/>
                  </a:lnTo>
                  <a:cubicBezTo>
                    <a:pt x="5668" y="2036"/>
                    <a:pt x="5668" y="2024"/>
                    <a:pt x="5680" y="2024"/>
                  </a:cubicBezTo>
                  <a:cubicBezTo>
                    <a:pt x="5692" y="2000"/>
                    <a:pt x="5703" y="1988"/>
                    <a:pt x="5727" y="1965"/>
                  </a:cubicBezTo>
                  <a:cubicBezTo>
                    <a:pt x="5727" y="1905"/>
                    <a:pt x="5692" y="1822"/>
                    <a:pt x="5632" y="1810"/>
                  </a:cubicBezTo>
                  <a:lnTo>
                    <a:pt x="5573" y="1798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29"/>
            <p:cNvSpPr/>
            <p:nvPr/>
          </p:nvSpPr>
          <p:spPr>
            <a:xfrm>
              <a:off x="4141275" y="3808325"/>
              <a:ext cx="5975" cy="2725"/>
            </a:xfrm>
            <a:custGeom>
              <a:avLst/>
              <a:gdLst/>
              <a:ahLst/>
              <a:cxnLst/>
              <a:rect l="l" t="t" r="r" b="b"/>
              <a:pathLst>
                <a:path w="239" h="109" extrusionOk="0">
                  <a:moveTo>
                    <a:pt x="1" y="1"/>
                  </a:moveTo>
                  <a:lnTo>
                    <a:pt x="1" y="13"/>
                  </a:lnTo>
                  <a:lnTo>
                    <a:pt x="10" y="13"/>
                  </a:lnTo>
                  <a:cubicBezTo>
                    <a:pt x="7" y="8"/>
                    <a:pt x="4" y="4"/>
                    <a:pt x="1" y="1"/>
                  </a:cubicBezTo>
                  <a:close/>
                  <a:moveTo>
                    <a:pt x="10" y="13"/>
                  </a:moveTo>
                  <a:lnTo>
                    <a:pt x="10" y="13"/>
                  </a:lnTo>
                  <a:cubicBezTo>
                    <a:pt x="18" y="26"/>
                    <a:pt x="24" y="43"/>
                    <a:pt x="24" y="60"/>
                  </a:cubicBezTo>
                  <a:lnTo>
                    <a:pt x="132" y="108"/>
                  </a:lnTo>
                  <a:lnTo>
                    <a:pt x="239" y="13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29"/>
            <p:cNvSpPr/>
            <p:nvPr/>
          </p:nvSpPr>
          <p:spPr>
            <a:xfrm>
              <a:off x="4141875" y="3809525"/>
              <a:ext cx="51525" cy="25325"/>
            </a:xfrm>
            <a:custGeom>
              <a:avLst/>
              <a:gdLst/>
              <a:ahLst/>
              <a:cxnLst/>
              <a:rect l="l" t="t" r="r" b="b"/>
              <a:pathLst>
                <a:path w="2061" h="1013" extrusionOk="0">
                  <a:moveTo>
                    <a:pt x="0" y="1"/>
                  </a:moveTo>
                  <a:lnTo>
                    <a:pt x="0" y="1"/>
                  </a:lnTo>
                  <a:cubicBezTo>
                    <a:pt x="12" y="24"/>
                    <a:pt x="36" y="72"/>
                    <a:pt x="48" y="108"/>
                  </a:cubicBezTo>
                  <a:cubicBezTo>
                    <a:pt x="60" y="167"/>
                    <a:pt x="60" y="203"/>
                    <a:pt x="48" y="263"/>
                  </a:cubicBezTo>
                  <a:lnTo>
                    <a:pt x="1560" y="882"/>
                  </a:lnTo>
                  <a:cubicBezTo>
                    <a:pt x="1584" y="798"/>
                    <a:pt x="1644" y="763"/>
                    <a:pt x="1715" y="739"/>
                  </a:cubicBezTo>
                  <a:cubicBezTo>
                    <a:pt x="1729" y="736"/>
                    <a:pt x="1743" y="734"/>
                    <a:pt x="1756" y="734"/>
                  </a:cubicBezTo>
                  <a:cubicBezTo>
                    <a:pt x="1846" y="734"/>
                    <a:pt x="1920" y="800"/>
                    <a:pt x="1941" y="894"/>
                  </a:cubicBezTo>
                  <a:cubicBezTo>
                    <a:pt x="1953" y="941"/>
                    <a:pt x="1941" y="965"/>
                    <a:pt x="1917" y="1013"/>
                  </a:cubicBezTo>
                  <a:cubicBezTo>
                    <a:pt x="1953" y="1013"/>
                    <a:pt x="1965" y="1001"/>
                    <a:pt x="1977" y="977"/>
                  </a:cubicBezTo>
                  <a:lnTo>
                    <a:pt x="2025" y="941"/>
                  </a:lnTo>
                  <a:cubicBezTo>
                    <a:pt x="2060" y="882"/>
                    <a:pt x="2025" y="798"/>
                    <a:pt x="1965" y="786"/>
                  </a:cubicBezTo>
                  <a:lnTo>
                    <a:pt x="1953" y="786"/>
                  </a:lnTo>
                  <a:lnTo>
                    <a:pt x="1727" y="703"/>
                  </a:lnTo>
                  <a:lnTo>
                    <a:pt x="108" y="4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29"/>
            <p:cNvSpPr/>
            <p:nvPr/>
          </p:nvSpPr>
          <p:spPr>
            <a:xfrm>
              <a:off x="4122525" y="3808325"/>
              <a:ext cx="3900" cy="1225"/>
            </a:xfrm>
            <a:custGeom>
              <a:avLst/>
              <a:gdLst/>
              <a:ahLst/>
              <a:cxnLst/>
              <a:rect l="l" t="t" r="r" b="b"/>
              <a:pathLst>
                <a:path w="156" h="49" extrusionOk="0">
                  <a:moveTo>
                    <a:pt x="1" y="1"/>
                  </a:moveTo>
                  <a:lnTo>
                    <a:pt x="120" y="49"/>
                  </a:lnTo>
                  <a:cubicBezTo>
                    <a:pt x="132" y="37"/>
                    <a:pt x="132" y="13"/>
                    <a:pt x="155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29"/>
            <p:cNvSpPr/>
            <p:nvPr/>
          </p:nvSpPr>
          <p:spPr>
            <a:xfrm>
              <a:off x="3906425" y="3808325"/>
              <a:ext cx="10750" cy="16400"/>
            </a:xfrm>
            <a:custGeom>
              <a:avLst/>
              <a:gdLst/>
              <a:ahLst/>
              <a:cxnLst/>
              <a:rect l="l" t="t" r="r" b="b"/>
              <a:pathLst>
                <a:path w="430" h="656" extrusionOk="0">
                  <a:moveTo>
                    <a:pt x="191" y="1"/>
                  </a:moveTo>
                  <a:lnTo>
                    <a:pt x="1" y="644"/>
                  </a:lnTo>
                  <a:cubicBezTo>
                    <a:pt x="13" y="632"/>
                    <a:pt x="48" y="632"/>
                    <a:pt x="60" y="608"/>
                  </a:cubicBezTo>
                  <a:cubicBezTo>
                    <a:pt x="74" y="605"/>
                    <a:pt x="89" y="604"/>
                    <a:pt x="104" y="604"/>
                  </a:cubicBezTo>
                  <a:cubicBezTo>
                    <a:pt x="152" y="604"/>
                    <a:pt x="202" y="619"/>
                    <a:pt x="239" y="656"/>
                  </a:cubicBezTo>
                  <a:lnTo>
                    <a:pt x="429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29"/>
            <p:cNvSpPr/>
            <p:nvPr/>
          </p:nvSpPr>
          <p:spPr>
            <a:xfrm>
              <a:off x="3838275" y="3832450"/>
              <a:ext cx="71150" cy="218800"/>
            </a:xfrm>
            <a:custGeom>
              <a:avLst/>
              <a:gdLst/>
              <a:ahLst/>
              <a:cxnLst/>
              <a:rect l="l" t="t" r="r" b="b"/>
              <a:pathLst>
                <a:path w="2846" h="8752" extrusionOk="0">
                  <a:moveTo>
                    <a:pt x="2655" y="0"/>
                  </a:moveTo>
                  <a:cubicBezTo>
                    <a:pt x="2631" y="24"/>
                    <a:pt x="2619" y="24"/>
                    <a:pt x="2619" y="24"/>
                  </a:cubicBezTo>
                  <a:lnTo>
                    <a:pt x="0" y="8692"/>
                  </a:lnTo>
                  <a:cubicBezTo>
                    <a:pt x="95" y="8692"/>
                    <a:pt x="167" y="8716"/>
                    <a:pt x="226" y="8751"/>
                  </a:cubicBezTo>
                  <a:lnTo>
                    <a:pt x="2846" y="84"/>
                  </a:lnTo>
                  <a:lnTo>
                    <a:pt x="2846" y="84"/>
                  </a:lnTo>
                  <a:cubicBezTo>
                    <a:pt x="2836" y="85"/>
                    <a:pt x="2827" y="86"/>
                    <a:pt x="2818" y="86"/>
                  </a:cubicBezTo>
                  <a:cubicBezTo>
                    <a:pt x="2754" y="86"/>
                    <a:pt x="2686" y="52"/>
                    <a:pt x="265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29"/>
            <p:cNvSpPr/>
            <p:nvPr/>
          </p:nvSpPr>
          <p:spPr>
            <a:xfrm>
              <a:off x="3813250" y="3808325"/>
              <a:ext cx="91425" cy="24750"/>
            </a:xfrm>
            <a:custGeom>
              <a:avLst/>
              <a:gdLst/>
              <a:ahLst/>
              <a:cxnLst/>
              <a:rect l="l" t="t" r="r" b="b"/>
              <a:pathLst>
                <a:path w="3657" h="990" extrusionOk="0">
                  <a:moveTo>
                    <a:pt x="1" y="1"/>
                  </a:moveTo>
                  <a:lnTo>
                    <a:pt x="3549" y="989"/>
                  </a:lnTo>
                  <a:lnTo>
                    <a:pt x="3620" y="989"/>
                  </a:lnTo>
                  <a:cubicBezTo>
                    <a:pt x="3632" y="989"/>
                    <a:pt x="3656" y="965"/>
                    <a:pt x="3656" y="965"/>
                  </a:cubicBezTo>
                  <a:lnTo>
                    <a:pt x="3609" y="882"/>
                  </a:lnTo>
                  <a:cubicBezTo>
                    <a:pt x="3597" y="834"/>
                    <a:pt x="3609" y="811"/>
                    <a:pt x="3620" y="763"/>
                  </a:cubicBezTo>
                  <a:lnTo>
                    <a:pt x="3609" y="763"/>
                  </a:lnTo>
                  <a:lnTo>
                    <a:pt x="894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29"/>
            <p:cNvSpPr/>
            <p:nvPr/>
          </p:nvSpPr>
          <p:spPr>
            <a:xfrm>
              <a:off x="3729625" y="3808325"/>
              <a:ext cx="107475" cy="244125"/>
            </a:xfrm>
            <a:custGeom>
              <a:avLst/>
              <a:gdLst/>
              <a:ahLst/>
              <a:cxnLst/>
              <a:rect l="l" t="t" r="r" b="b"/>
              <a:pathLst>
                <a:path w="4299" h="9765" extrusionOk="0">
                  <a:moveTo>
                    <a:pt x="0" y="1"/>
                  </a:moveTo>
                  <a:lnTo>
                    <a:pt x="4108" y="9764"/>
                  </a:lnTo>
                  <a:cubicBezTo>
                    <a:pt x="4156" y="9716"/>
                    <a:pt x="4215" y="9681"/>
                    <a:pt x="4298" y="9657"/>
                  </a:cubicBezTo>
                  <a:lnTo>
                    <a:pt x="25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29"/>
            <p:cNvSpPr/>
            <p:nvPr/>
          </p:nvSpPr>
          <p:spPr>
            <a:xfrm>
              <a:off x="4180275" y="3827875"/>
              <a:ext cx="10150" cy="9700"/>
            </a:xfrm>
            <a:custGeom>
              <a:avLst/>
              <a:gdLst/>
              <a:ahLst/>
              <a:cxnLst/>
              <a:rect l="l" t="t" r="r" b="b"/>
              <a:pathLst>
                <a:path w="406" h="388" extrusionOk="0">
                  <a:moveTo>
                    <a:pt x="197" y="0"/>
                  </a:moveTo>
                  <a:cubicBezTo>
                    <a:pt x="183" y="0"/>
                    <a:pt x="169" y="2"/>
                    <a:pt x="155" y="5"/>
                  </a:cubicBezTo>
                  <a:cubicBezTo>
                    <a:pt x="84" y="29"/>
                    <a:pt x="24" y="88"/>
                    <a:pt x="12" y="148"/>
                  </a:cubicBezTo>
                  <a:cubicBezTo>
                    <a:pt x="12" y="171"/>
                    <a:pt x="0" y="195"/>
                    <a:pt x="12" y="231"/>
                  </a:cubicBezTo>
                  <a:cubicBezTo>
                    <a:pt x="23" y="329"/>
                    <a:pt x="114" y="387"/>
                    <a:pt x="211" y="387"/>
                  </a:cubicBezTo>
                  <a:cubicBezTo>
                    <a:pt x="220" y="387"/>
                    <a:pt x="229" y="387"/>
                    <a:pt x="239" y="386"/>
                  </a:cubicBezTo>
                  <a:cubicBezTo>
                    <a:pt x="298" y="362"/>
                    <a:pt x="358" y="326"/>
                    <a:pt x="369" y="279"/>
                  </a:cubicBezTo>
                  <a:cubicBezTo>
                    <a:pt x="405" y="243"/>
                    <a:pt x="405" y="207"/>
                    <a:pt x="381" y="160"/>
                  </a:cubicBezTo>
                  <a:cubicBezTo>
                    <a:pt x="371" y="66"/>
                    <a:pt x="289" y="0"/>
                    <a:pt x="197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29"/>
            <p:cNvSpPr/>
            <p:nvPr/>
          </p:nvSpPr>
          <p:spPr>
            <a:xfrm>
              <a:off x="4124025" y="3808325"/>
              <a:ext cx="19075" cy="15750"/>
            </a:xfrm>
            <a:custGeom>
              <a:avLst/>
              <a:gdLst/>
              <a:ahLst/>
              <a:cxnLst/>
              <a:rect l="l" t="t" r="r" b="b"/>
              <a:pathLst>
                <a:path w="763" h="630" extrusionOk="0">
                  <a:moveTo>
                    <a:pt x="95" y="1"/>
                  </a:moveTo>
                  <a:cubicBezTo>
                    <a:pt x="72" y="13"/>
                    <a:pt x="60" y="37"/>
                    <a:pt x="60" y="49"/>
                  </a:cubicBezTo>
                  <a:cubicBezTo>
                    <a:pt x="12" y="120"/>
                    <a:pt x="0" y="215"/>
                    <a:pt x="12" y="311"/>
                  </a:cubicBezTo>
                  <a:cubicBezTo>
                    <a:pt x="12" y="334"/>
                    <a:pt x="24" y="358"/>
                    <a:pt x="24" y="370"/>
                  </a:cubicBezTo>
                  <a:cubicBezTo>
                    <a:pt x="60" y="441"/>
                    <a:pt x="107" y="525"/>
                    <a:pt x="179" y="561"/>
                  </a:cubicBezTo>
                  <a:cubicBezTo>
                    <a:pt x="232" y="605"/>
                    <a:pt x="304" y="629"/>
                    <a:pt x="382" y="629"/>
                  </a:cubicBezTo>
                  <a:cubicBezTo>
                    <a:pt x="409" y="629"/>
                    <a:pt x="437" y="626"/>
                    <a:pt x="464" y="620"/>
                  </a:cubicBezTo>
                  <a:cubicBezTo>
                    <a:pt x="607" y="596"/>
                    <a:pt x="726" y="477"/>
                    <a:pt x="762" y="346"/>
                  </a:cubicBezTo>
                  <a:lnTo>
                    <a:pt x="762" y="168"/>
                  </a:lnTo>
                  <a:cubicBezTo>
                    <a:pt x="762" y="120"/>
                    <a:pt x="750" y="96"/>
                    <a:pt x="714" y="60"/>
                  </a:cubicBezTo>
                  <a:cubicBezTo>
                    <a:pt x="703" y="49"/>
                    <a:pt x="691" y="37"/>
                    <a:pt x="691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29"/>
            <p:cNvSpPr/>
            <p:nvPr/>
          </p:nvSpPr>
          <p:spPr>
            <a:xfrm>
              <a:off x="3828750" y="4049725"/>
              <a:ext cx="20250" cy="18625"/>
            </a:xfrm>
            <a:custGeom>
              <a:avLst/>
              <a:gdLst/>
              <a:ahLst/>
              <a:cxnLst/>
              <a:rect l="l" t="t" r="r" b="b"/>
              <a:pathLst>
                <a:path w="810" h="745" extrusionOk="0">
                  <a:moveTo>
                    <a:pt x="322" y="1"/>
                  </a:moveTo>
                  <a:cubicBezTo>
                    <a:pt x="250" y="25"/>
                    <a:pt x="179" y="60"/>
                    <a:pt x="119" y="108"/>
                  </a:cubicBezTo>
                  <a:cubicBezTo>
                    <a:pt x="24" y="203"/>
                    <a:pt x="0" y="322"/>
                    <a:pt x="24" y="441"/>
                  </a:cubicBezTo>
                  <a:cubicBezTo>
                    <a:pt x="66" y="621"/>
                    <a:pt x="222" y="745"/>
                    <a:pt x="406" y="745"/>
                  </a:cubicBezTo>
                  <a:cubicBezTo>
                    <a:pt x="429" y="745"/>
                    <a:pt x="453" y="743"/>
                    <a:pt x="476" y="739"/>
                  </a:cubicBezTo>
                  <a:cubicBezTo>
                    <a:pt x="679" y="691"/>
                    <a:pt x="810" y="501"/>
                    <a:pt x="774" y="287"/>
                  </a:cubicBezTo>
                  <a:cubicBezTo>
                    <a:pt x="750" y="179"/>
                    <a:pt x="679" y="108"/>
                    <a:pt x="607" y="49"/>
                  </a:cubicBezTo>
                  <a:cubicBezTo>
                    <a:pt x="548" y="25"/>
                    <a:pt x="476" y="1"/>
                    <a:pt x="381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29"/>
            <p:cNvSpPr/>
            <p:nvPr/>
          </p:nvSpPr>
          <p:spPr>
            <a:xfrm>
              <a:off x="3903450" y="3823400"/>
              <a:ext cx="11625" cy="11450"/>
            </a:xfrm>
            <a:custGeom>
              <a:avLst/>
              <a:gdLst/>
              <a:ahLst/>
              <a:cxnLst/>
              <a:rect l="l" t="t" r="r" b="b"/>
              <a:pathLst>
                <a:path w="465" h="458" extrusionOk="0">
                  <a:moveTo>
                    <a:pt x="223" y="1"/>
                  </a:moveTo>
                  <a:cubicBezTo>
                    <a:pt x="208" y="1"/>
                    <a:pt x="193" y="2"/>
                    <a:pt x="179" y="5"/>
                  </a:cubicBezTo>
                  <a:cubicBezTo>
                    <a:pt x="143" y="5"/>
                    <a:pt x="132" y="29"/>
                    <a:pt x="120" y="41"/>
                  </a:cubicBezTo>
                  <a:cubicBezTo>
                    <a:pt x="72" y="65"/>
                    <a:pt x="24" y="112"/>
                    <a:pt x="12" y="160"/>
                  </a:cubicBezTo>
                  <a:cubicBezTo>
                    <a:pt x="1" y="184"/>
                    <a:pt x="1" y="231"/>
                    <a:pt x="1" y="279"/>
                  </a:cubicBezTo>
                  <a:cubicBezTo>
                    <a:pt x="1" y="303"/>
                    <a:pt x="12" y="339"/>
                    <a:pt x="36" y="362"/>
                  </a:cubicBezTo>
                  <a:cubicBezTo>
                    <a:pt x="84" y="422"/>
                    <a:pt x="155" y="458"/>
                    <a:pt x="239" y="458"/>
                  </a:cubicBezTo>
                  <a:lnTo>
                    <a:pt x="263" y="458"/>
                  </a:lnTo>
                  <a:cubicBezTo>
                    <a:pt x="310" y="446"/>
                    <a:pt x="358" y="422"/>
                    <a:pt x="382" y="386"/>
                  </a:cubicBezTo>
                  <a:cubicBezTo>
                    <a:pt x="429" y="327"/>
                    <a:pt x="465" y="267"/>
                    <a:pt x="441" y="184"/>
                  </a:cubicBezTo>
                  <a:cubicBezTo>
                    <a:pt x="441" y="172"/>
                    <a:pt x="429" y="148"/>
                    <a:pt x="417" y="124"/>
                  </a:cubicBezTo>
                  <a:cubicBezTo>
                    <a:pt x="405" y="100"/>
                    <a:pt x="382" y="89"/>
                    <a:pt x="358" y="53"/>
                  </a:cubicBezTo>
                  <a:cubicBezTo>
                    <a:pt x="321" y="16"/>
                    <a:pt x="271" y="1"/>
                    <a:pt x="223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50" name="Google Shape;4250;p29"/>
          <p:cNvGrpSpPr/>
          <p:nvPr/>
        </p:nvGrpSpPr>
        <p:grpSpPr>
          <a:xfrm rot="10800000" flipH="1">
            <a:off x="-5825" y="2616294"/>
            <a:ext cx="1451646" cy="2527204"/>
            <a:chOff x="1083450" y="1318750"/>
            <a:chExt cx="624525" cy="1087250"/>
          </a:xfrm>
        </p:grpSpPr>
        <p:sp>
          <p:nvSpPr>
            <p:cNvPr id="4251" name="Google Shape;4251;p29"/>
            <p:cNvSpPr/>
            <p:nvPr/>
          </p:nvSpPr>
          <p:spPr>
            <a:xfrm>
              <a:off x="1083450" y="2340600"/>
              <a:ext cx="215525" cy="50325"/>
            </a:xfrm>
            <a:custGeom>
              <a:avLst/>
              <a:gdLst/>
              <a:ahLst/>
              <a:cxnLst/>
              <a:rect l="l" t="t" r="r" b="b"/>
              <a:pathLst>
                <a:path w="8621" h="2013" extrusionOk="0">
                  <a:moveTo>
                    <a:pt x="1" y="0"/>
                  </a:moveTo>
                  <a:lnTo>
                    <a:pt x="1" y="286"/>
                  </a:lnTo>
                  <a:lnTo>
                    <a:pt x="8561" y="2012"/>
                  </a:lnTo>
                  <a:cubicBezTo>
                    <a:pt x="8561" y="1917"/>
                    <a:pt x="8573" y="1834"/>
                    <a:pt x="8621" y="173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29"/>
            <p:cNvSpPr/>
            <p:nvPr/>
          </p:nvSpPr>
          <p:spPr>
            <a:xfrm>
              <a:off x="1083450" y="21304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29"/>
            <p:cNvSpPr/>
            <p:nvPr/>
          </p:nvSpPr>
          <p:spPr>
            <a:xfrm>
              <a:off x="1083450" y="1806900"/>
              <a:ext cx="20275" cy="7475"/>
            </a:xfrm>
            <a:custGeom>
              <a:avLst/>
              <a:gdLst/>
              <a:ahLst/>
              <a:cxnLst/>
              <a:rect l="l" t="t" r="r" b="b"/>
              <a:pathLst>
                <a:path w="811" h="299" extrusionOk="0">
                  <a:moveTo>
                    <a:pt x="703" y="0"/>
                  </a:moveTo>
                  <a:lnTo>
                    <a:pt x="1" y="24"/>
                  </a:lnTo>
                  <a:lnTo>
                    <a:pt x="1" y="298"/>
                  </a:lnTo>
                  <a:lnTo>
                    <a:pt x="810" y="274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29"/>
            <p:cNvSpPr/>
            <p:nvPr/>
          </p:nvSpPr>
          <p:spPr>
            <a:xfrm>
              <a:off x="1108150" y="1802425"/>
              <a:ext cx="180125" cy="11350"/>
            </a:xfrm>
            <a:custGeom>
              <a:avLst/>
              <a:gdLst/>
              <a:ahLst/>
              <a:cxnLst/>
              <a:rect l="l" t="t" r="r" b="b"/>
              <a:pathLst>
                <a:path w="7205" h="454" extrusionOk="0">
                  <a:moveTo>
                    <a:pt x="7204" y="1"/>
                  </a:moveTo>
                  <a:lnTo>
                    <a:pt x="1" y="179"/>
                  </a:lnTo>
                  <a:lnTo>
                    <a:pt x="96" y="453"/>
                  </a:lnTo>
                  <a:lnTo>
                    <a:pt x="7204" y="275"/>
                  </a:lnTo>
                  <a:cubicBezTo>
                    <a:pt x="7180" y="179"/>
                    <a:pt x="7180" y="96"/>
                    <a:pt x="720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29"/>
            <p:cNvSpPr/>
            <p:nvPr/>
          </p:nvSpPr>
          <p:spPr>
            <a:xfrm>
              <a:off x="1194475" y="2040550"/>
              <a:ext cx="2425" cy="3600"/>
            </a:xfrm>
            <a:custGeom>
              <a:avLst/>
              <a:gdLst/>
              <a:ahLst/>
              <a:cxnLst/>
              <a:rect l="l" t="t" r="r" b="b"/>
              <a:pathLst>
                <a:path w="97" h="144" extrusionOk="0">
                  <a:moveTo>
                    <a:pt x="84" y="1"/>
                  </a:moveTo>
                  <a:lnTo>
                    <a:pt x="1" y="48"/>
                  </a:lnTo>
                  <a:lnTo>
                    <a:pt x="25" y="144"/>
                  </a:lnTo>
                  <a:cubicBezTo>
                    <a:pt x="72" y="108"/>
                    <a:pt x="96" y="48"/>
                    <a:pt x="8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29"/>
            <p:cNvSpPr/>
            <p:nvPr/>
          </p:nvSpPr>
          <p:spPr>
            <a:xfrm>
              <a:off x="1083450" y="1741425"/>
              <a:ext cx="98250" cy="261650"/>
            </a:xfrm>
            <a:custGeom>
              <a:avLst/>
              <a:gdLst/>
              <a:ahLst/>
              <a:cxnLst/>
              <a:rect l="l" t="t" r="r" b="b"/>
              <a:pathLst>
                <a:path w="3930" h="10466" extrusionOk="0">
                  <a:moveTo>
                    <a:pt x="1" y="0"/>
                  </a:moveTo>
                  <a:lnTo>
                    <a:pt x="1" y="774"/>
                  </a:lnTo>
                  <a:lnTo>
                    <a:pt x="703" y="2619"/>
                  </a:lnTo>
                  <a:lnTo>
                    <a:pt x="810" y="2893"/>
                  </a:lnTo>
                  <a:lnTo>
                    <a:pt x="3668" y="10466"/>
                  </a:lnTo>
                  <a:cubicBezTo>
                    <a:pt x="3751" y="10418"/>
                    <a:pt x="3835" y="10394"/>
                    <a:pt x="3930" y="10394"/>
                  </a:cubicBezTo>
                  <a:lnTo>
                    <a:pt x="1084" y="2893"/>
                  </a:lnTo>
                  <a:lnTo>
                    <a:pt x="989" y="261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29"/>
            <p:cNvSpPr/>
            <p:nvPr/>
          </p:nvSpPr>
          <p:spPr>
            <a:xfrm>
              <a:off x="1113525" y="2178975"/>
              <a:ext cx="193200" cy="201825"/>
            </a:xfrm>
            <a:custGeom>
              <a:avLst/>
              <a:gdLst/>
              <a:ahLst/>
              <a:cxnLst/>
              <a:rect l="l" t="t" r="r" b="b"/>
              <a:pathLst>
                <a:path w="7728" h="8073" extrusionOk="0">
                  <a:moveTo>
                    <a:pt x="203" y="0"/>
                  </a:moveTo>
                  <a:cubicBezTo>
                    <a:pt x="143" y="84"/>
                    <a:pt x="84" y="131"/>
                    <a:pt x="0" y="179"/>
                  </a:cubicBezTo>
                  <a:lnTo>
                    <a:pt x="7501" y="8073"/>
                  </a:lnTo>
                  <a:cubicBezTo>
                    <a:pt x="7549" y="8013"/>
                    <a:pt x="7608" y="7954"/>
                    <a:pt x="7704" y="7918"/>
                  </a:cubicBezTo>
                  <a:cubicBezTo>
                    <a:pt x="7716" y="7918"/>
                    <a:pt x="7716" y="7918"/>
                    <a:pt x="7727" y="7906"/>
                  </a:cubicBezTo>
                  <a:lnTo>
                    <a:pt x="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29"/>
            <p:cNvSpPr/>
            <p:nvPr/>
          </p:nvSpPr>
          <p:spPr>
            <a:xfrm>
              <a:off x="1187625" y="2041750"/>
              <a:ext cx="121175" cy="334600"/>
            </a:xfrm>
            <a:custGeom>
              <a:avLst/>
              <a:gdLst/>
              <a:ahLst/>
              <a:cxnLst/>
              <a:rect l="l" t="t" r="r" b="b"/>
              <a:pathLst>
                <a:path w="4847" h="13384" extrusionOk="0">
                  <a:moveTo>
                    <a:pt x="275" y="0"/>
                  </a:moveTo>
                  <a:lnTo>
                    <a:pt x="275" y="0"/>
                  </a:lnTo>
                  <a:cubicBezTo>
                    <a:pt x="180" y="48"/>
                    <a:pt x="96" y="72"/>
                    <a:pt x="1" y="72"/>
                  </a:cubicBezTo>
                  <a:lnTo>
                    <a:pt x="4752" y="13383"/>
                  </a:lnTo>
                  <a:cubicBezTo>
                    <a:pt x="4775" y="13371"/>
                    <a:pt x="4823" y="13347"/>
                    <a:pt x="4847" y="13335"/>
                  </a:cubicBezTo>
                  <a:lnTo>
                    <a:pt x="4835" y="12847"/>
                  </a:lnTo>
                  <a:lnTo>
                    <a:pt x="263" y="72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29"/>
            <p:cNvSpPr/>
            <p:nvPr/>
          </p:nvSpPr>
          <p:spPr>
            <a:xfrm>
              <a:off x="1188525" y="1816725"/>
              <a:ext cx="109275" cy="186650"/>
            </a:xfrm>
            <a:custGeom>
              <a:avLst/>
              <a:gdLst/>
              <a:ahLst/>
              <a:cxnLst/>
              <a:rect l="l" t="t" r="r" b="b"/>
              <a:pathLst>
                <a:path w="4371" h="7466" extrusionOk="0">
                  <a:moveTo>
                    <a:pt x="4144" y="0"/>
                  </a:moveTo>
                  <a:lnTo>
                    <a:pt x="1" y="7382"/>
                  </a:lnTo>
                  <a:cubicBezTo>
                    <a:pt x="84" y="7394"/>
                    <a:pt x="179" y="7430"/>
                    <a:pt x="251" y="7466"/>
                  </a:cubicBezTo>
                  <a:lnTo>
                    <a:pt x="4370" y="143"/>
                  </a:lnTo>
                  <a:cubicBezTo>
                    <a:pt x="4287" y="119"/>
                    <a:pt x="4204" y="72"/>
                    <a:pt x="414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29"/>
            <p:cNvSpPr/>
            <p:nvPr/>
          </p:nvSpPr>
          <p:spPr>
            <a:xfrm>
              <a:off x="1113225" y="2036700"/>
              <a:ext cx="60750" cy="102100"/>
            </a:xfrm>
            <a:custGeom>
              <a:avLst/>
              <a:gdLst/>
              <a:ahLst/>
              <a:cxnLst/>
              <a:rect l="l" t="t" r="r" b="b"/>
              <a:pathLst>
                <a:path w="2430" h="4084" extrusionOk="0">
                  <a:moveTo>
                    <a:pt x="2215" y="0"/>
                  </a:moveTo>
                  <a:lnTo>
                    <a:pt x="0" y="3893"/>
                  </a:lnTo>
                  <a:cubicBezTo>
                    <a:pt x="72" y="3953"/>
                    <a:pt x="155" y="4012"/>
                    <a:pt x="215" y="4084"/>
                  </a:cubicBezTo>
                  <a:lnTo>
                    <a:pt x="2429" y="179"/>
                  </a:lnTo>
                  <a:cubicBezTo>
                    <a:pt x="2358" y="131"/>
                    <a:pt x="2274" y="72"/>
                    <a:pt x="221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29"/>
            <p:cNvSpPr/>
            <p:nvPr/>
          </p:nvSpPr>
          <p:spPr>
            <a:xfrm>
              <a:off x="1299250" y="1820900"/>
              <a:ext cx="16700" cy="554550"/>
            </a:xfrm>
            <a:custGeom>
              <a:avLst/>
              <a:gdLst/>
              <a:ahLst/>
              <a:cxnLst/>
              <a:rect l="l" t="t" r="r" b="b"/>
              <a:pathLst>
                <a:path w="668" h="22182" extrusionOk="0">
                  <a:moveTo>
                    <a:pt x="1" y="0"/>
                  </a:moveTo>
                  <a:lnTo>
                    <a:pt x="394" y="21693"/>
                  </a:lnTo>
                  <a:lnTo>
                    <a:pt x="406" y="22181"/>
                  </a:lnTo>
                  <a:cubicBezTo>
                    <a:pt x="447" y="22175"/>
                    <a:pt x="492" y="22172"/>
                    <a:pt x="537" y="22172"/>
                  </a:cubicBezTo>
                  <a:cubicBezTo>
                    <a:pt x="581" y="22172"/>
                    <a:pt x="626" y="22175"/>
                    <a:pt x="668" y="22181"/>
                  </a:cubicBezTo>
                  <a:lnTo>
                    <a:pt x="275" y="12"/>
                  </a:lnTo>
                  <a:cubicBezTo>
                    <a:pt x="235" y="17"/>
                    <a:pt x="198" y="20"/>
                    <a:pt x="161" y="20"/>
                  </a:cubicBezTo>
                  <a:cubicBezTo>
                    <a:pt x="108" y="20"/>
                    <a:pt x="57" y="14"/>
                    <a:pt x="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29"/>
            <p:cNvSpPr/>
            <p:nvPr/>
          </p:nvSpPr>
          <p:spPr>
            <a:xfrm>
              <a:off x="1293600" y="1501500"/>
              <a:ext cx="11925" cy="289650"/>
            </a:xfrm>
            <a:custGeom>
              <a:avLst/>
              <a:gdLst/>
              <a:ahLst/>
              <a:cxnLst/>
              <a:rect l="l" t="t" r="r" b="b"/>
              <a:pathLst>
                <a:path w="477" h="11586" extrusionOk="0">
                  <a:moveTo>
                    <a:pt x="1" y="1"/>
                  </a:moveTo>
                  <a:lnTo>
                    <a:pt x="215" y="11585"/>
                  </a:lnTo>
                  <a:cubicBezTo>
                    <a:pt x="268" y="11563"/>
                    <a:pt x="325" y="11555"/>
                    <a:pt x="382" y="11555"/>
                  </a:cubicBezTo>
                  <a:cubicBezTo>
                    <a:pt x="414" y="11555"/>
                    <a:pt x="446" y="11557"/>
                    <a:pt x="477" y="11562"/>
                  </a:cubicBezTo>
                  <a:lnTo>
                    <a:pt x="274" y="36"/>
                  </a:lnTo>
                  <a:cubicBezTo>
                    <a:pt x="239" y="36"/>
                    <a:pt x="215" y="48"/>
                    <a:pt x="179" y="48"/>
                  </a:cubicBezTo>
                  <a:cubicBezTo>
                    <a:pt x="120" y="36"/>
                    <a:pt x="60" y="36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29"/>
            <p:cNvSpPr/>
            <p:nvPr/>
          </p:nvSpPr>
          <p:spPr>
            <a:xfrm>
              <a:off x="1418325" y="1523825"/>
              <a:ext cx="47050" cy="166425"/>
            </a:xfrm>
            <a:custGeom>
              <a:avLst/>
              <a:gdLst/>
              <a:ahLst/>
              <a:cxnLst/>
              <a:rect l="l" t="t" r="r" b="b"/>
              <a:pathLst>
                <a:path w="1882" h="6657" extrusionOk="0">
                  <a:moveTo>
                    <a:pt x="250" y="1"/>
                  </a:moveTo>
                  <a:cubicBezTo>
                    <a:pt x="238" y="1"/>
                    <a:pt x="227" y="13"/>
                    <a:pt x="227" y="13"/>
                  </a:cubicBezTo>
                  <a:cubicBezTo>
                    <a:pt x="155" y="48"/>
                    <a:pt x="72" y="72"/>
                    <a:pt x="0" y="72"/>
                  </a:cubicBezTo>
                  <a:lnTo>
                    <a:pt x="1608" y="6656"/>
                  </a:lnTo>
                  <a:cubicBezTo>
                    <a:pt x="1703" y="6621"/>
                    <a:pt x="1786" y="6597"/>
                    <a:pt x="1881" y="6597"/>
                  </a:cubicBezTo>
                  <a:lnTo>
                    <a:pt x="25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29"/>
            <p:cNvSpPr/>
            <p:nvPr/>
          </p:nvSpPr>
          <p:spPr>
            <a:xfrm>
              <a:off x="1083450" y="1458350"/>
              <a:ext cx="203625" cy="33050"/>
            </a:xfrm>
            <a:custGeom>
              <a:avLst/>
              <a:gdLst/>
              <a:ahLst/>
              <a:cxnLst/>
              <a:rect l="l" t="t" r="r" b="b"/>
              <a:pathLst>
                <a:path w="8145" h="1322" extrusionOk="0">
                  <a:moveTo>
                    <a:pt x="1" y="0"/>
                  </a:moveTo>
                  <a:lnTo>
                    <a:pt x="1" y="286"/>
                  </a:lnTo>
                  <a:lnTo>
                    <a:pt x="8097" y="1322"/>
                  </a:lnTo>
                  <a:lnTo>
                    <a:pt x="8097" y="1298"/>
                  </a:lnTo>
                  <a:cubicBezTo>
                    <a:pt x="8085" y="1191"/>
                    <a:pt x="8109" y="1108"/>
                    <a:pt x="8145" y="104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29"/>
            <p:cNvSpPr/>
            <p:nvPr/>
          </p:nvSpPr>
          <p:spPr>
            <a:xfrm>
              <a:off x="1291825" y="1342550"/>
              <a:ext cx="8050" cy="136050"/>
            </a:xfrm>
            <a:custGeom>
              <a:avLst/>
              <a:gdLst/>
              <a:ahLst/>
              <a:cxnLst/>
              <a:rect l="l" t="t" r="r" b="b"/>
              <a:pathLst>
                <a:path w="322" h="5442" extrusionOk="0">
                  <a:moveTo>
                    <a:pt x="0" y="1"/>
                  </a:moveTo>
                  <a:lnTo>
                    <a:pt x="60" y="5442"/>
                  </a:lnTo>
                  <a:cubicBezTo>
                    <a:pt x="119" y="5406"/>
                    <a:pt x="179" y="5406"/>
                    <a:pt x="238" y="5406"/>
                  </a:cubicBezTo>
                  <a:cubicBezTo>
                    <a:pt x="274" y="5406"/>
                    <a:pt x="298" y="5406"/>
                    <a:pt x="322" y="5418"/>
                  </a:cubicBezTo>
                  <a:lnTo>
                    <a:pt x="274" y="96"/>
                  </a:lnTo>
                  <a:cubicBezTo>
                    <a:pt x="179" y="72"/>
                    <a:pt x="72" y="48"/>
                    <a:pt x="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29"/>
            <p:cNvSpPr/>
            <p:nvPr/>
          </p:nvSpPr>
          <p:spPr>
            <a:xfrm>
              <a:off x="1688000" y="1544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29"/>
            <p:cNvSpPr/>
            <p:nvPr/>
          </p:nvSpPr>
          <p:spPr>
            <a:xfrm>
              <a:off x="1309675" y="1487525"/>
              <a:ext cx="94675" cy="19650"/>
            </a:xfrm>
            <a:custGeom>
              <a:avLst/>
              <a:gdLst/>
              <a:ahLst/>
              <a:cxnLst/>
              <a:rect l="l" t="t" r="r" b="b"/>
              <a:pathLst>
                <a:path w="3787" h="786" extrusionOk="0">
                  <a:moveTo>
                    <a:pt x="12" y="0"/>
                  </a:moveTo>
                  <a:cubicBezTo>
                    <a:pt x="36" y="24"/>
                    <a:pt x="36" y="72"/>
                    <a:pt x="36" y="95"/>
                  </a:cubicBezTo>
                  <a:cubicBezTo>
                    <a:pt x="36" y="155"/>
                    <a:pt x="12" y="214"/>
                    <a:pt x="1" y="262"/>
                  </a:cubicBezTo>
                  <a:lnTo>
                    <a:pt x="3668" y="786"/>
                  </a:lnTo>
                  <a:cubicBezTo>
                    <a:pt x="3680" y="691"/>
                    <a:pt x="3727" y="607"/>
                    <a:pt x="3787" y="536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29"/>
            <p:cNvSpPr/>
            <p:nvPr/>
          </p:nvSpPr>
          <p:spPr>
            <a:xfrm>
              <a:off x="1687700" y="15458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29"/>
            <p:cNvSpPr/>
            <p:nvPr/>
          </p:nvSpPr>
          <p:spPr>
            <a:xfrm>
              <a:off x="1430825" y="1504475"/>
              <a:ext cx="247675" cy="41700"/>
            </a:xfrm>
            <a:custGeom>
              <a:avLst/>
              <a:gdLst/>
              <a:ahLst/>
              <a:cxnLst/>
              <a:rect l="l" t="t" r="r" b="b"/>
              <a:pathLst>
                <a:path w="9907" h="1668" extrusionOk="0">
                  <a:moveTo>
                    <a:pt x="0" y="1"/>
                  </a:moveTo>
                  <a:lnTo>
                    <a:pt x="0" y="1"/>
                  </a:lnTo>
                  <a:cubicBezTo>
                    <a:pt x="48" y="108"/>
                    <a:pt x="72" y="191"/>
                    <a:pt x="48" y="287"/>
                  </a:cubicBezTo>
                  <a:lnTo>
                    <a:pt x="9799" y="1668"/>
                  </a:lnTo>
                  <a:lnTo>
                    <a:pt x="9906" y="1596"/>
                  </a:lnTo>
                  <a:lnTo>
                    <a:pt x="9478" y="13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29"/>
            <p:cNvSpPr/>
            <p:nvPr/>
          </p:nvSpPr>
          <p:spPr>
            <a:xfrm>
              <a:off x="1687100" y="15464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1" y="24"/>
                  </a:moveTo>
                  <a:lnTo>
                    <a:pt x="1" y="24"/>
                  </a:lnTo>
                  <a:cubicBezTo>
                    <a:pt x="1" y="1"/>
                    <a:pt x="1" y="24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29"/>
            <p:cNvSpPr/>
            <p:nvPr/>
          </p:nvSpPr>
          <p:spPr>
            <a:xfrm>
              <a:off x="1687700" y="1545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29"/>
            <p:cNvSpPr/>
            <p:nvPr/>
          </p:nvSpPr>
          <p:spPr>
            <a:xfrm>
              <a:off x="1476075" y="1544675"/>
              <a:ext cx="211050" cy="154800"/>
            </a:xfrm>
            <a:custGeom>
              <a:avLst/>
              <a:gdLst/>
              <a:ahLst/>
              <a:cxnLst/>
              <a:rect l="l" t="t" r="r" b="b"/>
              <a:pathLst>
                <a:path w="8442" h="6192" extrusionOk="0">
                  <a:moveTo>
                    <a:pt x="8096" y="0"/>
                  </a:moveTo>
                  <a:lnTo>
                    <a:pt x="7989" y="72"/>
                  </a:lnTo>
                  <a:lnTo>
                    <a:pt x="0" y="5965"/>
                  </a:lnTo>
                  <a:cubicBezTo>
                    <a:pt x="60" y="6025"/>
                    <a:pt x="119" y="6084"/>
                    <a:pt x="143" y="6179"/>
                  </a:cubicBezTo>
                  <a:cubicBezTo>
                    <a:pt x="143" y="6179"/>
                    <a:pt x="143" y="6191"/>
                    <a:pt x="155" y="6191"/>
                  </a:cubicBezTo>
                  <a:lnTo>
                    <a:pt x="8442" y="95"/>
                  </a:lnTo>
                  <a:lnTo>
                    <a:pt x="8442" y="95"/>
                  </a:lnTo>
                  <a:cubicBezTo>
                    <a:pt x="8418" y="107"/>
                    <a:pt x="8418" y="107"/>
                    <a:pt x="8406" y="107"/>
                  </a:cubicBezTo>
                  <a:lnTo>
                    <a:pt x="8394" y="107"/>
                  </a:lnTo>
                  <a:cubicBezTo>
                    <a:pt x="8370" y="107"/>
                    <a:pt x="8358" y="119"/>
                    <a:pt x="8346" y="119"/>
                  </a:cubicBezTo>
                  <a:lnTo>
                    <a:pt x="8299" y="119"/>
                  </a:lnTo>
                  <a:cubicBezTo>
                    <a:pt x="8287" y="119"/>
                    <a:pt x="8287" y="119"/>
                    <a:pt x="8275" y="107"/>
                  </a:cubicBezTo>
                  <a:lnTo>
                    <a:pt x="809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29"/>
            <p:cNvSpPr/>
            <p:nvPr/>
          </p:nvSpPr>
          <p:spPr>
            <a:xfrm>
              <a:off x="1688000" y="15446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2"/>
                  </a:moveTo>
                  <a:cubicBezTo>
                    <a:pt x="0" y="12"/>
                    <a:pt x="0" y="0"/>
                    <a:pt x="0" y="12"/>
                  </a:cubicBezTo>
                  <a:cubicBezTo>
                    <a:pt x="0" y="0"/>
                    <a:pt x="0" y="0"/>
                    <a:pt x="0" y="12"/>
                  </a:cubicBezTo>
                  <a:cubicBezTo>
                    <a:pt x="0" y="0"/>
                    <a:pt x="0" y="0"/>
                    <a:pt x="0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29"/>
            <p:cNvSpPr/>
            <p:nvPr/>
          </p:nvSpPr>
          <p:spPr>
            <a:xfrm>
              <a:off x="1681750" y="1319350"/>
              <a:ext cx="26225" cy="225050"/>
            </a:xfrm>
            <a:custGeom>
              <a:avLst/>
              <a:gdLst/>
              <a:ahLst/>
              <a:cxnLst/>
              <a:rect l="l" t="t" r="r" b="b"/>
              <a:pathLst>
                <a:path w="1049" h="9002" extrusionOk="0">
                  <a:moveTo>
                    <a:pt x="750" y="0"/>
                  </a:moveTo>
                  <a:lnTo>
                    <a:pt x="0" y="8763"/>
                  </a:lnTo>
                  <a:lnTo>
                    <a:pt x="191" y="8870"/>
                  </a:lnTo>
                  <a:cubicBezTo>
                    <a:pt x="238" y="8894"/>
                    <a:pt x="274" y="8942"/>
                    <a:pt x="274" y="9001"/>
                  </a:cubicBezTo>
                  <a:lnTo>
                    <a:pt x="104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29"/>
            <p:cNvSpPr/>
            <p:nvPr/>
          </p:nvSpPr>
          <p:spPr>
            <a:xfrm>
              <a:off x="1687100" y="15464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1" y="24"/>
                  </a:moveTo>
                  <a:cubicBezTo>
                    <a:pt x="1" y="24"/>
                    <a:pt x="1" y="1"/>
                    <a:pt x="1" y="24"/>
                  </a:cubicBezTo>
                  <a:cubicBezTo>
                    <a:pt x="1" y="1"/>
                    <a:pt x="1" y="1"/>
                    <a:pt x="1" y="24"/>
                  </a:cubicBezTo>
                  <a:cubicBezTo>
                    <a:pt x="1" y="1"/>
                    <a:pt x="1" y="1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29"/>
            <p:cNvSpPr/>
            <p:nvPr/>
          </p:nvSpPr>
          <p:spPr>
            <a:xfrm>
              <a:off x="1684125" y="15476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lnTo>
                    <a:pt x="1" y="0"/>
                  </a:lnTo>
                  <a:lnTo>
                    <a:pt x="24" y="0"/>
                  </a:lnTo>
                  <a:cubicBezTo>
                    <a:pt x="12" y="0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29"/>
            <p:cNvSpPr/>
            <p:nvPr/>
          </p:nvSpPr>
          <p:spPr>
            <a:xfrm>
              <a:off x="1687700" y="15455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13"/>
                  </a:lnTo>
                  <a:lnTo>
                    <a:pt x="0" y="13"/>
                  </a:lnTo>
                  <a:cubicBezTo>
                    <a:pt x="0" y="1"/>
                    <a:pt x="0" y="1"/>
                    <a:pt x="0" y="13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29"/>
            <p:cNvSpPr/>
            <p:nvPr/>
          </p:nvSpPr>
          <p:spPr>
            <a:xfrm>
              <a:off x="1684725" y="15476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29"/>
            <p:cNvSpPr/>
            <p:nvPr/>
          </p:nvSpPr>
          <p:spPr>
            <a:xfrm>
              <a:off x="1323375" y="1333625"/>
              <a:ext cx="364650" cy="214350"/>
            </a:xfrm>
            <a:custGeom>
              <a:avLst/>
              <a:gdLst/>
              <a:ahLst/>
              <a:cxnLst/>
              <a:rect l="l" t="t" r="r" b="b"/>
              <a:pathLst>
                <a:path w="14586" h="8574" extrusionOk="0">
                  <a:moveTo>
                    <a:pt x="203" y="1"/>
                  </a:moveTo>
                  <a:cubicBezTo>
                    <a:pt x="143" y="84"/>
                    <a:pt x="84" y="155"/>
                    <a:pt x="0" y="215"/>
                  </a:cubicBezTo>
                  <a:lnTo>
                    <a:pt x="13752" y="8204"/>
                  </a:lnTo>
                  <a:lnTo>
                    <a:pt x="14192" y="8454"/>
                  </a:lnTo>
                  <a:lnTo>
                    <a:pt x="14371" y="8561"/>
                  </a:lnTo>
                  <a:cubicBezTo>
                    <a:pt x="14383" y="8561"/>
                    <a:pt x="14383" y="8573"/>
                    <a:pt x="14395" y="8573"/>
                  </a:cubicBezTo>
                  <a:lnTo>
                    <a:pt x="14442" y="8573"/>
                  </a:lnTo>
                  <a:cubicBezTo>
                    <a:pt x="14454" y="8573"/>
                    <a:pt x="14466" y="8573"/>
                    <a:pt x="14490" y="8561"/>
                  </a:cubicBezTo>
                  <a:lnTo>
                    <a:pt x="14502" y="8561"/>
                  </a:lnTo>
                  <a:cubicBezTo>
                    <a:pt x="14514" y="8561"/>
                    <a:pt x="14514" y="8549"/>
                    <a:pt x="14526" y="8549"/>
                  </a:cubicBezTo>
                  <a:cubicBezTo>
                    <a:pt x="14550" y="8537"/>
                    <a:pt x="14550" y="8537"/>
                    <a:pt x="14550" y="8514"/>
                  </a:cubicBezTo>
                  <a:lnTo>
                    <a:pt x="14550" y="8502"/>
                  </a:lnTo>
                  <a:lnTo>
                    <a:pt x="14550" y="8490"/>
                  </a:lnTo>
                  <a:lnTo>
                    <a:pt x="14550" y="8478"/>
                  </a:lnTo>
                  <a:cubicBezTo>
                    <a:pt x="14585" y="8383"/>
                    <a:pt x="14573" y="8335"/>
                    <a:pt x="14514" y="8311"/>
                  </a:cubicBezTo>
                  <a:lnTo>
                    <a:pt x="14323" y="820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29"/>
            <p:cNvSpPr/>
            <p:nvPr/>
          </p:nvSpPr>
          <p:spPr>
            <a:xfrm>
              <a:off x="1273950" y="1318750"/>
              <a:ext cx="60750" cy="26600"/>
            </a:xfrm>
            <a:custGeom>
              <a:avLst/>
              <a:gdLst/>
              <a:ahLst/>
              <a:cxnLst/>
              <a:rect l="l" t="t" r="r" b="b"/>
              <a:pathLst>
                <a:path w="2430" h="1064" extrusionOk="0">
                  <a:moveTo>
                    <a:pt x="1" y="0"/>
                  </a:moveTo>
                  <a:cubicBezTo>
                    <a:pt x="13" y="119"/>
                    <a:pt x="60" y="250"/>
                    <a:pt x="120" y="369"/>
                  </a:cubicBezTo>
                  <a:cubicBezTo>
                    <a:pt x="251" y="643"/>
                    <a:pt x="465" y="834"/>
                    <a:pt x="715" y="953"/>
                  </a:cubicBezTo>
                  <a:cubicBezTo>
                    <a:pt x="810" y="1000"/>
                    <a:pt x="894" y="1012"/>
                    <a:pt x="989" y="1048"/>
                  </a:cubicBezTo>
                  <a:cubicBezTo>
                    <a:pt x="1062" y="1058"/>
                    <a:pt x="1135" y="1063"/>
                    <a:pt x="1209" y="1063"/>
                  </a:cubicBezTo>
                  <a:cubicBezTo>
                    <a:pt x="1401" y="1063"/>
                    <a:pt x="1594" y="1027"/>
                    <a:pt x="1775" y="941"/>
                  </a:cubicBezTo>
                  <a:cubicBezTo>
                    <a:pt x="1858" y="893"/>
                    <a:pt x="1941" y="858"/>
                    <a:pt x="2001" y="786"/>
                  </a:cubicBezTo>
                  <a:cubicBezTo>
                    <a:pt x="2072" y="727"/>
                    <a:pt x="2132" y="655"/>
                    <a:pt x="2192" y="584"/>
                  </a:cubicBezTo>
                  <a:cubicBezTo>
                    <a:pt x="2322" y="417"/>
                    <a:pt x="2394" y="215"/>
                    <a:pt x="2430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29"/>
            <p:cNvSpPr/>
            <p:nvPr/>
          </p:nvSpPr>
          <p:spPr>
            <a:xfrm>
              <a:off x="1159350" y="2001350"/>
              <a:ext cx="50050" cy="42850"/>
            </a:xfrm>
            <a:custGeom>
              <a:avLst/>
              <a:gdLst/>
              <a:ahLst/>
              <a:cxnLst/>
              <a:rect l="l" t="t" r="r" b="b"/>
              <a:pathLst>
                <a:path w="2002" h="1714" extrusionOk="0">
                  <a:moveTo>
                    <a:pt x="1013" y="0"/>
                  </a:moveTo>
                  <a:cubicBezTo>
                    <a:pt x="968" y="0"/>
                    <a:pt x="924" y="3"/>
                    <a:pt x="882" y="9"/>
                  </a:cubicBezTo>
                  <a:cubicBezTo>
                    <a:pt x="787" y="21"/>
                    <a:pt x="703" y="57"/>
                    <a:pt x="608" y="81"/>
                  </a:cubicBezTo>
                  <a:cubicBezTo>
                    <a:pt x="179" y="295"/>
                    <a:pt x="1" y="807"/>
                    <a:pt x="227" y="1247"/>
                  </a:cubicBezTo>
                  <a:cubicBezTo>
                    <a:pt x="251" y="1307"/>
                    <a:pt x="299" y="1366"/>
                    <a:pt x="346" y="1426"/>
                  </a:cubicBezTo>
                  <a:cubicBezTo>
                    <a:pt x="406" y="1497"/>
                    <a:pt x="477" y="1557"/>
                    <a:pt x="549" y="1605"/>
                  </a:cubicBezTo>
                  <a:cubicBezTo>
                    <a:pt x="709" y="1669"/>
                    <a:pt x="898" y="1714"/>
                    <a:pt x="1072" y="1714"/>
                  </a:cubicBezTo>
                  <a:cubicBezTo>
                    <a:pt x="1092" y="1714"/>
                    <a:pt x="1112" y="1713"/>
                    <a:pt x="1132" y="1712"/>
                  </a:cubicBezTo>
                  <a:cubicBezTo>
                    <a:pt x="1227" y="1688"/>
                    <a:pt x="1311" y="1664"/>
                    <a:pt x="1406" y="1628"/>
                  </a:cubicBezTo>
                  <a:lnTo>
                    <a:pt x="1489" y="1593"/>
                  </a:lnTo>
                  <a:cubicBezTo>
                    <a:pt x="1846" y="1343"/>
                    <a:pt x="2001" y="878"/>
                    <a:pt x="1787" y="473"/>
                  </a:cubicBezTo>
                  <a:cubicBezTo>
                    <a:pt x="1703" y="307"/>
                    <a:pt x="1561" y="176"/>
                    <a:pt x="1418" y="104"/>
                  </a:cubicBezTo>
                  <a:cubicBezTo>
                    <a:pt x="1322" y="57"/>
                    <a:pt x="1239" y="21"/>
                    <a:pt x="1144" y="9"/>
                  </a:cubicBezTo>
                  <a:cubicBezTo>
                    <a:pt x="1102" y="3"/>
                    <a:pt x="1058" y="0"/>
                    <a:pt x="1013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29"/>
            <p:cNvSpPr/>
            <p:nvPr/>
          </p:nvSpPr>
          <p:spPr>
            <a:xfrm>
              <a:off x="1083450" y="2128475"/>
              <a:ext cx="44675" cy="61325"/>
            </a:xfrm>
            <a:custGeom>
              <a:avLst/>
              <a:gdLst/>
              <a:ahLst/>
              <a:cxnLst/>
              <a:rect l="l" t="t" r="r" b="b"/>
              <a:pathLst>
                <a:path w="1787" h="2453" extrusionOk="0">
                  <a:moveTo>
                    <a:pt x="465" y="1"/>
                  </a:moveTo>
                  <a:cubicBezTo>
                    <a:pt x="309" y="1"/>
                    <a:pt x="151" y="30"/>
                    <a:pt x="1" y="91"/>
                  </a:cubicBezTo>
                  <a:lnTo>
                    <a:pt x="1" y="2366"/>
                  </a:lnTo>
                  <a:cubicBezTo>
                    <a:pt x="148" y="2422"/>
                    <a:pt x="312" y="2452"/>
                    <a:pt x="479" y="2452"/>
                  </a:cubicBezTo>
                  <a:cubicBezTo>
                    <a:pt x="660" y="2452"/>
                    <a:pt x="845" y="2416"/>
                    <a:pt x="1013" y="2342"/>
                  </a:cubicBezTo>
                  <a:cubicBezTo>
                    <a:pt x="1072" y="2306"/>
                    <a:pt x="1144" y="2258"/>
                    <a:pt x="1203" y="2223"/>
                  </a:cubicBezTo>
                  <a:cubicBezTo>
                    <a:pt x="1263" y="2139"/>
                    <a:pt x="1346" y="2080"/>
                    <a:pt x="1406" y="2020"/>
                  </a:cubicBezTo>
                  <a:cubicBezTo>
                    <a:pt x="1715" y="1663"/>
                    <a:pt x="1787" y="1127"/>
                    <a:pt x="1560" y="687"/>
                  </a:cubicBezTo>
                  <a:cubicBezTo>
                    <a:pt x="1513" y="592"/>
                    <a:pt x="1465" y="508"/>
                    <a:pt x="1406" y="437"/>
                  </a:cubicBezTo>
                  <a:cubicBezTo>
                    <a:pt x="1346" y="353"/>
                    <a:pt x="1263" y="294"/>
                    <a:pt x="1191" y="234"/>
                  </a:cubicBezTo>
                  <a:cubicBezTo>
                    <a:pt x="989" y="84"/>
                    <a:pt x="730" y="1"/>
                    <a:pt x="46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29"/>
            <p:cNvSpPr/>
            <p:nvPr/>
          </p:nvSpPr>
          <p:spPr>
            <a:xfrm>
              <a:off x="1288250" y="1790575"/>
              <a:ext cx="32175" cy="31125"/>
            </a:xfrm>
            <a:custGeom>
              <a:avLst/>
              <a:gdLst/>
              <a:ahLst/>
              <a:cxnLst/>
              <a:rect l="l" t="t" r="r" b="b"/>
              <a:pathLst>
                <a:path w="1287" h="1245" extrusionOk="0">
                  <a:moveTo>
                    <a:pt x="577" y="1"/>
                  </a:moveTo>
                  <a:cubicBezTo>
                    <a:pt x="530" y="1"/>
                    <a:pt x="477" y="14"/>
                    <a:pt x="429" y="34"/>
                  </a:cubicBezTo>
                  <a:lnTo>
                    <a:pt x="334" y="82"/>
                  </a:lnTo>
                  <a:cubicBezTo>
                    <a:pt x="167" y="165"/>
                    <a:pt x="60" y="320"/>
                    <a:pt x="12" y="499"/>
                  </a:cubicBezTo>
                  <a:cubicBezTo>
                    <a:pt x="0" y="582"/>
                    <a:pt x="0" y="677"/>
                    <a:pt x="12" y="761"/>
                  </a:cubicBezTo>
                  <a:lnTo>
                    <a:pt x="60" y="892"/>
                  </a:lnTo>
                  <a:cubicBezTo>
                    <a:pt x="84" y="951"/>
                    <a:pt x="119" y="999"/>
                    <a:pt x="155" y="1058"/>
                  </a:cubicBezTo>
                  <a:cubicBezTo>
                    <a:pt x="215" y="1130"/>
                    <a:pt x="310" y="1177"/>
                    <a:pt x="381" y="1213"/>
                  </a:cubicBezTo>
                  <a:cubicBezTo>
                    <a:pt x="393" y="1213"/>
                    <a:pt x="417" y="1225"/>
                    <a:pt x="429" y="1225"/>
                  </a:cubicBezTo>
                  <a:cubicBezTo>
                    <a:pt x="478" y="1239"/>
                    <a:pt x="531" y="1245"/>
                    <a:pt x="583" y="1245"/>
                  </a:cubicBezTo>
                  <a:cubicBezTo>
                    <a:pt x="620" y="1245"/>
                    <a:pt x="656" y="1242"/>
                    <a:pt x="691" y="1237"/>
                  </a:cubicBezTo>
                  <a:cubicBezTo>
                    <a:pt x="750" y="1225"/>
                    <a:pt x="798" y="1213"/>
                    <a:pt x="858" y="1177"/>
                  </a:cubicBezTo>
                  <a:cubicBezTo>
                    <a:pt x="1167" y="1034"/>
                    <a:pt x="1286" y="653"/>
                    <a:pt x="1131" y="356"/>
                  </a:cubicBezTo>
                  <a:cubicBezTo>
                    <a:pt x="1036" y="165"/>
                    <a:pt x="858" y="46"/>
                    <a:pt x="667" y="22"/>
                  </a:cubicBezTo>
                  <a:cubicBezTo>
                    <a:pt x="642" y="7"/>
                    <a:pt x="611" y="1"/>
                    <a:pt x="57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29"/>
            <p:cNvSpPr/>
            <p:nvPr/>
          </p:nvSpPr>
          <p:spPr>
            <a:xfrm>
              <a:off x="1297475" y="2375200"/>
              <a:ext cx="32775" cy="30800"/>
            </a:xfrm>
            <a:custGeom>
              <a:avLst/>
              <a:gdLst/>
              <a:ahLst/>
              <a:cxnLst/>
              <a:rect l="l" t="t" r="r" b="b"/>
              <a:pathLst>
                <a:path w="1311" h="1232" extrusionOk="0">
                  <a:moveTo>
                    <a:pt x="608" y="0"/>
                  </a:moveTo>
                  <a:cubicBezTo>
                    <a:pt x="563" y="0"/>
                    <a:pt x="518" y="3"/>
                    <a:pt x="477" y="9"/>
                  </a:cubicBezTo>
                  <a:cubicBezTo>
                    <a:pt x="429" y="33"/>
                    <a:pt x="393" y="33"/>
                    <a:pt x="369" y="57"/>
                  </a:cubicBezTo>
                  <a:cubicBezTo>
                    <a:pt x="358" y="57"/>
                    <a:pt x="358" y="57"/>
                    <a:pt x="346" y="69"/>
                  </a:cubicBezTo>
                  <a:cubicBezTo>
                    <a:pt x="262" y="117"/>
                    <a:pt x="191" y="164"/>
                    <a:pt x="143" y="224"/>
                  </a:cubicBezTo>
                  <a:lnTo>
                    <a:pt x="60" y="355"/>
                  </a:lnTo>
                  <a:cubicBezTo>
                    <a:pt x="12" y="450"/>
                    <a:pt x="0" y="533"/>
                    <a:pt x="0" y="628"/>
                  </a:cubicBezTo>
                  <a:cubicBezTo>
                    <a:pt x="0" y="712"/>
                    <a:pt x="12" y="807"/>
                    <a:pt x="60" y="890"/>
                  </a:cubicBezTo>
                  <a:cubicBezTo>
                    <a:pt x="160" y="1108"/>
                    <a:pt x="373" y="1232"/>
                    <a:pt x="594" y="1232"/>
                  </a:cubicBezTo>
                  <a:cubicBezTo>
                    <a:pt x="687" y="1232"/>
                    <a:pt x="781" y="1210"/>
                    <a:pt x="870" y="1164"/>
                  </a:cubicBezTo>
                  <a:cubicBezTo>
                    <a:pt x="1191" y="1009"/>
                    <a:pt x="1310" y="640"/>
                    <a:pt x="1143" y="343"/>
                  </a:cubicBezTo>
                  <a:cubicBezTo>
                    <a:pt x="1048" y="164"/>
                    <a:pt x="905" y="57"/>
                    <a:pt x="739" y="9"/>
                  </a:cubicBezTo>
                  <a:cubicBezTo>
                    <a:pt x="697" y="3"/>
                    <a:pt x="652" y="0"/>
                    <a:pt x="6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29"/>
            <p:cNvSpPr/>
            <p:nvPr/>
          </p:nvSpPr>
          <p:spPr>
            <a:xfrm>
              <a:off x="1445100" y="1689025"/>
              <a:ext cx="39025" cy="34575"/>
            </a:xfrm>
            <a:custGeom>
              <a:avLst/>
              <a:gdLst/>
              <a:ahLst/>
              <a:cxnLst/>
              <a:rect l="l" t="t" r="r" b="b"/>
              <a:pathLst>
                <a:path w="1561" h="1383" extrusionOk="0">
                  <a:moveTo>
                    <a:pt x="787" y="1"/>
                  </a:moveTo>
                  <a:cubicBezTo>
                    <a:pt x="703" y="1"/>
                    <a:pt x="608" y="13"/>
                    <a:pt x="525" y="60"/>
                  </a:cubicBezTo>
                  <a:cubicBezTo>
                    <a:pt x="501" y="60"/>
                    <a:pt x="489" y="72"/>
                    <a:pt x="477" y="72"/>
                  </a:cubicBezTo>
                  <a:cubicBezTo>
                    <a:pt x="132" y="239"/>
                    <a:pt x="1" y="655"/>
                    <a:pt x="168" y="1001"/>
                  </a:cubicBezTo>
                  <a:cubicBezTo>
                    <a:pt x="277" y="1245"/>
                    <a:pt x="530" y="1382"/>
                    <a:pt x="782" y="1382"/>
                  </a:cubicBezTo>
                  <a:cubicBezTo>
                    <a:pt x="886" y="1382"/>
                    <a:pt x="990" y="1359"/>
                    <a:pt x="1084" y="1310"/>
                  </a:cubicBezTo>
                  <a:cubicBezTo>
                    <a:pt x="1430" y="1144"/>
                    <a:pt x="1561" y="727"/>
                    <a:pt x="1394" y="405"/>
                  </a:cubicBezTo>
                  <a:cubicBezTo>
                    <a:pt x="1394" y="405"/>
                    <a:pt x="1394" y="394"/>
                    <a:pt x="1382" y="394"/>
                  </a:cubicBezTo>
                  <a:cubicBezTo>
                    <a:pt x="1358" y="310"/>
                    <a:pt x="1311" y="239"/>
                    <a:pt x="1251" y="179"/>
                  </a:cubicBezTo>
                  <a:cubicBezTo>
                    <a:pt x="1132" y="60"/>
                    <a:pt x="953" y="1"/>
                    <a:pt x="78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29"/>
            <p:cNvSpPr/>
            <p:nvPr/>
          </p:nvSpPr>
          <p:spPr>
            <a:xfrm>
              <a:off x="1285875" y="1477700"/>
              <a:ext cx="24725" cy="24425"/>
            </a:xfrm>
            <a:custGeom>
              <a:avLst/>
              <a:gdLst/>
              <a:ahLst/>
              <a:cxnLst/>
              <a:rect l="l" t="t" r="r" b="b"/>
              <a:pathLst>
                <a:path w="989" h="977" extrusionOk="0">
                  <a:moveTo>
                    <a:pt x="488" y="0"/>
                  </a:moveTo>
                  <a:cubicBezTo>
                    <a:pt x="429" y="0"/>
                    <a:pt x="369" y="12"/>
                    <a:pt x="310" y="36"/>
                  </a:cubicBezTo>
                  <a:cubicBezTo>
                    <a:pt x="214" y="72"/>
                    <a:pt x="119" y="155"/>
                    <a:pt x="60" y="250"/>
                  </a:cubicBezTo>
                  <a:cubicBezTo>
                    <a:pt x="12" y="334"/>
                    <a:pt x="0" y="405"/>
                    <a:pt x="0" y="488"/>
                  </a:cubicBezTo>
                  <a:lnTo>
                    <a:pt x="0" y="524"/>
                  </a:lnTo>
                  <a:cubicBezTo>
                    <a:pt x="12" y="715"/>
                    <a:pt x="131" y="881"/>
                    <a:pt x="310" y="953"/>
                  </a:cubicBezTo>
                  <a:cubicBezTo>
                    <a:pt x="369" y="965"/>
                    <a:pt x="429" y="977"/>
                    <a:pt x="488" y="977"/>
                  </a:cubicBezTo>
                  <a:cubicBezTo>
                    <a:pt x="524" y="977"/>
                    <a:pt x="548" y="977"/>
                    <a:pt x="583" y="965"/>
                  </a:cubicBezTo>
                  <a:cubicBezTo>
                    <a:pt x="750" y="941"/>
                    <a:pt x="893" y="798"/>
                    <a:pt x="941" y="655"/>
                  </a:cubicBezTo>
                  <a:cubicBezTo>
                    <a:pt x="953" y="596"/>
                    <a:pt x="964" y="548"/>
                    <a:pt x="964" y="488"/>
                  </a:cubicBezTo>
                  <a:cubicBezTo>
                    <a:pt x="988" y="465"/>
                    <a:pt x="964" y="417"/>
                    <a:pt x="964" y="393"/>
                  </a:cubicBezTo>
                  <a:cubicBezTo>
                    <a:pt x="929" y="191"/>
                    <a:pt x="774" y="48"/>
                    <a:pt x="583" y="12"/>
                  </a:cubicBezTo>
                  <a:cubicBezTo>
                    <a:pt x="548" y="12"/>
                    <a:pt x="524" y="0"/>
                    <a:pt x="48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29"/>
            <p:cNvSpPr/>
            <p:nvPr/>
          </p:nvSpPr>
          <p:spPr>
            <a:xfrm>
              <a:off x="1400175" y="1494100"/>
              <a:ext cx="32750" cy="31300"/>
            </a:xfrm>
            <a:custGeom>
              <a:avLst/>
              <a:gdLst/>
              <a:ahLst/>
              <a:cxnLst/>
              <a:rect l="l" t="t" r="r" b="b"/>
              <a:pathLst>
                <a:path w="1310" h="1252" extrusionOk="0">
                  <a:moveTo>
                    <a:pt x="646" y="0"/>
                  </a:moveTo>
                  <a:cubicBezTo>
                    <a:pt x="553" y="0"/>
                    <a:pt x="458" y="22"/>
                    <a:pt x="369" y="70"/>
                  </a:cubicBezTo>
                  <a:cubicBezTo>
                    <a:pt x="286" y="118"/>
                    <a:pt x="202" y="178"/>
                    <a:pt x="143" y="249"/>
                  </a:cubicBezTo>
                  <a:cubicBezTo>
                    <a:pt x="83" y="321"/>
                    <a:pt x="48" y="416"/>
                    <a:pt x="24" y="499"/>
                  </a:cubicBezTo>
                  <a:cubicBezTo>
                    <a:pt x="0" y="642"/>
                    <a:pt x="12" y="773"/>
                    <a:pt x="83" y="904"/>
                  </a:cubicBezTo>
                  <a:cubicBezTo>
                    <a:pt x="193" y="1123"/>
                    <a:pt x="414" y="1252"/>
                    <a:pt x="644" y="1252"/>
                  </a:cubicBezTo>
                  <a:cubicBezTo>
                    <a:pt x="664" y="1252"/>
                    <a:pt x="683" y="1251"/>
                    <a:pt x="702" y="1249"/>
                  </a:cubicBezTo>
                  <a:cubicBezTo>
                    <a:pt x="774" y="1249"/>
                    <a:pt x="845" y="1213"/>
                    <a:pt x="917" y="1190"/>
                  </a:cubicBezTo>
                  <a:cubicBezTo>
                    <a:pt x="929" y="1194"/>
                    <a:pt x="938" y="1195"/>
                    <a:pt x="945" y="1195"/>
                  </a:cubicBezTo>
                  <a:cubicBezTo>
                    <a:pt x="960" y="1195"/>
                    <a:pt x="968" y="1190"/>
                    <a:pt x="976" y="1190"/>
                  </a:cubicBezTo>
                  <a:cubicBezTo>
                    <a:pt x="1155" y="1083"/>
                    <a:pt x="1274" y="904"/>
                    <a:pt x="1298" y="702"/>
                  </a:cubicBezTo>
                  <a:cubicBezTo>
                    <a:pt x="1310" y="606"/>
                    <a:pt x="1298" y="499"/>
                    <a:pt x="1250" y="416"/>
                  </a:cubicBezTo>
                  <a:cubicBezTo>
                    <a:pt x="1250" y="404"/>
                    <a:pt x="1226" y="392"/>
                    <a:pt x="1214" y="356"/>
                  </a:cubicBezTo>
                  <a:cubicBezTo>
                    <a:pt x="1096" y="136"/>
                    <a:pt x="875" y="0"/>
                    <a:pt x="64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88" name="Google Shape;4288;p29"/>
          <p:cNvGrpSpPr/>
          <p:nvPr/>
        </p:nvGrpSpPr>
        <p:grpSpPr>
          <a:xfrm rot="10800000">
            <a:off x="7698175" y="2616294"/>
            <a:ext cx="1451646" cy="2527204"/>
            <a:chOff x="1083450" y="1318750"/>
            <a:chExt cx="624525" cy="1087250"/>
          </a:xfrm>
        </p:grpSpPr>
        <p:sp>
          <p:nvSpPr>
            <p:cNvPr id="4289" name="Google Shape;4289;p29"/>
            <p:cNvSpPr/>
            <p:nvPr/>
          </p:nvSpPr>
          <p:spPr>
            <a:xfrm>
              <a:off x="1083450" y="2340600"/>
              <a:ext cx="215525" cy="50325"/>
            </a:xfrm>
            <a:custGeom>
              <a:avLst/>
              <a:gdLst/>
              <a:ahLst/>
              <a:cxnLst/>
              <a:rect l="l" t="t" r="r" b="b"/>
              <a:pathLst>
                <a:path w="8621" h="2013" extrusionOk="0">
                  <a:moveTo>
                    <a:pt x="1" y="0"/>
                  </a:moveTo>
                  <a:lnTo>
                    <a:pt x="1" y="286"/>
                  </a:lnTo>
                  <a:lnTo>
                    <a:pt x="8561" y="2012"/>
                  </a:lnTo>
                  <a:cubicBezTo>
                    <a:pt x="8561" y="1917"/>
                    <a:pt x="8573" y="1834"/>
                    <a:pt x="8621" y="173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29"/>
            <p:cNvSpPr/>
            <p:nvPr/>
          </p:nvSpPr>
          <p:spPr>
            <a:xfrm>
              <a:off x="1083450" y="21304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4291;p29"/>
            <p:cNvSpPr/>
            <p:nvPr/>
          </p:nvSpPr>
          <p:spPr>
            <a:xfrm>
              <a:off x="1083450" y="1806900"/>
              <a:ext cx="20275" cy="7475"/>
            </a:xfrm>
            <a:custGeom>
              <a:avLst/>
              <a:gdLst/>
              <a:ahLst/>
              <a:cxnLst/>
              <a:rect l="l" t="t" r="r" b="b"/>
              <a:pathLst>
                <a:path w="811" h="299" extrusionOk="0">
                  <a:moveTo>
                    <a:pt x="703" y="0"/>
                  </a:moveTo>
                  <a:lnTo>
                    <a:pt x="1" y="24"/>
                  </a:lnTo>
                  <a:lnTo>
                    <a:pt x="1" y="298"/>
                  </a:lnTo>
                  <a:lnTo>
                    <a:pt x="810" y="274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29"/>
            <p:cNvSpPr/>
            <p:nvPr/>
          </p:nvSpPr>
          <p:spPr>
            <a:xfrm>
              <a:off x="1108150" y="1802425"/>
              <a:ext cx="180125" cy="11350"/>
            </a:xfrm>
            <a:custGeom>
              <a:avLst/>
              <a:gdLst/>
              <a:ahLst/>
              <a:cxnLst/>
              <a:rect l="l" t="t" r="r" b="b"/>
              <a:pathLst>
                <a:path w="7205" h="454" extrusionOk="0">
                  <a:moveTo>
                    <a:pt x="7204" y="1"/>
                  </a:moveTo>
                  <a:lnTo>
                    <a:pt x="1" y="179"/>
                  </a:lnTo>
                  <a:lnTo>
                    <a:pt x="96" y="453"/>
                  </a:lnTo>
                  <a:lnTo>
                    <a:pt x="7204" y="275"/>
                  </a:lnTo>
                  <a:cubicBezTo>
                    <a:pt x="7180" y="179"/>
                    <a:pt x="7180" y="96"/>
                    <a:pt x="720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29"/>
            <p:cNvSpPr/>
            <p:nvPr/>
          </p:nvSpPr>
          <p:spPr>
            <a:xfrm>
              <a:off x="1194475" y="2040550"/>
              <a:ext cx="2425" cy="3600"/>
            </a:xfrm>
            <a:custGeom>
              <a:avLst/>
              <a:gdLst/>
              <a:ahLst/>
              <a:cxnLst/>
              <a:rect l="l" t="t" r="r" b="b"/>
              <a:pathLst>
                <a:path w="97" h="144" extrusionOk="0">
                  <a:moveTo>
                    <a:pt x="84" y="1"/>
                  </a:moveTo>
                  <a:lnTo>
                    <a:pt x="1" y="48"/>
                  </a:lnTo>
                  <a:lnTo>
                    <a:pt x="25" y="144"/>
                  </a:lnTo>
                  <a:cubicBezTo>
                    <a:pt x="72" y="108"/>
                    <a:pt x="96" y="48"/>
                    <a:pt x="84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29"/>
            <p:cNvSpPr/>
            <p:nvPr/>
          </p:nvSpPr>
          <p:spPr>
            <a:xfrm>
              <a:off x="1083450" y="1741425"/>
              <a:ext cx="98250" cy="261650"/>
            </a:xfrm>
            <a:custGeom>
              <a:avLst/>
              <a:gdLst/>
              <a:ahLst/>
              <a:cxnLst/>
              <a:rect l="l" t="t" r="r" b="b"/>
              <a:pathLst>
                <a:path w="3930" h="10466" extrusionOk="0">
                  <a:moveTo>
                    <a:pt x="1" y="0"/>
                  </a:moveTo>
                  <a:lnTo>
                    <a:pt x="1" y="774"/>
                  </a:lnTo>
                  <a:lnTo>
                    <a:pt x="703" y="2619"/>
                  </a:lnTo>
                  <a:lnTo>
                    <a:pt x="810" y="2893"/>
                  </a:lnTo>
                  <a:lnTo>
                    <a:pt x="3668" y="10466"/>
                  </a:lnTo>
                  <a:cubicBezTo>
                    <a:pt x="3751" y="10418"/>
                    <a:pt x="3835" y="10394"/>
                    <a:pt x="3930" y="10394"/>
                  </a:cubicBezTo>
                  <a:lnTo>
                    <a:pt x="1084" y="2893"/>
                  </a:lnTo>
                  <a:lnTo>
                    <a:pt x="989" y="261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29"/>
            <p:cNvSpPr/>
            <p:nvPr/>
          </p:nvSpPr>
          <p:spPr>
            <a:xfrm>
              <a:off x="1113525" y="2178975"/>
              <a:ext cx="193200" cy="201825"/>
            </a:xfrm>
            <a:custGeom>
              <a:avLst/>
              <a:gdLst/>
              <a:ahLst/>
              <a:cxnLst/>
              <a:rect l="l" t="t" r="r" b="b"/>
              <a:pathLst>
                <a:path w="7728" h="8073" extrusionOk="0">
                  <a:moveTo>
                    <a:pt x="203" y="0"/>
                  </a:moveTo>
                  <a:cubicBezTo>
                    <a:pt x="143" y="84"/>
                    <a:pt x="84" y="131"/>
                    <a:pt x="0" y="179"/>
                  </a:cubicBezTo>
                  <a:lnTo>
                    <a:pt x="7501" y="8073"/>
                  </a:lnTo>
                  <a:cubicBezTo>
                    <a:pt x="7549" y="8013"/>
                    <a:pt x="7608" y="7954"/>
                    <a:pt x="7704" y="7918"/>
                  </a:cubicBezTo>
                  <a:cubicBezTo>
                    <a:pt x="7716" y="7918"/>
                    <a:pt x="7716" y="7918"/>
                    <a:pt x="7727" y="7906"/>
                  </a:cubicBezTo>
                  <a:lnTo>
                    <a:pt x="203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29"/>
            <p:cNvSpPr/>
            <p:nvPr/>
          </p:nvSpPr>
          <p:spPr>
            <a:xfrm>
              <a:off x="1187625" y="2041750"/>
              <a:ext cx="121175" cy="334600"/>
            </a:xfrm>
            <a:custGeom>
              <a:avLst/>
              <a:gdLst/>
              <a:ahLst/>
              <a:cxnLst/>
              <a:rect l="l" t="t" r="r" b="b"/>
              <a:pathLst>
                <a:path w="4847" h="13384" extrusionOk="0">
                  <a:moveTo>
                    <a:pt x="275" y="0"/>
                  </a:moveTo>
                  <a:lnTo>
                    <a:pt x="275" y="0"/>
                  </a:lnTo>
                  <a:cubicBezTo>
                    <a:pt x="180" y="48"/>
                    <a:pt x="96" y="72"/>
                    <a:pt x="1" y="72"/>
                  </a:cubicBezTo>
                  <a:lnTo>
                    <a:pt x="4752" y="13383"/>
                  </a:lnTo>
                  <a:cubicBezTo>
                    <a:pt x="4775" y="13371"/>
                    <a:pt x="4823" y="13347"/>
                    <a:pt x="4847" y="13335"/>
                  </a:cubicBezTo>
                  <a:lnTo>
                    <a:pt x="4835" y="12847"/>
                  </a:lnTo>
                  <a:lnTo>
                    <a:pt x="263" y="72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29"/>
            <p:cNvSpPr/>
            <p:nvPr/>
          </p:nvSpPr>
          <p:spPr>
            <a:xfrm>
              <a:off x="1188525" y="1816725"/>
              <a:ext cx="109275" cy="186650"/>
            </a:xfrm>
            <a:custGeom>
              <a:avLst/>
              <a:gdLst/>
              <a:ahLst/>
              <a:cxnLst/>
              <a:rect l="l" t="t" r="r" b="b"/>
              <a:pathLst>
                <a:path w="4371" h="7466" extrusionOk="0">
                  <a:moveTo>
                    <a:pt x="4144" y="0"/>
                  </a:moveTo>
                  <a:lnTo>
                    <a:pt x="1" y="7382"/>
                  </a:lnTo>
                  <a:cubicBezTo>
                    <a:pt x="84" y="7394"/>
                    <a:pt x="179" y="7430"/>
                    <a:pt x="251" y="7466"/>
                  </a:cubicBezTo>
                  <a:lnTo>
                    <a:pt x="4370" y="143"/>
                  </a:lnTo>
                  <a:cubicBezTo>
                    <a:pt x="4287" y="119"/>
                    <a:pt x="4204" y="72"/>
                    <a:pt x="414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29"/>
            <p:cNvSpPr/>
            <p:nvPr/>
          </p:nvSpPr>
          <p:spPr>
            <a:xfrm>
              <a:off x="1113225" y="2036700"/>
              <a:ext cx="60750" cy="102100"/>
            </a:xfrm>
            <a:custGeom>
              <a:avLst/>
              <a:gdLst/>
              <a:ahLst/>
              <a:cxnLst/>
              <a:rect l="l" t="t" r="r" b="b"/>
              <a:pathLst>
                <a:path w="2430" h="4084" extrusionOk="0">
                  <a:moveTo>
                    <a:pt x="2215" y="0"/>
                  </a:moveTo>
                  <a:lnTo>
                    <a:pt x="0" y="3893"/>
                  </a:lnTo>
                  <a:cubicBezTo>
                    <a:pt x="72" y="3953"/>
                    <a:pt x="155" y="4012"/>
                    <a:pt x="215" y="4084"/>
                  </a:cubicBezTo>
                  <a:lnTo>
                    <a:pt x="2429" y="179"/>
                  </a:lnTo>
                  <a:cubicBezTo>
                    <a:pt x="2358" y="131"/>
                    <a:pt x="2274" y="72"/>
                    <a:pt x="2215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29"/>
            <p:cNvSpPr/>
            <p:nvPr/>
          </p:nvSpPr>
          <p:spPr>
            <a:xfrm>
              <a:off x="1299250" y="1820900"/>
              <a:ext cx="16700" cy="554550"/>
            </a:xfrm>
            <a:custGeom>
              <a:avLst/>
              <a:gdLst/>
              <a:ahLst/>
              <a:cxnLst/>
              <a:rect l="l" t="t" r="r" b="b"/>
              <a:pathLst>
                <a:path w="668" h="22182" extrusionOk="0">
                  <a:moveTo>
                    <a:pt x="1" y="0"/>
                  </a:moveTo>
                  <a:lnTo>
                    <a:pt x="394" y="21693"/>
                  </a:lnTo>
                  <a:lnTo>
                    <a:pt x="406" y="22181"/>
                  </a:lnTo>
                  <a:cubicBezTo>
                    <a:pt x="447" y="22175"/>
                    <a:pt x="492" y="22172"/>
                    <a:pt x="537" y="22172"/>
                  </a:cubicBezTo>
                  <a:cubicBezTo>
                    <a:pt x="581" y="22172"/>
                    <a:pt x="626" y="22175"/>
                    <a:pt x="668" y="22181"/>
                  </a:cubicBezTo>
                  <a:lnTo>
                    <a:pt x="275" y="12"/>
                  </a:lnTo>
                  <a:cubicBezTo>
                    <a:pt x="235" y="17"/>
                    <a:pt x="198" y="20"/>
                    <a:pt x="161" y="20"/>
                  </a:cubicBezTo>
                  <a:cubicBezTo>
                    <a:pt x="108" y="20"/>
                    <a:pt x="57" y="14"/>
                    <a:pt x="1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29"/>
            <p:cNvSpPr/>
            <p:nvPr/>
          </p:nvSpPr>
          <p:spPr>
            <a:xfrm>
              <a:off x="1293600" y="1501500"/>
              <a:ext cx="11925" cy="289650"/>
            </a:xfrm>
            <a:custGeom>
              <a:avLst/>
              <a:gdLst/>
              <a:ahLst/>
              <a:cxnLst/>
              <a:rect l="l" t="t" r="r" b="b"/>
              <a:pathLst>
                <a:path w="477" h="11586" extrusionOk="0">
                  <a:moveTo>
                    <a:pt x="1" y="1"/>
                  </a:moveTo>
                  <a:lnTo>
                    <a:pt x="215" y="11585"/>
                  </a:lnTo>
                  <a:cubicBezTo>
                    <a:pt x="268" y="11563"/>
                    <a:pt x="325" y="11555"/>
                    <a:pt x="382" y="11555"/>
                  </a:cubicBezTo>
                  <a:cubicBezTo>
                    <a:pt x="414" y="11555"/>
                    <a:pt x="446" y="11557"/>
                    <a:pt x="477" y="11562"/>
                  </a:cubicBezTo>
                  <a:lnTo>
                    <a:pt x="274" y="36"/>
                  </a:lnTo>
                  <a:cubicBezTo>
                    <a:pt x="239" y="36"/>
                    <a:pt x="215" y="48"/>
                    <a:pt x="179" y="48"/>
                  </a:cubicBezTo>
                  <a:cubicBezTo>
                    <a:pt x="120" y="36"/>
                    <a:pt x="60" y="36"/>
                    <a:pt x="1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29"/>
            <p:cNvSpPr/>
            <p:nvPr/>
          </p:nvSpPr>
          <p:spPr>
            <a:xfrm>
              <a:off x="1418325" y="1523825"/>
              <a:ext cx="47050" cy="166425"/>
            </a:xfrm>
            <a:custGeom>
              <a:avLst/>
              <a:gdLst/>
              <a:ahLst/>
              <a:cxnLst/>
              <a:rect l="l" t="t" r="r" b="b"/>
              <a:pathLst>
                <a:path w="1882" h="6657" extrusionOk="0">
                  <a:moveTo>
                    <a:pt x="250" y="1"/>
                  </a:moveTo>
                  <a:cubicBezTo>
                    <a:pt x="238" y="1"/>
                    <a:pt x="227" y="13"/>
                    <a:pt x="227" y="13"/>
                  </a:cubicBezTo>
                  <a:cubicBezTo>
                    <a:pt x="155" y="48"/>
                    <a:pt x="72" y="72"/>
                    <a:pt x="0" y="72"/>
                  </a:cubicBezTo>
                  <a:lnTo>
                    <a:pt x="1608" y="6656"/>
                  </a:lnTo>
                  <a:cubicBezTo>
                    <a:pt x="1703" y="6621"/>
                    <a:pt x="1786" y="6597"/>
                    <a:pt x="1881" y="6597"/>
                  </a:cubicBezTo>
                  <a:lnTo>
                    <a:pt x="25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29"/>
            <p:cNvSpPr/>
            <p:nvPr/>
          </p:nvSpPr>
          <p:spPr>
            <a:xfrm>
              <a:off x="1083450" y="1458350"/>
              <a:ext cx="203625" cy="33050"/>
            </a:xfrm>
            <a:custGeom>
              <a:avLst/>
              <a:gdLst/>
              <a:ahLst/>
              <a:cxnLst/>
              <a:rect l="l" t="t" r="r" b="b"/>
              <a:pathLst>
                <a:path w="8145" h="1322" extrusionOk="0">
                  <a:moveTo>
                    <a:pt x="1" y="0"/>
                  </a:moveTo>
                  <a:lnTo>
                    <a:pt x="1" y="286"/>
                  </a:lnTo>
                  <a:lnTo>
                    <a:pt x="8097" y="1322"/>
                  </a:lnTo>
                  <a:lnTo>
                    <a:pt x="8097" y="1298"/>
                  </a:lnTo>
                  <a:cubicBezTo>
                    <a:pt x="8085" y="1191"/>
                    <a:pt x="8109" y="1108"/>
                    <a:pt x="8145" y="104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29"/>
            <p:cNvSpPr/>
            <p:nvPr/>
          </p:nvSpPr>
          <p:spPr>
            <a:xfrm>
              <a:off x="1291825" y="1342550"/>
              <a:ext cx="8050" cy="136050"/>
            </a:xfrm>
            <a:custGeom>
              <a:avLst/>
              <a:gdLst/>
              <a:ahLst/>
              <a:cxnLst/>
              <a:rect l="l" t="t" r="r" b="b"/>
              <a:pathLst>
                <a:path w="322" h="5442" extrusionOk="0">
                  <a:moveTo>
                    <a:pt x="0" y="1"/>
                  </a:moveTo>
                  <a:lnTo>
                    <a:pt x="60" y="5442"/>
                  </a:lnTo>
                  <a:cubicBezTo>
                    <a:pt x="119" y="5406"/>
                    <a:pt x="179" y="5406"/>
                    <a:pt x="238" y="5406"/>
                  </a:cubicBezTo>
                  <a:cubicBezTo>
                    <a:pt x="274" y="5406"/>
                    <a:pt x="298" y="5406"/>
                    <a:pt x="322" y="5418"/>
                  </a:cubicBezTo>
                  <a:lnTo>
                    <a:pt x="274" y="96"/>
                  </a:lnTo>
                  <a:cubicBezTo>
                    <a:pt x="179" y="72"/>
                    <a:pt x="72" y="48"/>
                    <a:pt x="0" y="1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29"/>
            <p:cNvSpPr/>
            <p:nvPr/>
          </p:nvSpPr>
          <p:spPr>
            <a:xfrm>
              <a:off x="1688000" y="1544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29"/>
            <p:cNvSpPr/>
            <p:nvPr/>
          </p:nvSpPr>
          <p:spPr>
            <a:xfrm>
              <a:off x="1309675" y="1487525"/>
              <a:ext cx="94675" cy="19650"/>
            </a:xfrm>
            <a:custGeom>
              <a:avLst/>
              <a:gdLst/>
              <a:ahLst/>
              <a:cxnLst/>
              <a:rect l="l" t="t" r="r" b="b"/>
              <a:pathLst>
                <a:path w="3787" h="786" extrusionOk="0">
                  <a:moveTo>
                    <a:pt x="12" y="0"/>
                  </a:moveTo>
                  <a:cubicBezTo>
                    <a:pt x="36" y="24"/>
                    <a:pt x="36" y="72"/>
                    <a:pt x="36" y="95"/>
                  </a:cubicBezTo>
                  <a:cubicBezTo>
                    <a:pt x="36" y="155"/>
                    <a:pt x="12" y="214"/>
                    <a:pt x="1" y="262"/>
                  </a:cubicBezTo>
                  <a:lnTo>
                    <a:pt x="3668" y="786"/>
                  </a:lnTo>
                  <a:cubicBezTo>
                    <a:pt x="3680" y="691"/>
                    <a:pt x="3727" y="607"/>
                    <a:pt x="3787" y="536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29"/>
            <p:cNvSpPr/>
            <p:nvPr/>
          </p:nvSpPr>
          <p:spPr>
            <a:xfrm>
              <a:off x="1687700" y="15458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29"/>
            <p:cNvSpPr/>
            <p:nvPr/>
          </p:nvSpPr>
          <p:spPr>
            <a:xfrm>
              <a:off x="1430825" y="1504475"/>
              <a:ext cx="247675" cy="41700"/>
            </a:xfrm>
            <a:custGeom>
              <a:avLst/>
              <a:gdLst/>
              <a:ahLst/>
              <a:cxnLst/>
              <a:rect l="l" t="t" r="r" b="b"/>
              <a:pathLst>
                <a:path w="9907" h="1668" extrusionOk="0">
                  <a:moveTo>
                    <a:pt x="0" y="1"/>
                  </a:moveTo>
                  <a:lnTo>
                    <a:pt x="0" y="1"/>
                  </a:lnTo>
                  <a:cubicBezTo>
                    <a:pt x="48" y="108"/>
                    <a:pt x="72" y="191"/>
                    <a:pt x="48" y="287"/>
                  </a:cubicBezTo>
                  <a:lnTo>
                    <a:pt x="9799" y="1668"/>
                  </a:lnTo>
                  <a:lnTo>
                    <a:pt x="9906" y="1596"/>
                  </a:lnTo>
                  <a:lnTo>
                    <a:pt x="9478" y="13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29"/>
            <p:cNvSpPr/>
            <p:nvPr/>
          </p:nvSpPr>
          <p:spPr>
            <a:xfrm>
              <a:off x="1687100" y="15464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1" y="24"/>
                  </a:moveTo>
                  <a:lnTo>
                    <a:pt x="1" y="24"/>
                  </a:lnTo>
                  <a:cubicBezTo>
                    <a:pt x="1" y="1"/>
                    <a:pt x="1" y="24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29"/>
            <p:cNvSpPr/>
            <p:nvPr/>
          </p:nvSpPr>
          <p:spPr>
            <a:xfrm>
              <a:off x="1687700" y="1545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29"/>
            <p:cNvSpPr/>
            <p:nvPr/>
          </p:nvSpPr>
          <p:spPr>
            <a:xfrm>
              <a:off x="1476075" y="1544675"/>
              <a:ext cx="211050" cy="154800"/>
            </a:xfrm>
            <a:custGeom>
              <a:avLst/>
              <a:gdLst/>
              <a:ahLst/>
              <a:cxnLst/>
              <a:rect l="l" t="t" r="r" b="b"/>
              <a:pathLst>
                <a:path w="8442" h="6192" extrusionOk="0">
                  <a:moveTo>
                    <a:pt x="8096" y="0"/>
                  </a:moveTo>
                  <a:lnTo>
                    <a:pt x="7989" y="72"/>
                  </a:lnTo>
                  <a:lnTo>
                    <a:pt x="0" y="5965"/>
                  </a:lnTo>
                  <a:cubicBezTo>
                    <a:pt x="60" y="6025"/>
                    <a:pt x="119" y="6084"/>
                    <a:pt x="143" y="6179"/>
                  </a:cubicBezTo>
                  <a:cubicBezTo>
                    <a:pt x="143" y="6179"/>
                    <a:pt x="143" y="6191"/>
                    <a:pt x="155" y="6191"/>
                  </a:cubicBezTo>
                  <a:lnTo>
                    <a:pt x="8442" y="95"/>
                  </a:lnTo>
                  <a:lnTo>
                    <a:pt x="8442" y="95"/>
                  </a:lnTo>
                  <a:cubicBezTo>
                    <a:pt x="8418" y="107"/>
                    <a:pt x="8418" y="107"/>
                    <a:pt x="8406" y="107"/>
                  </a:cubicBezTo>
                  <a:lnTo>
                    <a:pt x="8394" y="107"/>
                  </a:lnTo>
                  <a:cubicBezTo>
                    <a:pt x="8370" y="107"/>
                    <a:pt x="8358" y="119"/>
                    <a:pt x="8346" y="119"/>
                  </a:cubicBezTo>
                  <a:lnTo>
                    <a:pt x="8299" y="119"/>
                  </a:lnTo>
                  <a:cubicBezTo>
                    <a:pt x="8287" y="119"/>
                    <a:pt x="8287" y="119"/>
                    <a:pt x="8275" y="107"/>
                  </a:cubicBezTo>
                  <a:lnTo>
                    <a:pt x="8096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29"/>
            <p:cNvSpPr/>
            <p:nvPr/>
          </p:nvSpPr>
          <p:spPr>
            <a:xfrm>
              <a:off x="1688000" y="154467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2"/>
                  </a:moveTo>
                  <a:cubicBezTo>
                    <a:pt x="0" y="12"/>
                    <a:pt x="0" y="0"/>
                    <a:pt x="0" y="12"/>
                  </a:cubicBezTo>
                  <a:cubicBezTo>
                    <a:pt x="0" y="0"/>
                    <a:pt x="0" y="0"/>
                    <a:pt x="0" y="12"/>
                  </a:cubicBezTo>
                  <a:cubicBezTo>
                    <a:pt x="0" y="0"/>
                    <a:pt x="0" y="0"/>
                    <a:pt x="0" y="12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29"/>
            <p:cNvSpPr/>
            <p:nvPr/>
          </p:nvSpPr>
          <p:spPr>
            <a:xfrm>
              <a:off x="1681750" y="1319350"/>
              <a:ext cx="26225" cy="225050"/>
            </a:xfrm>
            <a:custGeom>
              <a:avLst/>
              <a:gdLst/>
              <a:ahLst/>
              <a:cxnLst/>
              <a:rect l="l" t="t" r="r" b="b"/>
              <a:pathLst>
                <a:path w="1049" h="9002" extrusionOk="0">
                  <a:moveTo>
                    <a:pt x="750" y="0"/>
                  </a:moveTo>
                  <a:lnTo>
                    <a:pt x="0" y="8763"/>
                  </a:lnTo>
                  <a:lnTo>
                    <a:pt x="191" y="8870"/>
                  </a:lnTo>
                  <a:cubicBezTo>
                    <a:pt x="238" y="8894"/>
                    <a:pt x="274" y="8942"/>
                    <a:pt x="274" y="9001"/>
                  </a:cubicBezTo>
                  <a:lnTo>
                    <a:pt x="1048" y="0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29"/>
            <p:cNvSpPr/>
            <p:nvPr/>
          </p:nvSpPr>
          <p:spPr>
            <a:xfrm>
              <a:off x="1687100" y="1546450"/>
              <a:ext cx="25" cy="625"/>
            </a:xfrm>
            <a:custGeom>
              <a:avLst/>
              <a:gdLst/>
              <a:ahLst/>
              <a:cxnLst/>
              <a:rect l="l" t="t" r="r" b="b"/>
              <a:pathLst>
                <a:path w="1" h="25" extrusionOk="0">
                  <a:moveTo>
                    <a:pt x="1" y="24"/>
                  </a:moveTo>
                  <a:cubicBezTo>
                    <a:pt x="1" y="24"/>
                    <a:pt x="1" y="1"/>
                    <a:pt x="1" y="24"/>
                  </a:cubicBezTo>
                  <a:cubicBezTo>
                    <a:pt x="1" y="1"/>
                    <a:pt x="1" y="1"/>
                    <a:pt x="1" y="24"/>
                  </a:cubicBezTo>
                  <a:cubicBezTo>
                    <a:pt x="1" y="1"/>
                    <a:pt x="1" y="1"/>
                    <a:pt x="1" y="24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29"/>
            <p:cNvSpPr/>
            <p:nvPr/>
          </p:nvSpPr>
          <p:spPr>
            <a:xfrm>
              <a:off x="1684125" y="15476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4" y="0"/>
                  </a:moveTo>
                  <a:lnTo>
                    <a:pt x="1" y="0"/>
                  </a:lnTo>
                  <a:lnTo>
                    <a:pt x="24" y="0"/>
                  </a:lnTo>
                  <a:cubicBezTo>
                    <a:pt x="12" y="0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29"/>
            <p:cNvSpPr/>
            <p:nvPr/>
          </p:nvSpPr>
          <p:spPr>
            <a:xfrm>
              <a:off x="1687700" y="1545550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lnTo>
                    <a:pt x="0" y="13"/>
                  </a:lnTo>
                  <a:lnTo>
                    <a:pt x="0" y="13"/>
                  </a:lnTo>
                  <a:cubicBezTo>
                    <a:pt x="0" y="1"/>
                    <a:pt x="0" y="1"/>
                    <a:pt x="0" y="13"/>
                  </a:cubicBez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29"/>
            <p:cNvSpPr/>
            <p:nvPr/>
          </p:nvSpPr>
          <p:spPr>
            <a:xfrm>
              <a:off x="1684725" y="15476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29"/>
            <p:cNvSpPr/>
            <p:nvPr/>
          </p:nvSpPr>
          <p:spPr>
            <a:xfrm>
              <a:off x="1323375" y="1333625"/>
              <a:ext cx="364650" cy="214350"/>
            </a:xfrm>
            <a:custGeom>
              <a:avLst/>
              <a:gdLst/>
              <a:ahLst/>
              <a:cxnLst/>
              <a:rect l="l" t="t" r="r" b="b"/>
              <a:pathLst>
                <a:path w="14586" h="8574" extrusionOk="0">
                  <a:moveTo>
                    <a:pt x="203" y="1"/>
                  </a:moveTo>
                  <a:cubicBezTo>
                    <a:pt x="143" y="84"/>
                    <a:pt x="84" y="155"/>
                    <a:pt x="0" y="215"/>
                  </a:cubicBezTo>
                  <a:lnTo>
                    <a:pt x="13752" y="8204"/>
                  </a:lnTo>
                  <a:lnTo>
                    <a:pt x="14192" y="8454"/>
                  </a:lnTo>
                  <a:lnTo>
                    <a:pt x="14371" y="8561"/>
                  </a:lnTo>
                  <a:cubicBezTo>
                    <a:pt x="14383" y="8561"/>
                    <a:pt x="14383" y="8573"/>
                    <a:pt x="14395" y="8573"/>
                  </a:cubicBezTo>
                  <a:lnTo>
                    <a:pt x="14442" y="8573"/>
                  </a:lnTo>
                  <a:cubicBezTo>
                    <a:pt x="14454" y="8573"/>
                    <a:pt x="14466" y="8573"/>
                    <a:pt x="14490" y="8561"/>
                  </a:cubicBezTo>
                  <a:lnTo>
                    <a:pt x="14502" y="8561"/>
                  </a:lnTo>
                  <a:cubicBezTo>
                    <a:pt x="14514" y="8561"/>
                    <a:pt x="14514" y="8549"/>
                    <a:pt x="14526" y="8549"/>
                  </a:cubicBezTo>
                  <a:cubicBezTo>
                    <a:pt x="14550" y="8537"/>
                    <a:pt x="14550" y="8537"/>
                    <a:pt x="14550" y="8514"/>
                  </a:cubicBezTo>
                  <a:lnTo>
                    <a:pt x="14550" y="8502"/>
                  </a:lnTo>
                  <a:lnTo>
                    <a:pt x="14550" y="8490"/>
                  </a:lnTo>
                  <a:lnTo>
                    <a:pt x="14550" y="8478"/>
                  </a:lnTo>
                  <a:cubicBezTo>
                    <a:pt x="14585" y="8383"/>
                    <a:pt x="14573" y="8335"/>
                    <a:pt x="14514" y="8311"/>
                  </a:cubicBezTo>
                  <a:lnTo>
                    <a:pt x="14323" y="820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CB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29"/>
            <p:cNvSpPr/>
            <p:nvPr/>
          </p:nvSpPr>
          <p:spPr>
            <a:xfrm>
              <a:off x="1273950" y="1318750"/>
              <a:ext cx="60750" cy="26600"/>
            </a:xfrm>
            <a:custGeom>
              <a:avLst/>
              <a:gdLst/>
              <a:ahLst/>
              <a:cxnLst/>
              <a:rect l="l" t="t" r="r" b="b"/>
              <a:pathLst>
                <a:path w="2430" h="1064" extrusionOk="0">
                  <a:moveTo>
                    <a:pt x="1" y="0"/>
                  </a:moveTo>
                  <a:cubicBezTo>
                    <a:pt x="13" y="119"/>
                    <a:pt x="60" y="250"/>
                    <a:pt x="120" y="369"/>
                  </a:cubicBezTo>
                  <a:cubicBezTo>
                    <a:pt x="251" y="643"/>
                    <a:pt x="465" y="834"/>
                    <a:pt x="715" y="953"/>
                  </a:cubicBezTo>
                  <a:cubicBezTo>
                    <a:pt x="810" y="1000"/>
                    <a:pt x="894" y="1012"/>
                    <a:pt x="989" y="1048"/>
                  </a:cubicBezTo>
                  <a:cubicBezTo>
                    <a:pt x="1062" y="1058"/>
                    <a:pt x="1135" y="1063"/>
                    <a:pt x="1209" y="1063"/>
                  </a:cubicBezTo>
                  <a:cubicBezTo>
                    <a:pt x="1401" y="1063"/>
                    <a:pt x="1594" y="1027"/>
                    <a:pt x="1775" y="941"/>
                  </a:cubicBezTo>
                  <a:cubicBezTo>
                    <a:pt x="1858" y="893"/>
                    <a:pt x="1941" y="858"/>
                    <a:pt x="2001" y="786"/>
                  </a:cubicBezTo>
                  <a:cubicBezTo>
                    <a:pt x="2072" y="727"/>
                    <a:pt x="2132" y="655"/>
                    <a:pt x="2192" y="584"/>
                  </a:cubicBezTo>
                  <a:cubicBezTo>
                    <a:pt x="2322" y="417"/>
                    <a:pt x="2394" y="215"/>
                    <a:pt x="2430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29"/>
            <p:cNvSpPr/>
            <p:nvPr/>
          </p:nvSpPr>
          <p:spPr>
            <a:xfrm>
              <a:off x="1159350" y="2001350"/>
              <a:ext cx="50050" cy="42850"/>
            </a:xfrm>
            <a:custGeom>
              <a:avLst/>
              <a:gdLst/>
              <a:ahLst/>
              <a:cxnLst/>
              <a:rect l="l" t="t" r="r" b="b"/>
              <a:pathLst>
                <a:path w="2002" h="1714" extrusionOk="0">
                  <a:moveTo>
                    <a:pt x="1013" y="0"/>
                  </a:moveTo>
                  <a:cubicBezTo>
                    <a:pt x="968" y="0"/>
                    <a:pt x="924" y="3"/>
                    <a:pt x="882" y="9"/>
                  </a:cubicBezTo>
                  <a:cubicBezTo>
                    <a:pt x="787" y="21"/>
                    <a:pt x="703" y="57"/>
                    <a:pt x="608" y="81"/>
                  </a:cubicBezTo>
                  <a:cubicBezTo>
                    <a:pt x="179" y="295"/>
                    <a:pt x="1" y="807"/>
                    <a:pt x="227" y="1247"/>
                  </a:cubicBezTo>
                  <a:cubicBezTo>
                    <a:pt x="251" y="1307"/>
                    <a:pt x="299" y="1366"/>
                    <a:pt x="346" y="1426"/>
                  </a:cubicBezTo>
                  <a:cubicBezTo>
                    <a:pt x="406" y="1497"/>
                    <a:pt x="477" y="1557"/>
                    <a:pt x="549" y="1605"/>
                  </a:cubicBezTo>
                  <a:cubicBezTo>
                    <a:pt x="709" y="1669"/>
                    <a:pt x="898" y="1714"/>
                    <a:pt x="1072" y="1714"/>
                  </a:cubicBezTo>
                  <a:cubicBezTo>
                    <a:pt x="1092" y="1714"/>
                    <a:pt x="1112" y="1713"/>
                    <a:pt x="1132" y="1712"/>
                  </a:cubicBezTo>
                  <a:cubicBezTo>
                    <a:pt x="1227" y="1688"/>
                    <a:pt x="1311" y="1664"/>
                    <a:pt x="1406" y="1628"/>
                  </a:cubicBezTo>
                  <a:lnTo>
                    <a:pt x="1489" y="1593"/>
                  </a:lnTo>
                  <a:cubicBezTo>
                    <a:pt x="1846" y="1343"/>
                    <a:pt x="2001" y="878"/>
                    <a:pt x="1787" y="473"/>
                  </a:cubicBezTo>
                  <a:cubicBezTo>
                    <a:pt x="1703" y="307"/>
                    <a:pt x="1561" y="176"/>
                    <a:pt x="1418" y="104"/>
                  </a:cubicBezTo>
                  <a:cubicBezTo>
                    <a:pt x="1322" y="57"/>
                    <a:pt x="1239" y="21"/>
                    <a:pt x="1144" y="9"/>
                  </a:cubicBezTo>
                  <a:cubicBezTo>
                    <a:pt x="1102" y="3"/>
                    <a:pt x="1058" y="0"/>
                    <a:pt x="1013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29"/>
            <p:cNvSpPr/>
            <p:nvPr/>
          </p:nvSpPr>
          <p:spPr>
            <a:xfrm>
              <a:off x="1083450" y="2128475"/>
              <a:ext cx="44675" cy="61325"/>
            </a:xfrm>
            <a:custGeom>
              <a:avLst/>
              <a:gdLst/>
              <a:ahLst/>
              <a:cxnLst/>
              <a:rect l="l" t="t" r="r" b="b"/>
              <a:pathLst>
                <a:path w="1787" h="2453" extrusionOk="0">
                  <a:moveTo>
                    <a:pt x="465" y="1"/>
                  </a:moveTo>
                  <a:cubicBezTo>
                    <a:pt x="309" y="1"/>
                    <a:pt x="151" y="30"/>
                    <a:pt x="1" y="91"/>
                  </a:cubicBezTo>
                  <a:lnTo>
                    <a:pt x="1" y="2366"/>
                  </a:lnTo>
                  <a:cubicBezTo>
                    <a:pt x="148" y="2422"/>
                    <a:pt x="312" y="2452"/>
                    <a:pt x="479" y="2452"/>
                  </a:cubicBezTo>
                  <a:cubicBezTo>
                    <a:pt x="660" y="2452"/>
                    <a:pt x="845" y="2416"/>
                    <a:pt x="1013" y="2342"/>
                  </a:cubicBezTo>
                  <a:cubicBezTo>
                    <a:pt x="1072" y="2306"/>
                    <a:pt x="1144" y="2258"/>
                    <a:pt x="1203" y="2223"/>
                  </a:cubicBezTo>
                  <a:cubicBezTo>
                    <a:pt x="1263" y="2139"/>
                    <a:pt x="1346" y="2080"/>
                    <a:pt x="1406" y="2020"/>
                  </a:cubicBezTo>
                  <a:cubicBezTo>
                    <a:pt x="1715" y="1663"/>
                    <a:pt x="1787" y="1127"/>
                    <a:pt x="1560" y="687"/>
                  </a:cubicBezTo>
                  <a:cubicBezTo>
                    <a:pt x="1513" y="592"/>
                    <a:pt x="1465" y="508"/>
                    <a:pt x="1406" y="437"/>
                  </a:cubicBezTo>
                  <a:cubicBezTo>
                    <a:pt x="1346" y="353"/>
                    <a:pt x="1263" y="294"/>
                    <a:pt x="1191" y="234"/>
                  </a:cubicBezTo>
                  <a:cubicBezTo>
                    <a:pt x="989" y="84"/>
                    <a:pt x="730" y="1"/>
                    <a:pt x="465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29"/>
            <p:cNvSpPr/>
            <p:nvPr/>
          </p:nvSpPr>
          <p:spPr>
            <a:xfrm>
              <a:off x="1288250" y="1790575"/>
              <a:ext cx="32175" cy="31125"/>
            </a:xfrm>
            <a:custGeom>
              <a:avLst/>
              <a:gdLst/>
              <a:ahLst/>
              <a:cxnLst/>
              <a:rect l="l" t="t" r="r" b="b"/>
              <a:pathLst>
                <a:path w="1287" h="1245" extrusionOk="0">
                  <a:moveTo>
                    <a:pt x="577" y="1"/>
                  </a:moveTo>
                  <a:cubicBezTo>
                    <a:pt x="530" y="1"/>
                    <a:pt x="477" y="14"/>
                    <a:pt x="429" y="34"/>
                  </a:cubicBezTo>
                  <a:lnTo>
                    <a:pt x="334" y="82"/>
                  </a:lnTo>
                  <a:cubicBezTo>
                    <a:pt x="167" y="165"/>
                    <a:pt x="60" y="320"/>
                    <a:pt x="12" y="499"/>
                  </a:cubicBezTo>
                  <a:cubicBezTo>
                    <a:pt x="0" y="582"/>
                    <a:pt x="0" y="677"/>
                    <a:pt x="12" y="761"/>
                  </a:cubicBezTo>
                  <a:lnTo>
                    <a:pt x="60" y="892"/>
                  </a:lnTo>
                  <a:cubicBezTo>
                    <a:pt x="84" y="951"/>
                    <a:pt x="119" y="999"/>
                    <a:pt x="155" y="1058"/>
                  </a:cubicBezTo>
                  <a:cubicBezTo>
                    <a:pt x="215" y="1130"/>
                    <a:pt x="310" y="1177"/>
                    <a:pt x="381" y="1213"/>
                  </a:cubicBezTo>
                  <a:cubicBezTo>
                    <a:pt x="393" y="1213"/>
                    <a:pt x="417" y="1225"/>
                    <a:pt x="429" y="1225"/>
                  </a:cubicBezTo>
                  <a:cubicBezTo>
                    <a:pt x="478" y="1239"/>
                    <a:pt x="531" y="1245"/>
                    <a:pt x="583" y="1245"/>
                  </a:cubicBezTo>
                  <a:cubicBezTo>
                    <a:pt x="620" y="1245"/>
                    <a:pt x="656" y="1242"/>
                    <a:pt x="691" y="1237"/>
                  </a:cubicBezTo>
                  <a:cubicBezTo>
                    <a:pt x="750" y="1225"/>
                    <a:pt x="798" y="1213"/>
                    <a:pt x="858" y="1177"/>
                  </a:cubicBezTo>
                  <a:cubicBezTo>
                    <a:pt x="1167" y="1034"/>
                    <a:pt x="1286" y="653"/>
                    <a:pt x="1131" y="356"/>
                  </a:cubicBezTo>
                  <a:cubicBezTo>
                    <a:pt x="1036" y="165"/>
                    <a:pt x="858" y="46"/>
                    <a:pt x="667" y="22"/>
                  </a:cubicBezTo>
                  <a:cubicBezTo>
                    <a:pt x="642" y="7"/>
                    <a:pt x="611" y="1"/>
                    <a:pt x="57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29"/>
            <p:cNvSpPr/>
            <p:nvPr/>
          </p:nvSpPr>
          <p:spPr>
            <a:xfrm>
              <a:off x="1297475" y="2375200"/>
              <a:ext cx="32775" cy="30800"/>
            </a:xfrm>
            <a:custGeom>
              <a:avLst/>
              <a:gdLst/>
              <a:ahLst/>
              <a:cxnLst/>
              <a:rect l="l" t="t" r="r" b="b"/>
              <a:pathLst>
                <a:path w="1311" h="1232" extrusionOk="0">
                  <a:moveTo>
                    <a:pt x="608" y="0"/>
                  </a:moveTo>
                  <a:cubicBezTo>
                    <a:pt x="563" y="0"/>
                    <a:pt x="518" y="3"/>
                    <a:pt x="477" y="9"/>
                  </a:cubicBezTo>
                  <a:cubicBezTo>
                    <a:pt x="429" y="33"/>
                    <a:pt x="393" y="33"/>
                    <a:pt x="369" y="57"/>
                  </a:cubicBezTo>
                  <a:cubicBezTo>
                    <a:pt x="358" y="57"/>
                    <a:pt x="358" y="57"/>
                    <a:pt x="346" y="69"/>
                  </a:cubicBezTo>
                  <a:cubicBezTo>
                    <a:pt x="262" y="117"/>
                    <a:pt x="191" y="164"/>
                    <a:pt x="143" y="224"/>
                  </a:cubicBezTo>
                  <a:lnTo>
                    <a:pt x="60" y="355"/>
                  </a:lnTo>
                  <a:cubicBezTo>
                    <a:pt x="12" y="450"/>
                    <a:pt x="0" y="533"/>
                    <a:pt x="0" y="628"/>
                  </a:cubicBezTo>
                  <a:cubicBezTo>
                    <a:pt x="0" y="712"/>
                    <a:pt x="12" y="807"/>
                    <a:pt x="60" y="890"/>
                  </a:cubicBezTo>
                  <a:cubicBezTo>
                    <a:pt x="160" y="1108"/>
                    <a:pt x="373" y="1232"/>
                    <a:pt x="594" y="1232"/>
                  </a:cubicBezTo>
                  <a:cubicBezTo>
                    <a:pt x="687" y="1232"/>
                    <a:pt x="781" y="1210"/>
                    <a:pt x="870" y="1164"/>
                  </a:cubicBezTo>
                  <a:cubicBezTo>
                    <a:pt x="1191" y="1009"/>
                    <a:pt x="1310" y="640"/>
                    <a:pt x="1143" y="343"/>
                  </a:cubicBezTo>
                  <a:cubicBezTo>
                    <a:pt x="1048" y="164"/>
                    <a:pt x="905" y="57"/>
                    <a:pt x="739" y="9"/>
                  </a:cubicBezTo>
                  <a:cubicBezTo>
                    <a:pt x="697" y="3"/>
                    <a:pt x="652" y="0"/>
                    <a:pt x="60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29"/>
            <p:cNvSpPr/>
            <p:nvPr/>
          </p:nvSpPr>
          <p:spPr>
            <a:xfrm>
              <a:off x="1445100" y="1689025"/>
              <a:ext cx="39025" cy="34575"/>
            </a:xfrm>
            <a:custGeom>
              <a:avLst/>
              <a:gdLst/>
              <a:ahLst/>
              <a:cxnLst/>
              <a:rect l="l" t="t" r="r" b="b"/>
              <a:pathLst>
                <a:path w="1561" h="1383" extrusionOk="0">
                  <a:moveTo>
                    <a:pt x="787" y="1"/>
                  </a:moveTo>
                  <a:cubicBezTo>
                    <a:pt x="703" y="1"/>
                    <a:pt x="608" y="13"/>
                    <a:pt x="525" y="60"/>
                  </a:cubicBezTo>
                  <a:cubicBezTo>
                    <a:pt x="501" y="60"/>
                    <a:pt x="489" y="72"/>
                    <a:pt x="477" y="72"/>
                  </a:cubicBezTo>
                  <a:cubicBezTo>
                    <a:pt x="132" y="239"/>
                    <a:pt x="1" y="655"/>
                    <a:pt x="168" y="1001"/>
                  </a:cubicBezTo>
                  <a:cubicBezTo>
                    <a:pt x="277" y="1245"/>
                    <a:pt x="530" y="1382"/>
                    <a:pt x="782" y="1382"/>
                  </a:cubicBezTo>
                  <a:cubicBezTo>
                    <a:pt x="886" y="1382"/>
                    <a:pt x="990" y="1359"/>
                    <a:pt x="1084" y="1310"/>
                  </a:cubicBezTo>
                  <a:cubicBezTo>
                    <a:pt x="1430" y="1144"/>
                    <a:pt x="1561" y="727"/>
                    <a:pt x="1394" y="405"/>
                  </a:cubicBezTo>
                  <a:cubicBezTo>
                    <a:pt x="1394" y="405"/>
                    <a:pt x="1394" y="394"/>
                    <a:pt x="1382" y="394"/>
                  </a:cubicBezTo>
                  <a:cubicBezTo>
                    <a:pt x="1358" y="310"/>
                    <a:pt x="1311" y="239"/>
                    <a:pt x="1251" y="179"/>
                  </a:cubicBezTo>
                  <a:cubicBezTo>
                    <a:pt x="1132" y="60"/>
                    <a:pt x="953" y="1"/>
                    <a:pt x="787" y="1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29"/>
            <p:cNvSpPr/>
            <p:nvPr/>
          </p:nvSpPr>
          <p:spPr>
            <a:xfrm>
              <a:off x="1285875" y="1477700"/>
              <a:ext cx="24725" cy="24425"/>
            </a:xfrm>
            <a:custGeom>
              <a:avLst/>
              <a:gdLst/>
              <a:ahLst/>
              <a:cxnLst/>
              <a:rect l="l" t="t" r="r" b="b"/>
              <a:pathLst>
                <a:path w="989" h="977" extrusionOk="0">
                  <a:moveTo>
                    <a:pt x="488" y="0"/>
                  </a:moveTo>
                  <a:cubicBezTo>
                    <a:pt x="429" y="0"/>
                    <a:pt x="369" y="12"/>
                    <a:pt x="310" y="36"/>
                  </a:cubicBezTo>
                  <a:cubicBezTo>
                    <a:pt x="214" y="72"/>
                    <a:pt x="119" y="155"/>
                    <a:pt x="60" y="250"/>
                  </a:cubicBezTo>
                  <a:cubicBezTo>
                    <a:pt x="12" y="334"/>
                    <a:pt x="0" y="405"/>
                    <a:pt x="0" y="488"/>
                  </a:cubicBezTo>
                  <a:lnTo>
                    <a:pt x="0" y="524"/>
                  </a:lnTo>
                  <a:cubicBezTo>
                    <a:pt x="12" y="715"/>
                    <a:pt x="131" y="881"/>
                    <a:pt x="310" y="953"/>
                  </a:cubicBezTo>
                  <a:cubicBezTo>
                    <a:pt x="369" y="965"/>
                    <a:pt x="429" y="977"/>
                    <a:pt x="488" y="977"/>
                  </a:cubicBezTo>
                  <a:cubicBezTo>
                    <a:pt x="524" y="977"/>
                    <a:pt x="548" y="977"/>
                    <a:pt x="583" y="965"/>
                  </a:cubicBezTo>
                  <a:cubicBezTo>
                    <a:pt x="750" y="941"/>
                    <a:pt x="893" y="798"/>
                    <a:pt x="941" y="655"/>
                  </a:cubicBezTo>
                  <a:cubicBezTo>
                    <a:pt x="953" y="596"/>
                    <a:pt x="964" y="548"/>
                    <a:pt x="964" y="488"/>
                  </a:cubicBezTo>
                  <a:cubicBezTo>
                    <a:pt x="988" y="465"/>
                    <a:pt x="964" y="417"/>
                    <a:pt x="964" y="393"/>
                  </a:cubicBezTo>
                  <a:cubicBezTo>
                    <a:pt x="929" y="191"/>
                    <a:pt x="774" y="48"/>
                    <a:pt x="583" y="12"/>
                  </a:cubicBezTo>
                  <a:cubicBezTo>
                    <a:pt x="548" y="12"/>
                    <a:pt x="524" y="0"/>
                    <a:pt x="488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29"/>
            <p:cNvSpPr/>
            <p:nvPr/>
          </p:nvSpPr>
          <p:spPr>
            <a:xfrm>
              <a:off x="1400175" y="1494100"/>
              <a:ext cx="32750" cy="31300"/>
            </a:xfrm>
            <a:custGeom>
              <a:avLst/>
              <a:gdLst/>
              <a:ahLst/>
              <a:cxnLst/>
              <a:rect l="l" t="t" r="r" b="b"/>
              <a:pathLst>
                <a:path w="1310" h="1252" extrusionOk="0">
                  <a:moveTo>
                    <a:pt x="646" y="0"/>
                  </a:moveTo>
                  <a:cubicBezTo>
                    <a:pt x="553" y="0"/>
                    <a:pt x="458" y="22"/>
                    <a:pt x="369" y="70"/>
                  </a:cubicBezTo>
                  <a:cubicBezTo>
                    <a:pt x="286" y="118"/>
                    <a:pt x="202" y="178"/>
                    <a:pt x="143" y="249"/>
                  </a:cubicBezTo>
                  <a:cubicBezTo>
                    <a:pt x="83" y="321"/>
                    <a:pt x="48" y="416"/>
                    <a:pt x="24" y="499"/>
                  </a:cubicBezTo>
                  <a:cubicBezTo>
                    <a:pt x="0" y="642"/>
                    <a:pt x="12" y="773"/>
                    <a:pt x="83" y="904"/>
                  </a:cubicBezTo>
                  <a:cubicBezTo>
                    <a:pt x="193" y="1123"/>
                    <a:pt x="414" y="1252"/>
                    <a:pt x="644" y="1252"/>
                  </a:cubicBezTo>
                  <a:cubicBezTo>
                    <a:pt x="664" y="1252"/>
                    <a:pt x="683" y="1251"/>
                    <a:pt x="702" y="1249"/>
                  </a:cubicBezTo>
                  <a:cubicBezTo>
                    <a:pt x="774" y="1249"/>
                    <a:pt x="845" y="1213"/>
                    <a:pt x="917" y="1190"/>
                  </a:cubicBezTo>
                  <a:cubicBezTo>
                    <a:pt x="929" y="1194"/>
                    <a:pt x="938" y="1195"/>
                    <a:pt x="945" y="1195"/>
                  </a:cubicBezTo>
                  <a:cubicBezTo>
                    <a:pt x="960" y="1195"/>
                    <a:pt x="968" y="1190"/>
                    <a:pt x="976" y="1190"/>
                  </a:cubicBezTo>
                  <a:cubicBezTo>
                    <a:pt x="1155" y="1083"/>
                    <a:pt x="1274" y="904"/>
                    <a:pt x="1298" y="702"/>
                  </a:cubicBezTo>
                  <a:cubicBezTo>
                    <a:pt x="1310" y="606"/>
                    <a:pt x="1298" y="499"/>
                    <a:pt x="1250" y="416"/>
                  </a:cubicBezTo>
                  <a:cubicBezTo>
                    <a:pt x="1250" y="404"/>
                    <a:pt x="1226" y="392"/>
                    <a:pt x="1214" y="356"/>
                  </a:cubicBezTo>
                  <a:cubicBezTo>
                    <a:pt x="1096" y="136"/>
                    <a:pt x="875" y="0"/>
                    <a:pt x="646" y="0"/>
                  </a:cubicBezTo>
                  <a:close/>
                </a:path>
              </a:pathLst>
            </a:custGeom>
            <a:solidFill>
              <a:srgbClr val="8E04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9F9F9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Char char="●"/>
              <a:defRPr sz="16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marL="914400" lvl="1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Char char="○"/>
              <a:defRPr sz="16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2pPr>
            <a:lvl3pPr marL="1371600" lvl="2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Char char="■"/>
              <a:defRPr sz="16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3pPr>
            <a:lvl4pPr marL="1828800" lvl="3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Char char="●"/>
              <a:defRPr sz="16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4pPr>
            <a:lvl5pPr marL="2286000" lvl="4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Char char="○"/>
              <a:defRPr sz="16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5pPr>
            <a:lvl6pPr marL="2743200" lvl="5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Char char="■"/>
              <a:defRPr sz="16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6pPr>
            <a:lvl7pPr marL="3200400" lvl="6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Char char="●"/>
              <a:defRPr sz="16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7pPr>
            <a:lvl8pPr marL="3657600" lvl="7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Char char="○"/>
              <a:defRPr sz="16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8pPr>
            <a:lvl9pPr marL="4114800" lvl="8" indent="-3302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ABeeZee"/>
              <a:buChar char="■"/>
              <a:defRPr sz="16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5" r:id="rId4"/>
    <p:sldLayoutId id="2147483658" r:id="rId5"/>
    <p:sldLayoutId id="2147483662" r:id="rId6"/>
    <p:sldLayoutId id="2147483663" r:id="rId7"/>
    <p:sldLayoutId id="2147483666" r:id="rId8"/>
    <p:sldLayoutId id="2147483668" r:id="rId9"/>
    <p:sldLayoutId id="2147483671" r:id="rId10"/>
    <p:sldLayoutId id="2147483672" r:id="rId11"/>
    <p:sldLayoutId id="2147483674" r:id="rId12"/>
    <p:sldLayoutId id="2147483675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6" name="Google Shape;4336;p33"/>
          <p:cNvSpPr txBox="1">
            <a:spLocks noGrp="1"/>
          </p:cNvSpPr>
          <p:nvPr>
            <p:ph type="ctrTitle"/>
          </p:nvPr>
        </p:nvSpPr>
        <p:spPr>
          <a:xfrm>
            <a:off x="3639669" y="1563074"/>
            <a:ext cx="4849500" cy="20173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IoT System Development and Data Analysis</a:t>
            </a:r>
            <a:endParaRPr sz="3600" dirty="0"/>
          </a:p>
        </p:txBody>
      </p:sp>
      <p:sp>
        <p:nvSpPr>
          <p:cNvPr id="4337" name="Google Shape;4337;p33"/>
          <p:cNvSpPr txBox="1">
            <a:spLocks noGrp="1"/>
          </p:cNvSpPr>
          <p:nvPr>
            <p:ph type="subTitle" idx="1"/>
          </p:nvPr>
        </p:nvSpPr>
        <p:spPr>
          <a:xfrm>
            <a:off x="3639669" y="3269489"/>
            <a:ext cx="4849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Zahra Alwaili</a:t>
            </a:r>
            <a:endParaRPr dirty="0"/>
          </a:p>
        </p:txBody>
      </p:sp>
      <p:sp>
        <p:nvSpPr>
          <p:cNvPr id="4339" name="Google Shape;4339;p33"/>
          <p:cNvSpPr/>
          <p:nvPr/>
        </p:nvSpPr>
        <p:spPr>
          <a:xfrm>
            <a:off x="654831" y="1250000"/>
            <a:ext cx="2807100" cy="2807100"/>
          </a:xfrm>
          <a:prstGeom prst="arc">
            <a:avLst>
              <a:gd name="adj1" fmla="val 16200000"/>
              <a:gd name="adj2" fmla="val 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4581;p47">
            <a:extLst>
              <a:ext uri="{FF2B5EF4-FFF2-40B4-BE49-F238E27FC236}">
                <a16:creationId xmlns:a16="http://schemas.microsoft.com/office/drawing/2014/main" id="{20089B79-11E5-FF49-8302-D2FCF8747D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7535" t="18772" r="28276"/>
          <a:stretch/>
        </p:blipFill>
        <p:spPr>
          <a:xfrm>
            <a:off x="773781" y="1370150"/>
            <a:ext cx="2569200" cy="25668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9" name="Google Shape;4399;p38"/>
          <p:cNvSpPr txBox="1">
            <a:spLocks noGrp="1"/>
          </p:cNvSpPr>
          <p:nvPr>
            <p:ph type="title"/>
          </p:nvPr>
        </p:nvSpPr>
        <p:spPr>
          <a:xfrm>
            <a:off x="720000" y="3037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4400" name="Google Shape;4400;p38"/>
          <p:cNvSpPr txBox="1">
            <a:spLocks noGrp="1"/>
          </p:cNvSpPr>
          <p:nvPr>
            <p:ph type="title" idx="2"/>
          </p:nvPr>
        </p:nvSpPr>
        <p:spPr>
          <a:xfrm>
            <a:off x="1257490" y="1245528"/>
            <a:ext cx="2885700" cy="7825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Forecasting Challenge</a:t>
            </a:r>
            <a:endParaRPr dirty="0"/>
          </a:p>
        </p:txBody>
      </p:sp>
      <p:sp>
        <p:nvSpPr>
          <p:cNvPr id="4401" name="Google Shape;4401;p38"/>
          <p:cNvSpPr txBox="1">
            <a:spLocks noGrp="1"/>
          </p:cNvSpPr>
          <p:nvPr>
            <p:ph type="title" idx="3"/>
          </p:nvPr>
        </p:nvSpPr>
        <p:spPr>
          <a:xfrm>
            <a:off x="5000811" y="1357337"/>
            <a:ext cx="28857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4402" name="Google Shape;4402;p38"/>
          <p:cNvSpPr txBox="1">
            <a:spLocks noGrp="1"/>
          </p:cNvSpPr>
          <p:nvPr>
            <p:ph type="subTitle" idx="1"/>
          </p:nvPr>
        </p:nvSpPr>
        <p:spPr>
          <a:xfrm>
            <a:off x="5131694" y="2033214"/>
            <a:ext cx="2885700" cy="25650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Utilized the Jena Climate Dataset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Advanced feature engineering with 24h+ lags.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Time-aware cross-validation (</a:t>
            </a:r>
            <a:r>
              <a:rPr lang="en-US" dirty="0" err="1"/>
              <a:t>TimeSeriesSplit</a:t>
            </a:r>
            <a:r>
              <a:rPr lang="en-US" dirty="0"/>
              <a:t>).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Hyperparameter optimization using </a:t>
            </a:r>
            <a:r>
              <a:rPr lang="en-US" dirty="0" err="1"/>
              <a:t>Optuna</a:t>
            </a:r>
            <a:r>
              <a:rPr lang="en-US" dirty="0"/>
              <a:t>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Comparison of Boosting (</a:t>
            </a:r>
            <a:r>
              <a:rPr lang="en-US" dirty="0" err="1"/>
              <a:t>XGBoost</a:t>
            </a:r>
            <a:r>
              <a:rPr lang="en-US" dirty="0"/>
              <a:t>, </a:t>
            </a:r>
            <a:r>
              <a:rPr lang="en-US" dirty="0" err="1"/>
              <a:t>LightGBM</a:t>
            </a:r>
            <a:r>
              <a:rPr lang="en-US" dirty="0"/>
              <a:t>) vs Linear baselines.</a:t>
            </a:r>
            <a:endParaRPr dirty="0"/>
          </a:p>
        </p:txBody>
      </p:sp>
      <p:sp>
        <p:nvSpPr>
          <p:cNvPr id="4403" name="Google Shape;4403;p38"/>
          <p:cNvSpPr txBox="1">
            <a:spLocks noGrp="1"/>
          </p:cNvSpPr>
          <p:nvPr>
            <p:ph type="subTitle" idx="4"/>
          </p:nvPr>
        </p:nvSpPr>
        <p:spPr>
          <a:xfrm>
            <a:off x="1176900" y="2176727"/>
            <a:ext cx="3395099" cy="22016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primary goal is to predict Air Temperature (</a:t>
            </a:r>
            <a:r>
              <a:rPr lang="en-US" dirty="0" err="1"/>
              <a:t>TdegC</a:t>
            </a:r>
            <a:r>
              <a:rPr lang="en-US" dirty="0"/>
              <a:t>) 24 hours into the future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The solution requires a leakage-safe pipeline ensuring that no future information is visible to the model during training or feature engineering.</a:t>
            </a:r>
            <a:endParaRPr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0C0F334-C1CE-F40F-2D68-DC1A73AAF1AD}"/>
              </a:ext>
            </a:extLst>
          </p:cNvPr>
          <p:cNvCxnSpPr>
            <a:cxnSpLocks/>
          </p:cNvCxnSpPr>
          <p:nvPr/>
        </p:nvCxnSpPr>
        <p:spPr>
          <a:xfrm>
            <a:off x="0" y="981311"/>
            <a:ext cx="6839415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9" name="Google Shape;4549;p44"/>
          <p:cNvSpPr txBox="1">
            <a:spLocks noGrp="1"/>
          </p:cNvSpPr>
          <p:nvPr>
            <p:ph type="title"/>
          </p:nvPr>
        </p:nvSpPr>
        <p:spPr>
          <a:xfrm>
            <a:off x="720000" y="-12294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Exploration</a:t>
            </a:r>
            <a:endParaRPr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0352DD-32EF-3F5F-712C-CCEB999F75E1}"/>
              </a:ext>
            </a:extLst>
          </p:cNvPr>
          <p:cNvCxnSpPr>
            <a:cxnSpLocks/>
          </p:cNvCxnSpPr>
          <p:nvPr/>
        </p:nvCxnSpPr>
        <p:spPr>
          <a:xfrm>
            <a:off x="967740" y="539351"/>
            <a:ext cx="5871675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B2153E94-8203-9EE9-4FF3-DDAF07BE6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010" y="558070"/>
            <a:ext cx="7459980" cy="181303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735327C-2448-E5A9-3A07-F76C0AC10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010" y="2350082"/>
            <a:ext cx="7459980" cy="137836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4409D59-DC7B-FEC2-30D4-61409F7B3A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064"/>
          <a:stretch>
            <a:fillRect/>
          </a:stretch>
        </p:blipFill>
        <p:spPr>
          <a:xfrm>
            <a:off x="2587244" y="3707425"/>
            <a:ext cx="3969512" cy="1436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3C47C21-9DD1-7137-73A3-D5F7C995B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181" y="190500"/>
            <a:ext cx="5825319" cy="46207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9" name="Google Shape;4459;p39"/>
          <p:cNvSpPr txBox="1">
            <a:spLocks noGrp="1"/>
          </p:cNvSpPr>
          <p:nvPr>
            <p:ph type="title"/>
          </p:nvPr>
        </p:nvSpPr>
        <p:spPr>
          <a:xfrm>
            <a:off x="720000" y="30377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 Engineering</a:t>
            </a:r>
            <a:endParaRPr dirty="0"/>
          </a:p>
        </p:txBody>
      </p:sp>
      <p:sp>
        <p:nvSpPr>
          <p:cNvPr id="4460" name="Google Shape;4460;p39"/>
          <p:cNvSpPr txBox="1">
            <a:spLocks noGrp="1"/>
          </p:cNvSpPr>
          <p:nvPr>
            <p:ph type="title" idx="2"/>
          </p:nvPr>
        </p:nvSpPr>
        <p:spPr>
          <a:xfrm>
            <a:off x="844350" y="1791695"/>
            <a:ext cx="23619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Lag Features</a:t>
            </a:r>
            <a:endParaRPr dirty="0"/>
          </a:p>
        </p:txBody>
      </p:sp>
      <p:sp>
        <p:nvSpPr>
          <p:cNvPr id="4461" name="Google Shape;4461;p39"/>
          <p:cNvSpPr txBox="1">
            <a:spLocks noGrp="1"/>
          </p:cNvSpPr>
          <p:nvPr>
            <p:ph type="subTitle" idx="1"/>
          </p:nvPr>
        </p:nvSpPr>
        <p:spPr>
          <a:xfrm>
            <a:off x="844300" y="2574020"/>
            <a:ext cx="23619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Created 24h, 48h, and 168h lags for temperature and pressure to capture historical dependencies.</a:t>
            </a:r>
            <a:endParaRPr dirty="0"/>
          </a:p>
        </p:txBody>
      </p:sp>
      <p:sp>
        <p:nvSpPr>
          <p:cNvPr id="4462" name="Google Shape;4462;p39"/>
          <p:cNvSpPr txBox="1">
            <a:spLocks noGrp="1"/>
          </p:cNvSpPr>
          <p:nvPr>
            <p:ph type="title" idx="3"/>
          </p:nvPr>
        </p:nvSpPr>
        <p:spPr>
          <a:xfrm>
            <a:off x="3391125" y="1631675"/>
            <a:ext cx="23619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Rolling Statistics</a:t>
            </a:r>
            <a:endParaRPr dirty="0"/>
          </a:p>
        </p:txBody>
      </p:sp>
      <p:sp>
        <p:nvSpPr>
          <p:cNvPr id="4463" name="Google Shape;4463;p39"/>
          <p:cNvSpPr txBox="1">
            <a:spLocks noGrp="1"/>
          </p:cNvSpPr>
          <p:nvPr>
            <p:ph type="subTitle" idx="4"/>
          </p:nvPr>
        </p:nvSpPr>
        <p:spPr>
          <a:xfrm>
            <a:off x="3391052" y="2574020"/>
            <a:ext cx="23619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Engineered rolling means and standard deviations over 24h windows to provide local context.</a:t>
            </a:r>
            <a:endParaRPr dirty="0"/>
          </a:p>
        </p:txBody>
      </p:sp>
      <p:sp>
        <p:nvSpPr>
          <p:cNvPr id="4464" name="Google Shape;4464;p39"/>
          <p:cNvSpPr txBox="1">
            <a:spLocks noGrp="1"/>
          </p:cNvSpPr>
          <p:nvPr>
            <p:ph type="title" idx="5"/>
          </p:nvPr>
        </p:nvSpPr>
        <p:spPr>
          <a:xfrm>
            <a:off x="5937850" y="1631675"/>
            <a:ext cx="23619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Cyclical Encoding</a:t>
            </a:r>
            <a:endParaRPr dirty="0"/>
          </a:p>
        </p:txBody>
      </p:sp>
      <p:sp>
        <p:nvSpPr>
          <p:cNvPr id="4465" name="Google Shape;4465;p39"/>
          <p:cNvSpPr txBox="1">
            <a:spLocks noGrp="1"/>
          </p:cNvSpPr>
          <p:nvPr>
            <p:ph type="subTitle" idx="6"/>
          </p:nvPr>
        </p:nvSpPr>
        <p:spPr>
          <a:xfrm>
            <a:off x="5937804" y="2574020"/>
            <a:ext cx="23619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Encoded hour and month using sine/cosine transforms to preserve their cyclical nature.</a:t>
            </a:r>
            <a:endParaRPr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6C3D2E5-8023-7055-5E91-E51C74A77252}"/>
              </a:ext>
            </a:extLst>
          </p:cNvPr>
          <p:cNvCxnSpPr>
            <a:cxnSpLocks/>
          </p:cNvCxnSpPr>
          <p:nvPr/>
        </p:nvCxnSpPr>
        <p:spPr>
          <a:xfrm>
            <a:off x="483220" y="981311"/>
            <a:ext cx="6356195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2">
          <a:extLst>
            <a:ext uri="{FF2B5EF4-FFF2-40B4-BE49-F238E27FC236}">
              <a16:creationId xmlns:a16="http://schemas.microsoft.com/office/drawing/2014/main" id="{3184B81E-973B-09C5-41D3-55AB00BF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4C9219-D8DC-BCD1-4EAC-AB8A50494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417"/>
          <a:stretch>
            <a:fillRect/>
          </a:stretch>
        </p:blipFill>
        <p:spPr>
          <a:xfrm>
            <a:off x="0" y="0"/>
            <a:ext cx="5272211" cy="25069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974F79-AADA-C54F-65A5-A1DD605B6B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667"/>
          <a:stretch>
            <a:fillRect/>
          </a:stretch>
        </p:blipFill>
        <p:spPr>
          <a:xfrm>
            <a:off x="3939540" y="2506980"/>
            <a:ext cx="5204460" cy="2641170"/>
          </a:xfrm>
          <a:prstGeom prst="rect">
            <a:avLst/>
          </a:prstGeom>
        </p:spPr>
      </p:pic>
      <p:sp>
        <p:nvSpPr>
          <p:cNvPr id="9" name="Google Shape;4460;p39">
            <a:extLst>
              <a:ext uri="{FF2B5EF4-FFF2-40B4-BE49-F238E27FC236}">
                <a16:creationId xmlns:a16="http://schemas.microsoft.com/office/drawing/2014/main" id="{534032A0-E60F-585C-AD9F-4F1024992309}"/>
              </a:ext>
            </a:extLst>
          </p:cNvPr>
          <p:cNvSpPr txBox="1">
            <a:spLocks/>
          </p:cNvSpPr>
          <p:nvPr/>
        </p:nvSpPr>
        <p:spPr>
          <a:xfrm>
            <a:off x="5272211" y="606720"/>
            <a:ext cx="320187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9pPr>
          </a:lstStyle>
          <a:p>
            <a:r>
              <a:rPr lang="en-US" sz="2800" dirty="0">
                <a:solidFill>
                  <a:schemeClr val="dk1"/>
                </a:solidFill>
                <a:latin typeface="ABeeZee"/>
                <a:sym typeface="ABeeZee"/>
              </a:rPr>
              <a:t>Annual Seasonality</a:t>
            </a:r>
          </a:p>
        </p:txBody>
      </p:sp>
      <p:sp>
        <p:nvSpPr>
          <p:cNvPr id="11" name="Google Shape;4460;p39">
            <a:extLst>
              <a:ext uri="{FF2B5EF4-FFF2-40B4-BE49-F238E27FC236}">
                <a16:creationId xmlns:a16="http://schemas.microsoft.com/office/drawing/2014/main" id="{77D40136-D847-5A11-69B9-7FEB8DC4C032}"/>
              </a:ext>
            </a:extLst>
          </p:cNvPr>
          <p:cNvSpPr txBox="1">
            <a:spLocks/>
          </p:cNvSpPr>
          <p:nvPr/>
        </p:nvSpPr>
        <p:spPr>
          <a:xfrm>
            <a:off x="676710" y="2891235"/>
            <a:ext cx="320187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9pPr>
          </a:lstStyle>
          <a:p>
            <a:r>
              <a:rPr lang="en-US" sz="2800" dirty="0">
                <a:solidFill>
                  <a:schemeClr val="dk1"/>
                </a:solidFill>
                <a:latin typeface="ABeeZee"/>
              </a:rPr>
              <a:t>Daily Temperature Fluctuations </a:t>
            </a:r>
          </a:p>
        </p:txBody>
      </p:sp>
    </p:spTree>
    <p:extLst>
      <p:ext uri="{BB962C8B-B14F-4D97-AF65-F5344CB8AC3E}">
        <p14:creationId xmlns:p14="http://schemas.microsoft.com/office/powerpoint/2010/main" val="4221236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1">
          <a:extLst>
            <a:ext uri="{FF2B5EF4-FFF2-40B4-BE49-F238E27FC236}">
              <a16:creationId xmlns:a16="http://schemas.microsoft.com/office/drawing/2014/main" id="{F78EF01D-EA68-FE2C-C22B-38E721B8B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2" name="Google Shape;4612;p50">
            <a:extLst>
              <a:ext uri="{FF2B5EF4-FFF2-40B4-BE49-F238E27FC236}">
                <a16:creationId xmlns:a16="http://schemas.microsoft.com/office/drawing/2014/main" id="{4E740640-8825-A162-60AF-85EABE1DC7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2608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Seasonal and ACF Analysis</a:t>
            </a:r>
            <a:endParaRPr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6AAF079-CBE8-0D76-DC6A-6B1F128711A6}"/>
              </a:ext>
            </a:extLst>
          </p:cNvPr>
          <p:cNvCxnSpPr>
            <a:cxnSpLocks/>
          </p:cNvCxnSpPr>
          <p:nvPr/>
        </p:nvCxnSpPr>
        <p:spPr>
          <a:xfrm>
            <a:off x="460917" y="981311"/>
            <a:ext cx="637849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28BED92-247B-161A-6F6C-161161D78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943" y="1135380"/>
            <a:ext cx="5094797" cy="380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237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9">
          <a:extLst>
            <a:ext uri="{FF2B5EF4-FFF2-40B4-BE49-F238E27FC236}">
              <a16:creationId xmlns:a16="http://schemas.microsoft.com/office/drawing/2014/main" id="{D65BCD96-5E89-07F2-E47E-C7274CAD5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9" name="Google Shape;4459;p39">
            <a:extLst>
              <a:ext uri="{FF2B5EF4-FFF2-40B4-BE49-F238E27FC236}">
                <a16:creationId xmlns:a16="http://schemas.microsoft.com/office/drawing/2014/main" id="{0B79FBE2-6B62-1238-E34C-25ED0D14F2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0377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Validation</a:t>
            </a:r>
            <a:endParaRPr dirty="0"/>
          </a:p>
        </p:txBody>
      </p:sp>
      <p:sp>
        <p:nvSpPr>
          <p:cNvPr id="4465" name="Google Shape;4465;p39">
            <a:extLst>
              <a:ext uri="{FF2B5EF4-FFF2-40B4-BE49-F238E27FC236}">
                <a16:creationId xmlns:a16="http://schemas.microsoft.com/office/drawing/2014/main" id="{C8190F3D-AD0D-C1FC-6FA4-4C85736FB4D1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51420" y="1618529"/>
            <a:ext cx="2361900" cy="27324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dirty="0"/>
              <a:t>The dataset is split by using </a:t>
            </a:r>
            <a:r>
              <a:rPr lang="en-US" dirty="0" err="1"/>
              <a:t>TimeSeriesSplit</a:t>
            </a:r>
            <a:r>
              <a:rPr lang="en-US" dirty="0"/>
              <a:t> to prevent data leakage</a:t>
            </a:r>
          </a:p>
          <a:p>
            <a:pPr marL="0" lvl="0" indent="0" algn="l"/>
            <a:endParaRPr lang="en-US" dirty="0"/>
          </a:p>
          <a:p>
            <a:pPr marL="0" indent="0" algn="l"/>
            <a:r>
              <a:rPr lang="en-US" dirty="0"/>
              <a:t>This </a:t>
            </a:r>
            <a:r>
              <a:rPr lang="en-US" dirty="0">
                <a:solidFill>
                  <a:srgbClr val="253035"/>
                </a:solidFill>
              </a:rPr>
              <a:t>ensures the model is always trained on the past and validated on the "future," simulating </a:t>
            </a:r>
            <a:r>
              <a:rPr lang="en-US" dirty="0"/>
              <a:t>real-world deployment performance.</a:t>
            </a:r>
          </a:p>
          <a:p>
            <a:pPr marL="0" lvl="0" indent="0" algn="l"/>
            <a:endParaRPr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FBC9E27-28E2-B730-F13A-30BD649C7B18}"/>
              </a:ext>
            </a:extLst>
          </p:cNvPr>
          <p:cNvCxnSpPr>
            <a:cxnSpLocks/>
          </p:cNvCxnSpPr>
          <p:nvPr/>
        </p:nvCxnSpPr>
        <p:spPr>
          <a:xfrm>
            <a:off x="483220" y="981311"/>
            <a:ext cx="6356195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469D549D-552F-C904-68B9-594A10D52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588" y="1694730"/>
            <a:ext cx="5799027" cy="228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009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1">
          <a:extLst>
            <a:ext uri="{FF2B5EF4-FFF2-40B4-BE49-F238E27FC236}">
              <a16:creationId xmlns:a16="http://schemas.microsoft.com/office/drawing/2014/main" id="{04A33CC9-7672-8652-0330-837156182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2" name="Google Shape;4612;p50">
            <a:extLst>
              <a:ext uri="{FF2B5EF4-FFF2-40B4-BE49-F238E27FC236}">
                <a16:creationId xmlns:a16="http://schemas.microsoft.com/office/drawing/2014/main" id="{1EA40544-638E-D8B8-66EF-E2F29385A8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2608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Models</a:t>
            </a:r>
            <a:endParaRPr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0A72B75-FA4A-52EF-CFD9-908B2A0268B6}"/>
              </a:ext>
            </a:extLst>
          </p:cNvPr>
          <p:cNvCxnSpPr>
            <a:cxnSpLocks/>
          </p:cNvCxnSpPr>
          <p:nvPr/>
        </p:nvCxnSpPr>
        <p:spPr>
          <a:xfrm>
            <a:off x="460917" y="981311"/>
            <a:ext cx="637849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4465;p39">
            <a:extLst>
              <a:ext uri="{FF2B5EF4-FFF2-40B4-BE49-F238E27FC236}">
                <a16:creationId xmlns:a16="http://schemas.microsoft.com/office/drawing/2014/main" id="{3CFDFBC3-69DE-74BA-D168-FA458A8D80C6}"/>
              </a:ext>
            </a:extLst>
          </p:cNvPr>
          <p:cNvSpPr txBox="1">
            <a:spLocks/>
          </p:cNvSpPr>
          <p:nvPr/>
        </p:nvSpPr>
        <p:spPr>
          <a:xfrm>
            <a:off x="470490" y="1298489"/>
            <a:ext cx="8203020" cy="35189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BeeZee" panose="020B0604020202020204" charset="0"/>
              </a:rPr>
              <a:t>Ridge Regression: </a:t>
            </a:r>
            <a:r>
              <a:rPr lang="en-US" dirty="0">
                <a:solidFill>
                  <a:srgbClr val="253035"/>
                </a:solidFill>
                <a:latin typeface="ABeeZee" panose="020B0604020202020204" charset="0"/>
              </a:rPr>
              <a:t>A linear regression model with L2 regularization. This model is used as a baseline for our dataset.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ABeeZee" panose="020B060402020202020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BeeZee" panose="020B0604020202020204" charset="0"/>
              </a:rPr>
              <a:t>Random Forest: </a:t>
            </a:r>
            <a:r>
              <a:rPr lang="en-US" dirty="0">
                <a:solidFill>
                  <a:srgbClr val="253035"/>
                </a:solidFill>
                <a:latin typeface="ABeeZee" panose="020B0604020202020204" charset="0"/>
              </a:rPr>
              <a:t>A bagging ensemble algorithm that uses multiple decision trees in parallel. This model was used as a benchmark to check whether the system requires a more complex model to predict the unforeseen data.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ABeeZee" panose="020B060402020202020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2">
                    <a:lumMod val="75000"/>
                  </a:schemeClr>
                </a:solidFill>
                <a:latin typeface="ABeeZee" panose="020B0604020202020204" charset="0"/>
              </a:rPr>
              <a:t>LightGBM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BeeZee" panose="020B0604020202020204" charset="0"/>
              </a:rPr>
              <a:t>: </a:t>
            </a:r>
            <a:r>
              <a:rPr lang="en-US" dirty="0">
                <a:solidFill>
                  <a:srgbClr val="253035"/>
                </a:solidFill>
                <a:latin typeface="ABeeZee" panose="020B0604020202020204" charset="0"/>
              </a:rPr>
              <a:t>A gradient boosting algorithm that grows tree leaf-wise than level-wise. They can map patterns with high frequency and are also able to capture complex patterns much faster and with greater detail than normal tree structures.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ABeeZee" panose="020B060402020202020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2">
                    <a:lumMod val="75000"/>
                  </a:schemeClr>
                </a:solidFill>
                <a:latin typeface="ABeeZee" panose="020B0604020202020204" charset="0"/>
              </a:rPr>
              <a:t>XGBoost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BeeZee" panose="020B0604020202020204" charset="0"/>
              </a:rPr>
              <a:t>: </a:t>
            </a:r>
            <a:r>
              <a:rPr lang="en-US" dirty="0">
                <a:solidFill>
                  <a:srgbClr val="253035"/>
                </a:solidFill>
                <a:latin typeface="ABeeZee" panose="020B0604020202020204" charset="0"/>
              </a:rPr>
              <a:t>An advanced gradient boosting algorithm that builds trees sequentially to minimize residual errors. They can detect sharp fluctuations in datasets, which proves useful if there are sudden drastic changes.</a:t>
            </a:r>
          </a:p>
        </p:txBody>
      </p:sp>
    </p:spTree>
    <p:extLst>
      <p:ext uri="{BB962C8B-B14F-4D97-AF65-F5344CB8AC3E}">
        <p14:creationId xmlns:p14="http://schemas.microsoft.com/office/powerpoint/2010/main" val="715566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7">
          <a:extLst>
            <a:ext uri="{FF2B5EF4-FFF2-40B4-BE49-F238E27FC236}">
              <a16:creationId xmlns:a16="http://schemas.microsoft.com/office/drawing/2014/main" id="{5AAF1450-EE83-F1E9-AB6A-504123DAC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9" name="Google Shape;4549;p44">
            <a:extLst>
              <a:ext uri="{FF2B5EF4-FFF2-40B4-BE49-F238E27FC236}">
                <a16:creationId xmlns:a16="http://schemas.microsoft.com/office/drawing/2014/main" id="{CD45A687-4F55-91BA-233D-EA575BEECC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037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Baseline Benchmarking</a:t>
            </a:r>
            <a:endParaRPr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E1C2EEA-6C2F-F33A-7EAB-9F150BB6413F}"/>
              </a:ext>
            </a:extLst>
          </p:cNvPr>
          <p:cNvCxnSpPr>
            <a:cxnSpLocks/>
          </p:cNvCxnSpPr>
          <p:nvPr/>
        </p:nvCxnSpPr>
        <p:spPr>
          <a:xfrm>
            <a:off x="185854" y="981311"/>
            <a:ext cx="6653561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4573;p46">
            <a:extLst>
              <a:ext uri="{FF2B5EF4-FFF2-40B4-BE49-F238E27FC236}">
                <a16:creationId xmlns:a16="http://schemas.microsoft.com/office/drawing/2014/main" id="{B0DB9E65-E6A8-D97F-DF6A-8D176B2B1AD6}"/>
              </a:ext>
            </a:extLst>
          </p:cNvPr>
          <p:cNvSpPr txBox="1">
            <a:spLocks/>
          </p:cNvSpPr>
          <p:nvPr/>
        </p:nvSpPr>
        <p:spPr>
          <a:xfrm>
            <a:off x="720000" y="1013178"/>
            <a:ext cx="7092600" cy="17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9pPr>
          </a:lstStyle>
          <a:p>
            <a:r>
              <a:rPr lang="en" sz="6000" dirty="0"/>
              <a:t>4.382</a:t>
            </a:r>
          </a:p>
        </p:txBody>
      </p:sp>
      <p:sp>
        <p:nvSpPr>
          <p:cNvPr id="5" name="Google Shape;4557;p44">
            <a:extLst>
              <a:ext uri="{FF2B5EF4-FFF2-40B4-BE49-F238E27FC236}">
                <a16:creationId xmlns:a16="http://schemas.microsoft.com/office/drawing/2014/main" id="{26D9FD9E-4E17-E134-1B64-EB652161B612}"/>
              </a:ext>
            </a:extLst>
          </p:cNvPr>
          <p:cNvSpPr txBox="1">
            <a:spLocks/>
          </p:cNvSpPr>
          <p:nvPr/>
        </p:nvSpPr>
        <p:spPr>
          <a:xfrm>
            <a:off x="3114586" y="1891685"/>
            <a:ext cx="2562508" cy="92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None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None/>
              <a:defRPr sz="16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None/>
              <a:defRPr sz="16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None/>
              <a:defRPr sz="16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None/>
              <a:defRPr sz="16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None/>
              <a:defRPr sz="16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None/>
              <a:defRPr sz="16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None/>
              <a:defRPr sz="16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ABeeZee"/>
              <a:buNone/>
              <a:defRPr sz="16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9pPr>
          </a:lstStyle>
          <a:p>
            <a:pPr algn="l"/>
            <a:r>
              <a:rPr lang="en-US" sz="2000" dirty="0"/>
              <a:t>RMSE Baseline</a:t>
            </a:r>
          </a:p>
        </p:txBody>
      </p:sp>
      <p:sp>
        <p:nvSpPr>
          <p:cNvPr id="18" name="Google Shape;4573;p46">
            <a:extLst>
              <a:ext uri="{FF2B5EF4-FFF2-40B4-BE49-F238E27FC236}">
                <a16:creationId xmlns:a16="http://schemas.microsoft.com/office/drawing/2014/main" id="{339667D6-4733-6A59-92D3-247F86C438E5}"/>
              </a:ext>
            </a:extLst>
          </p:cNvPr>
          <p:cNvSpPr txBox="1">
            <a:spLocks/>
          </p:cNvSpPr>
          <p:nvPr/>
        </p:nvSpPr>
        <p:spPr>
          <a:xfrm>
            <a:off x="720000" y="2300954"/>
            <a:ext cx="7092600" cy="17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9pPr>
          </a:lstStyle>
          <a:p>
            <a:r>
              <a:rPr lang="en" sz="6000" dirty="0"/>
              <a:t>3.438</a:t>
            </a:r>
          </a:p>
        </p:txBody>
      </p:sp>
      <p:sp>
        <p:nvSpPr>
          <p:cNvPr id="20" name="Google Shape;4557;p44">
            <a:extLst>
              <a:ext uri="{FF2B5EF4-FFF2-40B4-BE49-F238E27FC236}">
                <a16:creationId xmlns:a16="http://schemas.microsoft.com/office/drawing/2014/main" id="{BB796D3B-D967-CDA2-0603-64217CC505BC}"/>
              </a:ext>
            </a:extLst>
          </p:cNvPr>
          <p:cNvSpPr txBox="1">
            <a:spLocks/>
          </p:cNvSpPr>
          <p:nvPr/>
        </p:nvSpPr>
        <p:spPr>
          <a:xfrm>
            <a:off x="3114586" y="3179461"/>
            <a:ext cx="2562508" cy="92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None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None/>
              <a:defRPr sz="16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None/>
              <a:defRPr sz="16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None/>
              <a:defRPr sz="16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None/>
              <a:defRPr sz="16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None/>
              <a:defRPr sz="16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None/>
              <a:defRPr sz="16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None/>
              <a:defRPr sz="16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ABeeZee"/>
              <a:buNone/>
              <a:defRPr sz="16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9pPr>
          </a:lstStyle>
          <a:p>
            <a:pPr algn="l"/>
            <a:r>
              <a:rPr lang="en-US" sz="2000" dirty="0"/>
              <a:t>MAE Baseline</a:t>
            </a:r>
          </a:p>
        </p:txBody>
      </p:sp>
      <p:sp>
        <p:nvSpPr>
          <p:cNvPr id="22" name="Google Shape;4573;p46">
            <a:extLst>
              <a:ext uri="{FF2B5EF4-FFF2-40B4-BE49-F238E27FC236}">
                <a16:creationId xmlns:a16="http://schemas.microsoft.com/office/drawing/2014/main" id="{4ECF5854-12FD-117B-3B16-6D593B54CFDD}"/>
              </a:ext>
            </a:extLst>
          </p:cNvPr>
          <p:cNvSpPr txBox="1">
            <a:spLocks/>
          </p:cNvSpPr>
          <p:nvPr/>
        </p:nvSpPr>
        <p:spPr>
          <a:xfrm>
            <a:off x="896160" y="3592823"/>
            <a:ext cx="7092600" cy="17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lack Han Sans"/>
              <a:buNone/>
              <a:defRPr sz="3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9pPr>
          </a:lstStyle>
          <a:p>
            <a:r>
              <a:rPr lang="en" sz="6000" dirty="0"/>
              <a:t>0.6996</a:t>
            </a:r>
          </a:p>
        </p:txBody>
      </p:sp>
      <p:sp>
        <p:nvSpPr>
          <p:cNvPr id="24" name="Google Shape;4557;p44">
            <a:extLst>
              <a:ext uri="{FF2B5EF4-FFF2-40B4-BE49-F238E27FC236}">
                <a16:creationId xmlns:a16="http://schemas.microsoft.com/office/drawing/2014/main" id="{58437A41-2A18-8E1D-B3BD-9551498778AF}"/>
              </a:ext>
            </a:extLst>
          </p:cNvPr>
          <p:cNvSpPr txBox="1">
            <a:spLocks/>
          </p:cNvSpPr>
          <p:nvPr/>
        </p:nvSpPr>
        <p:spPr>
          <a:xfrm>
            <a:off x="3290746" y="4471330"/>
            <a:ext cx="2562508" cy="92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None/>
              <a:defRPr sz="14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None/>
              <a:defRPr sz="16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None/>
              <a:defRPr sz="16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None/>
              <a:defRPr sz="16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None/>
              <a:defRPr sz="16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None/>
              <a:defRPr sz="16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None/>
              <a:defRPr sz="16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BeeZee"/>
              <a:buNone/>
              <a:defRPr sz="16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ABeeZee"/>
              <a:buNone/>
              <a:defRPr sz="1600" b="0" i="0" u="none" strike="noStrike" cap="non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9pPr>
          </a:lstStyle>
          <a:p>
            <a:pPr algn="l"/>
            <a:r>
              <a:rPr lang="en-US" sz="2000" dirty="0"/>
              <a:t>R</a:t>
            </a:r>
            <a:r>
              <a:rPr lang="en-US" sz="2000" baseline="30000" dirty="0"/>
              <a:t>2</a:t>
            </a:r>
            <a:r>
              <a:rPr lang="en-US" sz="2000" dirty="0"/>
              <a:t> Baseline</a:t>
            </a:r>
          </a:p>
        </p:txBody>
      </p:sp>
    </p:spTree>
    <p:extLst>
      <p:ext uri="{BB962C8B-B14F-4D97-AF65-F5344CB8AC3E}">
        <p14:creationId xmlns:p14="http://schemas.microsoft.com/office/powerpoint/2010/main" val="3867275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1">
          <a:extLst>
            <a:ext uri="{FF2B5EF4-FFF2-40B4-BE49-F238E27FC236}">
              <a16:creationId xmlns:a16="http://schemas.microsoft.com/office/drawing/2014/main" id="{6D50B9BB-AF89-3957-1BF5-2CCC5DAEA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8" name="Google Shape;4568;p45">
            <a:extLst>
              <a:ext uri="{FF2B5EF4-FFF2-40B4-BE49-F238E27FC236}">
                <a16:creationId xmlns:a16="http://schemas.microsoft.com/office/drawing/2014/main" id="{3287F0F2-7CC1-703E-EF60-8BC14B5017C6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20000" y="-6774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Hyperparameter Tuning</a:t>
            </a:r>
            <a:endParaRPr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F3839C4-7676-FC0D-1BF4-741B8BF234E9}"/>
              </a:ext>
            </a:extLst>
          </p:cNvPr>
          <p:cNvCxnSpPr>
            <a:cxnSpLocks/>
          </p:cNvCxnSpPr>
          <p:nvPr/>
        </p:nvCxnSpPr>
        <p:spPr>
          <a:xfrm>
            <a:off x="990600" y="684131"/>
            <a:ext cx="5848815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ubtitle 13">
            <a:extLst>
              <a:ext uri="{FF2B5EF4-FFF2-40B4-BE49-F238E27FC236}">
                <a16:creationId xmlns:a16="http://schemas.microsoft.com/office/drawing/2014/main" id="{00CA6742-4551-96F1-0FB0-02B65849FB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1930" y="3609918"/>
            <a:ext cx="6048050" cy="1674149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Tool used: </a:t>
            </a:r>
            <a:r>
              <a:rPr lang="en-US" dirty="0" err="1"/>
              <a:t>Optuna</a:t>
            </a:r>
            <a:r>
              <a:rPr lang="en-US" dirty="0"/>
              <a:t> with Tree-structured Parzen Estimator (TPE) sampler to search for optimal boosting parameters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D82AAC3-68CB-87CD-2946-6B25B2132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3310"/>
            <a:ext cx="9144000" cy="256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08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" name="Google Shape;4587;p48"/>
          <p:cNvSpPr txBox="1">
            <a:spLocks noGrp="1"/>
          </p:cNvSpPr>
          <p:nvPr>
            <p:ph type="title"/>
          </p:nvPr>
        </p:nvSpPr>
        <p:spPr>
          <a:xfrm>
            <a:off x="720000" y="31864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</a:t>
            </a:r>
            <a:endParaRPr dirty="0"/>
          </a:p>
        </p:txBody>
      </p:sp>
      <p:graphicFrame>
        <p:nvGraphicFramePr>
          <p:cNvPr id="4588" name="Google Shape;4588;p48"/>
          <p:cNvGraphicFramePr/>
          <p:nvPr>
            <p:extLst>
              <p:ext uri="{D42A27DB-BD31-4B8C-83A1-F6EECF244321}">
                <p14:modId xmlns:p14="http://schemas.microsoft.com/office/powerpoint/2010/main" val="10941100"/>
              </p:ext>
            </p:extLst>
          </p:nvPr>
        </p:nvGraphicFramePr>
        <p:xfrm>
          <a:off x="1098938" y="1240875"/>
          <a:ext cx="6946100" cy="3272620"/>
        </p:xfrm>
        <a:graphic>
          <a:graphicData uri="http://schemas.openxmlformats.org/drawingml/2006/table">
            <a:tbl>
              <a:tblPr>
                <a:noFill/>
                <a:tableStyleId>{05D7C3C4-1DBA-45B1-8A86-16CD42A4AA09}</a:tableStyleId>
              </a:tblPr>
              <a:tblGrid>
                <a:gridCol w="2027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chemeClr val="lt2"/>
                          </a:solidFill>
                          <a:latin typeface="Black Han Sans"/>
                          <a:ea typeface="Black Han Sans"/>
                          <a:cs typeface="Black Han Sans"/>
                          <a:sym typeface="Black Han Sans"/>
                        </a:rPr>
                        <a:t>MODEL</a:t>
                      </a:r>
                      <a:endParaRPr sz="2000" dirty="0">
                        <a:solidFill>
                          <a:schemeClr val="lt2"/>
                        </a:solidFill>
                        <a:latin typeface="Black Han Sans"/>
                        <a:ea typeface="Black Han Sans"/>
                        <a:cs typeface="Black Han Sans"/>
                        <a:sym typeface="Black Han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lt2"/>
                          </a:solidFill>
                          <a:latin typeface="Black Han Sans"/>
                          <a:ea typeface="Black Han Sans"/>
                          <a:cs typeface="Black Han Sans"/>
                          <a:sym typeface="Black Han Sans"/>
                        </a:rPr>
                        <a:t>RMSE AND MAE</a:t>
                      </a:r>
                      <a:endParaRPr sz="2000" dirty="0">
                        <a:solidFill>
                          <a:schemeClr val="lt2"/>
                        </a:solidFill>
                        <a:latin typeface="Black Han Sans"/>
                        <a:ea typeface="Black Han Sans"/>
                        <a:cs typeface="Black Han Sans"/>
                        <a:sym typeface="Black Han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chemeClr val="lt2"/>
                          </a:solidFill>
                          <a:latin typeface="Black Han Sans"/>
                          <a:ea typeface="Black Han Sans"/>
                          <a:cs typeface="Black Han Sans"/>
                          <a:sym typeface="Black Han Sans"/>
                        </a:rPr>
                        <a:t>R</a:t>
                      </a:r>
                      <a:r>
                        <a:rPr lang="en" sz="2000" baseline="30000" dirty="0">
                          <a:solidFill>
                            <a:schemeClr val="lt2"/>
                          </a:solidFill>
                          <a:latin typeface="Black Han Sans"/>
                          <a:ea typeface="Black Han Sans"/>
                          <a:cs typeface="Black Han Sans"/>
                          <a:sym typeface="Black Han Sans"/>
                        </a:rPr>
                        <a:t>2</a:t>
                      </a:r>
                      <a:endParaRPr sz="2000" dirty="0">
                        <a:solidFill>
                          <a:schemeClr val="lt2"/>
                        </a:solidFill>
                        <a:latin typeface="Black Han Sans"/>
                        <a:ea typeface="Black Han Sans"/>
                        <a:cs typeface="Black Han Sans"/>
                        <a:sym typeface="Black Han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eeZee"/>
                          <a:ea typeface="ABeeZee"/>
                          <a:cs typeface="ABeeZee"/>
                          <a:sym typeface="ABeeZee"/>
                        </a:rPr>
                        <a:t>Ridge Regression</a:t>
                      </a:r>
                      <a:endParaRPr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eeZee"/>
                        <a:ea typeface="ABeeZee"/>
                        <a:cs typeface="ABeeZee"/>
                        <a:sym typeface="ABeeZe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rgbClr val="253035"/>
                          </a:solidFill>
                          <a:latin typeface="ABeeZee"/>
                          <a:ea typeface="ABeeZee"/>
                          <a:cs typeface="ABeeZee"/>
                          <a:sym typeface="ABeeZee"/>
                        </a:rPr>
                        <a:t>RMSE: 5.296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0" dirty="0">
                          <a:solidFill>
                            <a:srgbClr val="253035"/>
                          </a:solidFill>
                          <a:latin typeface="ABeeZee"/>
                          <a:ea typeface="ABeeZee"/>
                          <a:cs typeface="ABeeZee"/>
                          <a:sym typeface="ABeeZee"/>
                        </a:rPr>
                        <a:t>MAE: 2.470</a:t>
                      </a:r>
                      <a:endParaRPr sz="1600" b="0" dirty="0">
                        <a:solidFill>
                          <a:srgbClr val="253035"/>
                        </a:solidFill>
                        <a:latin typeface="ABeeZee"/>
                        <a:ea typeface="ABeeZee"/>
                        <a:cs typeface="ABeeZee"/>
                        <a:sym typeface="ABeeZe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rgbClr val="253035"/>
                          </a:solidFill>
                          <a:latin typeface="ABeeZee"/>
                          <a:ea typeface="ABeeZee"/>
                          <a:cs typeface="ABeeZee"/>
                          <a:sym typeface="ABeeZee"/>
                        </a:rPr>
                        <a:t>0.5613</a:t>
                      </a:r>
                      <a:endParaRPr sz="1600" dirty="0">
                        <a:solidFill>
                          <a:srgbClr val="253035"/>
                        </a:solidFill>
                        <a:latin typeface="ABeeZee"/>
                        <a:ea typeface="ABeeZee"/>
                        <a:cs typeface="ABeeZee"/>
                        <a:sym typeface="ABeeZe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eeZee"/>
                          <a:ea typeface="ABeeZee"/>
                          <a:cs typeface="ABeeZee"/>
                          <a:sym typeface="ABeeZee"/>
                        </a:rPr>
                        <a:t>Random Forest</a:t>
                      </a:r>
                      <a:endParaRPr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eeZee"/>
                        <a:ea typeface="ABeeZee"/>
                        <a:cs typeface="ABeeZee"/>
                        <a:sym typeface="ABeeZe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0" dirty="0">
                          <a:solidFill>
                            <a:srgbClr val="253035"/>
                          </a:solidFill>
                          <a:latin typeface="ABeeZee"/>
                          <a:ea typeface="ABeeZee"/>
                          <a:cs typeface="ABeeZee"/>
                          <a:sym typeface="ABeeZee"/>
                        </a:rPr>
                        <a:t>RMSE: 3.000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0" dirty="0">
                          <a:solidFill>
                            <a:srgbClr val="253035"/>
                          </a:solidFill>
                          <a:latin typeface="ABeeZee"/>
                          <a:ea typeface="ABeeZee"/>
                          <a:cs typeface="ABeeZee"/>
                          <a:sym typeface="ABeeZee"/>
                        </a:rPr>
                        <a:t>MAE: 2.356</a:t>
                      </a:r>
                      <a:endParaRPr sz="1600" b="0" dirty="0">
                        <a:solidFill>
                          <a:srgbClr val="253035"/>
                        </a:solidFill>
                        <a:latin typeface="ABeeZee"/>
                        <a:ea typeface="ABeeZee"/>
                        <a:cs typeface="ABeeZee"/>
                        <a:sym typeface="ABeeZe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rgbClr val="253035"/>
                          </a:solidFill>
                          <a:latin typeface="ABeeZee"/>
                          <a:ea typeface="ABeeZee"/>
                          <a:cs typeface="ABeeZee"/>
                          <a:sym typeface="ABeeZee"/>
                        </a:rPr>
                        <a:t>0.8592</a:t>
                      </a:r>
                      <a:endParaRPr sz="1600" dirty="0">
                        <a:solidFill>
                          <a:srgbClr val="253035"/>
                        </a:solidFill>
                        <a:latin typeface="ABeeZee"/>
                        <a:ea typeface="ABeeZee"/>
                        <a:cs typeface="ABeeZee"/>
                        <a:sym typeface="ABeeZe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eeZee"/>
                          <a:ea typeface="ABeeZee"/>
                          <a:cs typeface="ABeeZee"/>
                          <a:sym typeface="ABeeZee"/>
                        </a:rPr>
                        <a:t>LightGBM</a:t>
                      </a:r>
                      <a:endParaRPr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eeZee"/>
                        <a:ea typeface="ABeeZee"/>
                        <a:cs typeface="ABeeZee"/>
                        <a:sym typeface="ABeeZe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solidFill>
                            <a:srgbClr val="253035"/>
                          </a:solidFill>
                          <a:latin typeface="ABeeZee"/>
                          <a:ea typeface="ABeeZee"/>
                          <a:cs typeface="ABeeZee"/>
                          <a:sym typeface="ABeeZee"/>
                        </a:rPr>
                        <a:t>RMSE: 2.926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solidFill>
                            <a:srgbClr val="253035"/>
                          </a:solidFill>
                          <a:latin typeface="ABeeZee"/>
                          <a:ea typeface="ABeeZee"/>
                          <a:cs typeface="ABeeZee"/>
                          <a:sym typeface="ABeeZee"/>
                        </a:rPr>
                        <a:t>MAE: 2.305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rgbClr val="253035"/>
                          </a:solidFill>
                          <a:latin typeface="ABeeZee"/>
                          <a:ea typeface="ABeeZee"/>
                          <a:cs typeface="ABeeZee"/>
                          <a:sym typeface="ABeeZee"/>
                        </a:rPr>
                        <a:t>0.8661</a:t>
                      </a:r>
                      <a:endParaRPr sz="1600" dirty="0">
                        <a:solidFill>
                          <a:srgbClr val="253035"/>
                        </a:solidFill>
                        <a:latin typeface="ABeeZee"/>
                        <a:ea typeface="ABeeZee"/>
                        <a:cs typeface="ABeeZee"/>
                        <a:sym typeface="ABeeZe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eeZee"/>
                          <a:ea typeface="ABeeZee"/>
                          <a:cs typeface="ABeeZee"/>
                          <a:sym typeface="ABeeZee"/>
                        </a:rPr>
                        <a:t>XGBoost</a:t>
                      </a:r>
                      <a:endParaRPr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eeZee"/>
                        <a:ea typeface="ABeeZee"/>
                        <a:cs typeface="ABeeZee"/>
                        <a:sym typeface="ABeeZe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solidFill>
                            <a:srgbClr val="253035"/>
                          </a:solidFill>
                          <a:latin typeface="ABeeZee"/>
                          <a:ea typeface="ABeeZee"/>
                          <a:cs typeface="ABeeZee"/>
                          <a:sym typeface="ABeeZee"/>
                        </a:rPr>
                        <a:t>RMSE: 2.959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solidFill>
                            <a:srgbClr val="253035"/>
                          </a:solidFill>
                          <a:latin typeface="ABeeZee"/>
                          <a:ea typeface="ABeeZee"/>
                          <a:cs typeface="ABeeZee"/>
                          <a:sym typeface="ABeeZee"/>
                        </a:rPr>
                        <a:t>MAE: 2.323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rgbClr val="253035"/>
                          </a:solidFill>
                          <a:latin typeface="ABeeZee"/>
                          <a:ea typeface="ABeeZee"/>
                          <a:cs typeface="ABeeZee"/>
                          <a:sym typeface="ABeeZee"/>
                        </a:rPr>
                        <a:t>0.8630</a:t>
                      </a:r>
                      <a:endParaRPr sz="1600" dirty="0">
                        <a:solidFill>
                          <a:srgbClr val="253035"/>
                        </a:solidFill>
                        <a:latin typeface="ABeeZee"/>
                        <a:ea typeface="ABeeZee"/>
                        <a:cs typeface="ABeeZee"/>
                        <a:sym typeface="ABeeZe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8A1B523-F246-E909-5F15-013A11A28C04}"/>
              </a:ext>
            </a:extLst>
          </p:cNvPr>
          <p:cNvCxnSpPr>
            <a:cxnSpLocks/>
          </p:cNvCxnSpPr>
          <p:nvPr/>
        </p:nvCxnSpPr>
        <p:spPr>
          <a:xfrm>
            <a:off x="869795" y="981311"/>
            <a:ext cx="596962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13C23C-8DA0-9F99-DDD4-CA96083B2ABA}"/>
              </a:ext>
            </a:extLst>
          </p:cNvPr>
          <p:cNvCxnSpPr>
            <a:cxnSpLocks/>
          </p:cNvCxnSpPr>
          <p:nvPr/>
        </p:nvCxnSpPr>
        <p:spPr>
          <a:xfrm>
            <a:off x="-512956" y="981311"/>
            <a:ext cx="743415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2">
          <a:extLst>
            <a:ext uri="{FF2B5EF4-FFF2-40B4-BE49-F238E27FC236}">
              <a16:creationId xmlns:a16="http://schemas.microsoft.com/office/drawing/2014/main" id="{A81D8394-E44F-E0F2-CFE0-701841DA3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6" name="Google Shape;4596;p49">
            <a:extLst>
              <a:ext uri="{FF2B5EF4-FFF2-40B4-BE49-F238E27FC236}">
                <a16:creationId xmlns:a16="http://schemas.microsoft.com/office/drawing/2014/main" id="{9D191311-F26B-84E8-2C1A-FE250EBA0CB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32608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DDE6C9B-C451-FDD2-CE38-8C5435D0D32D}"/>
              </a:ext>
            </a:extLst>
          </p:cNvPr>
          <p:cNvCxnSpPr>
            <a:cxnSpLocks/>
          </p:cNvCxnSpPr>
          <p:nvPr/>
        </p:nvCxnSpPr>
        <p:spPr>
          <a:xfrm>
            <a:off x="1196898" y="981311"/>
            <a:ext cx="5642517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4465;p39">
            <a:extLst>
              <a:ext uri="{FF2B5EF4-FFF2-40B4-BE49-F238E27FC236}">
                <a16:creationId xmlns:a16="http://schemas.microsoft.com/office/drawing/2014/main" id="{B395D907-3EE0-C8EA-3FEA-EC637F975D97}"/>
              </a:ext>
            </a:extLst>
          </p:cNvPr>
          <p:cNvSpPr txBox="1">
            <a:spLocks/>
          </p:cNvSpPr>
          <p:nvPr/>
        </p:nvSpPr>
        <p:spPr>
          <a:xfrm>
            <a:off x="720000" y="1231580"/>
            <a:ext cx="7704000" cy="3850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Black Han Sans"/>
              <a:buNone/>
              <a:defRPr sz="20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Black Han Sans"/>
              <a:buNone/>
              <a:defRPr sz="2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Black Han Sans"/>
              <a:buNone/>
              <a:defRPr sz="2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Black Han Sans"/>
              <a:buNone/>
              <a:defRPr sz="2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Black Han Sans"/>
              <a:buNone/>
              <a:defRPr sz="2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Black Han Sans"/>
              <a:buNone/>
              <a:defRPr sz="2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Black Han Sans"/>
              <a:buNone/>
              <a:defRPr sz="2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Black Han Sans"/>
              <a:buNone/>
              <a:defRPr sz="2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Black Han Sans"/>
              <a:buNone/>
              <a:defRPr sz="2500" b="0" i="0" u="none" strike="noStrike" cap="none">
                <a:solidFill>
                  <a:schemeClr val="lt2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253035"/>
                </a:solidFill>
                <a:latin typeface="ABeeZee" panose="020B0604020202020204" charset="0"/>
              </a:rPr>
              <a:t>Winning Model:</a:t>
            </a:r>
            <a:r>
              <a:rPr lang="en-US" sz="1800" dirty="0">
                <a:solidFill>
                  <a:srgbClr val="253035"/>
                </a:solidFill>
                <a:latin typeface="ABeeZee" panose="020B0604020202020204" charset="0"/>
              </a:rPr>
              <a:t> </a:t>
            </a:r>
            <a:r>
              <a:rPr lang="en-US" sz="1800" dirty="0" err="1">
                <a:solidFill>
                  <a:srgbClr val="253035"/>
                </a:solidFill>
                <a:latin typeface="ABeeZee" panose="020B0604020202020204" charset="0"/>
              </a:rPr>
              <a:t>LightGBM</a:t>
            </a:r>
            <a:r>
              <a:rPr lang="en-US" sz="1800" dirty="0">
                <a:solidFill>
                  <a:srgbClr val="253035"/>
                </a:solidFill>
                <a:latin typeface="ABeeZee" panose="020B0604020202020204" charset="0"/>
              </a:rPr>
              <a:t> was the top performer with an RMSE of 2.926, outperforming the baseline by over 33%.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253035"/>
              </a:solidFill>
              <a:latin typeface="ABeeZee" panose="020B06040202020202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253035"/>
                </a:solidFill>
                <a:latin typeface="ABeeZee" panose="020B0604020202020204" charset="0"/>
              </a:rPr>
              <a:t>Key Drivers:</a:t>
            </a:r>
            <a:r>
              <a:rPr lang="en-US" sz="1800" dirty="0">
                <a:solidFill>
                  <a:srgbClr val="253035"/>
                </a:solidFill>
                <a:latin typeface="ABeeZee" panose="020B0604020202020204" charset="0"/>
              </a:rPr>
              <a:t> Advanced feature engineering and </a:t>
            </a:r>
            <a:r>
              <a:rPr lang="en-US" sz="1800" dirty="0" err="1">
                <a:solidFill>
                  <a:srgbClr val="253035"/>
                </a:solidFill>
                <a:latin typeface="ABeeZee" panose="020B0604020202020204" charset="0"/>
              </a:rPr>
              <a:t>Optuna</a:t>
            </a:r>
            <a:r>
              <a:rPr lang="en-US" sz="1800" dirty="0">
                <a:solidFill>
                  <a:srgbClr val="253035"/>
                </a:solidFill>
                <a:latin typeface="ABeeZee" panose="020B0604020202020204" charset="0"/>
              </a:rPr>
              <a:t> optimization were essential to capture complex climate patterns.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253035"/>
              </a:solidFill>
              <a:latin typeface="ABeeZee" panose="020B06040202020202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253035"/>
                </a:solidFill>
                <a:latin typeface="ABeeZee" panose="020B0604020202020204" charset="0"/>
              </a:rPr>
              <a:t>Outcome:</a:t>
            </a:r>
            <a:r>
              <a:rPr lang="en-US" sz="1800" dirty="0">
                <a:solidFill>
                  <a:srgbClr val="253035"/>
                </a:solidFill>
                <a:latin typeface="ABeeZee" panose="020B0604020202020204" charset="0"/>
              </a:rPr>
              <a:t> Built a robust, leakage-safe pipeline ready for high-accuracy temperature forecasting in IoT applications.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253035"/>
              </a:solidFill>
              <a:effectLst/>
              <a:latin typeface="ABeeZee" panose="020B06040202020202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253035"/>
                </a:solidFill>
                <a:latin typeface="ABeeZee" panose="020B0604020202020204" charset="0"/>
              </a:rPr>
              <a:t>Future Improvement: </a:t>
            </a:r>
            <a:r>
              <a:rPr lang="en-US" sz="1800" dirty="0">
                <a:solidFill>
                  <a:srgbClr val="253035"/>
                </a:solidFill>
                <a:latin typeface="ABeeZee" panose="020B0604020202020204" charset="0"/>
              </a:rPr>
              <a:t>Model accuracy could be further enhanced by implementing deep learning like LSTMs or adding other environmental factors like wind direction and humidity.</a:t>
            </a:r>
          </a:p>
        </p:txBody>
      </p:sp>
    </p:spTree>
    <p:extLst>
      <p:ext uri="{BB962C8B-B14F-4D97-AF65-F5344CB8AC3E}">
        <p14:creationId xmlns:p14="http://schemas.microsoft.com/office/powerpoint/2010/main" val="2570846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5">
          <a:extLst>
            <a:ext uri="{FF2B5EF4-FFF2-40B4-BE49-F238E27FC236}">
              <a16:creationId xmlns:a16="http://schemas.microsoft.com/office/drawing/2014/main" id="{4F80B65D-3980-6D9B-3080-347ABBB36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49;p44">
            <a:extLst>
              <a:ext uri="{FF2B5EF4-FFF2-40B4-BE49-F238E27FC236}">
                <a16:creationId xmlns:a16="http://schemas.microsoft.com/office/drawing/2014/main" id="{30E745FA-B649-CD01-86E5-DA9FC8104D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61962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/>
              <a:t>THANK YOU!</a:t>
            </a:r>
            <a:endParaRPr sz="6600" dirty="0"/>
          </a:p>
        </p:txBody>
      </p:sp>
      <p:sp>
        <p:nvSpPr>
          <p:cNvPr id="3" name="Google Shape;4337;p33">
            <a:extLst>
              <a:ext uri="{FF2B5EF4-FFF2-40B4-BE49-F238E27FC236}">
                <a16:creationId xmlns:a16="http://schemas.microsoft.com/office/drawing/2014/main" id="{1FAA9EBC-4420-3B25-2AA0-0913D60215D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253093" y="2750159"/>
            <a:ext cx="4849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Any Questions?</a:t>
            </a:r>
            <a:endParaRPr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4AAF07C-A859-2E58-87D9-2046D9C80DA3}"/>
              </a:ext>
            </a:extLst>
          </p:cNvPr>
          <p:cNvCxnSpPr>
            <a:cxnSpLocks/>
          </p:cNvCxnSpPr>
          <p:nvPr/>
        </p:nvCxnSpPr>
        <p:spPr>
          <a:xfrm>
            <a:off x="1750741" y="2750159"/>
            <a:ext cx="5642517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845394"/>
      </p:ext>
    </p:extLst>
  </p:cSld>
  <p:clrMapOvr>
    <a:masterClrMapping/>
  </p:clrMapOvr>
</p:sld>
</file>

<file path=ppt/theme/theme1.xml><?xml version="1.0" encoding="utf-8"?>
<a:theme xmlns:a="http://schemas.openxmlformats.org/drawingml/2006/main" name="Smart Home Project Proposal by Slidesgo">
  <a:themeElements>
    <a:clrScheme name="Simple Light">
      <a:dk1>
        <a:srgbClr val="253035"/>
      </a:dk1>
      <a:lt1>
        <a:srgbClr val="F9F9F9"/>
      </a:lt1>
      <a:dk2>
        <a:srgbClr val="FFFFFF"/>
      </a:dk2>
      <a:lt2>
        <a:srgbClr val="7A0C0C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530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780</Words>
  <Application>Microsoft Office PowerPoint</Application>
  <PresentationFormat>On-screen Show (16:9)</PresentationFormat>
  <Paragraphs>90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ABeeZee</vt:lpstr>
      <vt:lpstr>Black Han Sans</vt:lpstr>
      <vt:lpstr>PT Sans</vt:lpstr>
      <vt:lpstr>Smart Home Project Proposal by Slidesgo</vt:lpstr>
      <vt:lpstr>IoT System Development and Data Analysis</vt:lpstr>
      <vt:lpstr>Introduction</vt:lpstr>
      <vt:lpstr>Data Exploration</vt:lpstr>
      <vt:lpstr>PowerPoint Presentation</vt:lpstr>
      <vt:lpstr>Feature Engineering</vt:lpstr>
      <vt:lpstr>PowerPoint Presentation</vt:lpstr>
      <vt:lpstr>Seasonal and ACF Analysis</vt:lpstr>
      <vt:lpstr>Model Validation</vt:lpstr>
      <vt:lpstr>Models</vt:lpstr>
      <vt:lpstr>Baseline Benchmarking</vt:lpstr>
      <vt:lpstr>Hyperparameter Tuning</vt:lpstr>
      <vt:lpstr>Results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Stormii</dc:creator>
  <cp:lastModifiedBy>zahra alwaili</cp:lastModifiedBy>
  <cp:revision>19</cp:revision>
  <dcterms:modified xsi:type="dcterms:W3CDTF">2026-07-06T07:34:38Z</dcterms:modified>
</cp:coreProperties>
</file>